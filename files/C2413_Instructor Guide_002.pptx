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5.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6.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7.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8" r:id="rId4"/>
    <p:sldMasterId id="2147483788" r:id="rId5"/>
    <p:sldMasterId id="2147483769" r:id="rId6"/>
    <p:sldMasterId id="2147483765" r:id="rId7"/>
    <p:sldMasterId id="2147483845" r:id="rId8"/>
    <p:sldMasterId id="2147483905" r:id="rId9"/>
    <p:sldMasterId id="2147483941" r:id="rId10"/>
  </p:sldMasterIdLst>
  <p:notesMasterIdLst>
    <p:notesMasterId r:id="rId138"/>
  </p:notesMasterIdLst>
  <p:handoutMasterIdLst>
    <p:handoutMasterId r:id="rId139"/>
  </p:handoutMasterIdLst>
  <p:sldIdLst>
    <p:sldId id="5244796" r:id="rId11"/>
    <p:sldId id="5244841" r:id="rId12"/>
    <p:sldId id="5244837" r:id="rId13"/>
    <p:sldId id="5244836" r:id="rId14"/>
    <p:sldId id="5244950" r:id="rId15"/>
    <p:sldId id="5244951" r:id="rId16"/>
    <p:sldId id="5244952" r:id="rId17"/>
    <p:sldId id="2134806841" r:id="rId18"/>
    <p:sldId id="2134806842" r:id="rId19"/>
    <p:sldId id="5244844" r:id="rId20"/>
    <p:sldId id="5244846" r:id="rId21"/>
    <p:sldId id="5244859" r:id="rId22"/>
    <p:sldId id="1578" r:id="rId23"/>
    <p:sldId id="259" r:id="rId24"/>
    <p:sldId id="261" r:id="rId25"/>
    <p:sldId id="274" r:id="rId26"/>
    <p:sldId id="2134806906" r:id="rId27"/>
    <p:sldId id="421" r:id="rId28"/>
    <p:sldId id="422" r:id="rId29"/>
    <p:sldId id="425" r:id="rId30"/>
    <p:sldId id="2134806843" r:id="rId31"/>
    <p:sldId id="2134806844" r:id="rId32"/>
    <p:sldId id="2134806845" r:id="rId33"/>
    <p:sldId id="284" r:id="rId34"/>
    <p:sldId id="500" r:id="rId35"/>
    <p:sldId id="2134806918" r:id="rId36"/>
    <p:sldId id="1645" r:id="rId37"/>
    <p:sldId id="2134806926" r:id="rId38"/>
    <p:sldId id="2134806920" r:id="rId39"/>
    <p:sldId id="2134806921" r:id="rId40"/>
    <p:sldId id="2134806922" r:id="rId41"/>
    <p:sldId id="2134806927" r:id="rId42"/>
    <p:sldId id="2134806924" r:id="rId43"/>
    <p:sldId id="2134806925" r:id="rId44"/>
    <p:sldId id="509" r:id="rId45"/>
    <p:sldId id="286" r:id="rId46"/>
    <p:sldId id="2134806933" r:id="rId47"/>
    <p:sldId id="2134806930" r:id="rId48"/>
    <p:sldId id="2134806931" r:id="rId49"/>
    <p:sldId id="517" r:id="rId50"/>
    <p:sldId id="1651" r:id="rId51"/>
    <p:sldId id="2134806907" r:id="rId52"/>
    <p:sldId id="513" r:id="rId53"/>
    <p:sldId id="287" r:id="rId54"/>
    <p:sldId id="514" r:id="rId55"/>
    <p:sldId id="660" r:id="rId56"/>
    <p:sldId id="661" r:id="rId57"/>
    <p:sldId id="662" r:id="rId58"/>
    <p:sldId id="663" r:id="rId59"/>
    <p:sldId id="520" r:id="rId60"/>
    <p:sldId id="2134806932" r:id="rId61"/>
    <p:sldId id="2134806856" r:id="rId62"/>
    <p:sldId id="2134806928" r:id="rId63"/>
    <p:sldId id="5244829" r:id="rId64"/>
    <p:sldId id="5244894" r:id="rId65"/>
    <p:sldId id="1654" r:id="rId66"/>
    <p:sldId id="2134806948" r:id="rId67"/>
    <p:sldId id="5244868" r:id="rId68"/>
    <p:sldId id="5244869" r:id="rId69"/>
    <p:sldId id="5244870" r:id="rId70"/>
    <p:sldId id="5244871" r:id="rId71"/>
    <p:sldId id="1792" r:id="rId72"/>
    <p:sldId id="2134806949" r:id="rId73"/>
    <p:sldId id="5244874" r:id="rId74"/>
    <p:sldId id="2134806950" r:id="rId75"/>
    <p:sldId id="2134806929" r:id="rId76"/>
    <p:sldId id="5244877" r:id="rId77"/>
    <p:sldId id="5244878" r:id="rId78"/>
    <p:sldId id="2134806934" r:id="rId79"/>
    <p:sldId id="5244880" r:id="rId80"/>
    <p:sldId id="5244883" r:id="rId81"/>
    <p:sldId id="2134806917" r:id="rId82"/>
    <p:sldId id="5244884" r:id="rId83"/>
    <p:sldId id="5244885" r:id="rId84"/>
    <p:sldId id="5244886" r:id="rId85"/>
    <p:sldId id="5244887" r:id="rId86"/>
    <p:sldId id="5244889" r:id="rId87"/>
    <p:sldId id="5244890" r:id="rId88"/>
    <p:sldId id="5244888" r:id="rId89"/>
    <p:sldId id="2134806916" r:id="rId90"/>
    <p:sldId id="2134806869" r:id="rId91"/>
    <p:sldId id="2134806870" r:id="rId92"/>
    <p:sldId id="2134806871" r:id="rId93"/>
    <p:sldId id="2134806872" r:id="rId94"/>
    <p:sldId id="2134806873" r:id="rId95"/>
    <p:sldId id="2134806874" r:id="rId96"/>
    <p:sldId id="2134806875" r:id="rId97"/>
    <p:sldId id="2134806876" r:id="rId98"/>
    <p:sldId id="5244891" r:id="rId99"/>
    <p:sldId id="2134806877" r:id="rId100"/>
    <p:sldId id="2134806878" r:id="rId101"/>
    <p:sldId id="2134806879" r:id="rId102"/>
    <p:sldId id="2134806880" r:id="rId103"/>
    <p:sldId id="2134806881" r:id="rId104"/>
    <p:sldId id="1652" r:id="rId105"/>
    <p:sldId id="2134806883" r:id="rId106"/>
    <p:sldId id="2134806914" r:id="rId107"/>
    <p:sldId id="2134806915" r:id="rId108"/>
    <p:sldId id="2134806886" r:id="rId109"/>
    <p:sldId id="2134806887" r:id="rId110"/>
    <p:sldId id="2134806888" r:id="rId111"/>
    <p:sldId id="2134806889" r:id="rId112"/>
    <p:sldId id="2134806890" r:id="rId113"/>
    <p:sldId id="2134806891" r:id="rId114"/>
    <p:sldId id="2134806892" r:id="rId115"/>
    <p:sldId id="2134806893" r:id="rId116"/>
    <p:sldId id="2134806894" r:id="rId117"/>
    <p:sldId id="2134806895" r:id="rId118"/>
    <p:sldId id="2134806910" r:id="rId119"/>
    <p:sldId id="2134806913" r:id="rId120"/>
    <p:sldId id="2134806912" r:id="rId121"/>
    <p:sldId id="2134806911" r:id="rId122"/>
    <p:sldId id="2134806900" r:id="rId123"/>
    <p:sldId id="2134806909" r:id="rId124"/>
    <p:sldId id="2134806903" r:id="rId125"/>
    <p:sldId id="2134806908" r:id="rId126"/>
    <p:sldId id="2134806904" r:id="rId127"/>
    <p:sldId id="2134806905" r:id="rId128"/>
    <p:sldId id="5244835" r:id="rId129"/>
    <p:sldId id="5244862" r:id="rId130"/>
    <p:sldId id="5244856" r:id="rId131"/>
    <p:sldId id="5244857" r:id="rId132"/>
    <p:sldId id="5244858" r:id="rId133"/>
    <p:sldId id="2134806951" r:id="rId134"/>
    <p:sldId id="5244860" r:id="rId135"/>
    <p:sldId id="5244861" r:id="rId136"/>
    <p:sldId id="5244816" r:id="rId137"/>
  </p:sldIdLst>
  <p:sldSz cx="9144000" cy="5143500" type="screen16x9"/>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orient="horz" pos="2887" userDrawn="1">
          <p15:clr>
            <a:srgbClr val="A4A3A4"/>
          </p15:clr>
        </p15:guide>
        <p15:guide id="3" orient="horz" pos="479" userDrawn="1">
          <p15:clr>
            <a:srgbClr val="A4A3A4"/>
          </p15:clr>
        </p15:guide>
        <p15:guide id="4" orient="horz" pos="238" userDrawn="1">
          <p15:clr>
            <a:srgbClr val="A4A3A4"/>
          </p15:clr>
        </p15:guide>
        <p15:guide id="5" orient="horz" pos="1618" userDrawn="1">
          <p15:clr>
            <a:srgbClr val="A4A3A4"/>
          </p15:clr>
        </p15:guide>
        <p15:guide id="6" orient="horz" pos="564" userDrawn="1">
          <p15:clr>
            <a:srgbClr val="A4A3A4"/>
          </p15:clr>
        </p15:guide>
        <p15:guide id="7" pos="2880" userDrawn="1">
          <p15:clr>
            <a:srgbClr val="A4A3A4"/>
          </p15:clr>
        </p15:guide>
        <p15:guide id="8" pos="288" userDrawn="1">
          <p15:clr>
            <a:srgbClr val="A4A3A4"/>
          </p15:clr>
        </p15:guide>
        <p15:guide id="9" pos="5303" userDrawn="1">
          <p15:clr>
            <a:srgbClr val="A4A3A4"/>
          </p15:clr>
        </p15:guide>
        <p15:guide id="10" pos="5472" userDrawn="1">
          <p15:clr>
            <a:srgbClr val="A4A3A4"/>
          </p15:clr>
        </p15:guide>
        <p15:guide id="11" pos="55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7B6083D-E2A9-C4BC-639A-66B3122904F7}" name="Zachary Nocera" initials="ZN" userId="S::znocera@sae.org::81b0c57e-cedb-411a-972b-b4ee09148c21" providerId="AD"/>
  <p188:author id="{E1761E6C-D2E8-4346-D9D6-976D3E155DA0}" name="Brian Ziemba" initials="BZ" userId="S::bziemba@sae.org::049a49d5-53c0-4aed-9826-206ad05934b8" providerId="AD"/>
  <p188:author id="{3898689A-8E7C-D832-D57C-5D7A4E4B90E1}" name="Daria Erdosy" initials="DE" userId="S::derdosy@sae.org::31b0e06c-711f-43ae-a289-2ca7fca101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6580"/>
    <a:srgbClr val="0E98C0"/>
    <a:srgbClr val="E6E6E5"/>
    <a:srgbClr val="9EE3F8"/>
    <a:srgbClr val="7BDAF5"/>
    <a:srgbClr val="242F38"/>
    <a:srgbClr val="D0D3D5"/>
    <a:srgbClr val="DBDCDB"/>
    <a:srgbClr val="ECEDEC"/>
    <a:srgbClr val="090E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E47CFB-5EF4-47A4-963E-1DC562C10355}" v="17" dt="2025-10-23T12:53:14.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15" autoAdjust="0"/>
    <p:restoredTop sz="96247" autoAdjust="0"/>
  </p:normalViewPr>
  <p:slideViewPr>
    <p:cSldViewPr snapToGrid="0">
      <p:cViewPr varScale="1">
        <p:scale>
          <a:sx n="141" d="100"/>
          <a:sy n="141" d="100"/>
        </p:scale>
        <p:origin x="636" y="120"/>
      </p:cViewPr>
      <p:guideLst>
        <p:guide orient="horz"/>
        <p:guide orient="horz" pos="2887"/>
        <p:guide orient="horz" pos="479"/>
        <p:guide orient="horz" pos="238"/>
        <p:guide orient="horz" pos="1618"/>
        <p:guide orient="horz" pos="564"/>
        <p:guide pos="2880"/>
        <p:guide pos="288"/>
        <p:guide pos="5303"/>
        <p:guide pos="5472"/>
        <p:guide pos="5588"/>
      </p:guideLst>
    </p:cSldViewPr>
  </p:slid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7.xml"/><Relationship Id="rId21" Type="http://schemas.openxmlformats.org/officeDocument/2006/relationships/slide" Target="slides/slide11.xml"/><Relationship Id="rId42" Type="http://schemas.openxmlformats.org/officeDocument/2006/relationships/slide" Target="slides/slide32.xml"/><Relationship Id="rId63" Type="http://schemas.openxmlformats.org/officeDocument/2006/relationships/slide" Target="slides/slide53.xml"/><Relationship Id="rId84" Type="http://schemas.openxmlformats.org/officeDocument/2006/relationships/slide" Target="slides/slide74.xml"/><Relationship Id="rId138" Type="http://schemas.openxmlformats.org/officeDocument/2006/relationships/notesMaster" Target="notesMasters/notesMaster1.xml"/><Relationship Id="rId107" Type="http://schemas.openxmlformats.org/officeDocument/2006/relationships/slide" Target="slides/slide97.xml"/><Relationship Id="rId11" Type="http://schemas.openxmlformats.org/officeDocument/2006/relationships/slide" Target="slides/slide1.xml"/><Relationship Id="rId32" Type="http://schemas.openxmlformats.org/officeDocument/2006/relationships/slide" Target="slides/slide22.xml"/><Relationship Id="rId53" Type="http://schemas.openxmlformats.org/officeDocument/2006/relationships/slide" Target="slides/slide43.xml"/><Relationship Id="rId74" Type="http://schemas.openxmlformats.org/officeDocument/2006/relationships/slide" Target="slides/slide64.xml"/><Relationship Id="rId128" Type="http://schemas.openxmlformats.org/officeDocument/2006/relationships/slide" Target="slides/slide118.xml"/><Relationship Id="rId5" Type="http://schemas.openxmlformats.org/officeDocument/2006/relationships/slideMaster" Target="slideMasters/slideMaster2.xml"/><Relationship Id="rId90" Type="http://schemas.openxmlformats.org/officeDocument/2006/relationships/slide" Target="slides/slide80.xml"/><Relationship Id="rId95" Type="http://schemas.openxmlformats.org/officeDocument/2006/relationships/slide" Target="slides/slide85.xml"/><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113" Type="http://schemas.openxmlformats.org/officeDocument/2006/relationships/slide" Target="slides/slide103.xml"/><Relationship Id="rId118" Type="http://schemas.openxmlformats.org/officeDocument/2006/relationships/slide" Target="slides/slide108.xml"/><Relationship Id="rId134" Type="http://schemas.openxmlformats.org/officeDocument/2006/relationships/slide" Target="slides/slide124.xml"/><Relationship Id="rId139" Type="http://schemas.openxmlformats.org/officeDocument/2006/relationships/handoutMaster" Target="handoutMasters/handoutMaster1.xml"/><Relationship Id="rId80" Type="http://schemas.openxmlformats.org/officeDocument/2006/relationships/slide" Target="slides/slide70.xml"/><Relationship Id="rId85" Type="http://schemas.openxmlformats.org/officeDocument/2006/relationships/slide" Target="slides/slide75.xml"/><Relationship Id="rId12" Type="http://schemas.openxmlformats.org/officeDocument/2006/relationships/slide" Target="slides/slide2.xml"/><Relationship Id="rId17" Type="http://schemas.openxmlformats.org/officeDocument/2006/relationships/slide" Target="slides/slide7.xml"/><Relationship Id="rId33" Type="http://schemas.openxmlformats.org/officeDocument/2006/relationships/slide" Target="slides/slide23.xml"/><Relationship Id="rId38" Type="http://schemas.openxmlformats.org/officeDocument/2006/relationships/slide" Target="slides/slide28.xml"/><Relationship Id="rId59" Type="http://schemas.openxmlformats.org/officeDocument/2006/relationships/slide" Target="slides/slide49.xml"/><Relationship Id="rId103" Type="http://schemas.openxmlformats.org/officeDocument/2006/relationships/slide" Target="slides/slide93.xml"/><Relationship Id="rId108" Type="http://schemas.openxmlformats.org/officeDocument/2006/relationships/slide" Target="slides/slide98.xml"/><Relationship Id="rId124" Type="http://schemas.openxmlformats.org/officeDocument/2006/relationships/slide" Target="slides/slide114.xml"/><Relationship Id="rId129" Type="http://schemas.openxmlformats.org/officeDocument/2006/relationships/slide" Target="slides/slide119.xml"/><Relationship Id="rId54" Type="http://schemas.openxmlformats.org/officeDocument/2006/relationships/slide" Target="slides/slide44.xml"/><Relationship Id="rId70" Type="http://schemas.openxmlformats.org/officeDocument/2006/relationships/slide" Target="slides/slide60.xml"/><Relationship Id="rId75" Type="http://schemas.openxmlformats.org/officeDocument/2006/relationships/slide" Target="slides/slide65.xml"/><Relationship Id="rId91" Type="http://schemas.openxmlformats.org/officeDocument/2006/relationships/slide" Target="slides/slide81.xml"/><Relationship Id="rId96" Type="http://schemas.openxmlformats.org/officeDocument/2006/relationships/slide" Target="slides/slide86.xml"/><Relationship Id="rId140" Type="http://schemas.openxmlformats.org/officeDocument/2006/relationships/presProps" Target="presProps.xml"/><Relationship Id="rId14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3.xml"/><Relationship Id="rId28" Type="http://schemas.openxmlformats.org/officeDocument/2006/relationships/slide" Target="slides/slide18.xml"/><Relationship Id="rId49" Type="http://schemas.openxmlformats.org/officeDocument/2006/relationships/slide" Target="slides/slide39.xml"/><Relationship Id="rId114" Type="http://schemas.openxmlformats.org/officeDocument/2006/relationships/slide" Target="slides/slide104.xml"/><Relationship Id="rId119" Type="http://schemas.openxmlformats.org/officeDocument/2006/relationships/slide" Target="slides/slide109.xml"/><Relationship Id="rId44" Type="http://schemas.openxmlformats.org/officeDocument/2006/relationships/slide" Target="slides/slide34.xml"/><Relationship Id="rId60" Type="http://schemas.openxmlformats.org/officeDocument/2006/relationships/slide" Target="slides/slide50.xml"/><Relationship Id="rId65" Type="http://schemas.openxmlformats.org/officeDocument/2006/relationships/slide" Target="slides/slide55.xml"/><Relationship Id="rId81" Type="http://schemas.openxmlformats.org/officeDocument/2006/relationships/slide" Target="slides/slide71.xml"/><Relationship Id="rId86" Type="http://schemas.openxmlformats.org/officeDocument/2006/relationships/slide" Target="slides/slide76.xml"/><Relationship Id="rId130" Type="http://schemas.openxmlformats.org/officeDocument/2006/relationships/slide" Target="slides/slide120.xml"/><Relationship Id="rId135" Type="http://schemas.openxmlformats.org/officeDocument/2006/relationships/slide" Target="slides/slide125.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109" Type="http://schemas.openxmlformats.org/officeDocument/2006/relationships/slide" Target="slides/slide9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slide" Target="slides/slide87.xml"/><Relationship Id="rId104" Type="http://schemas.openxmlformats.org/officeDocument/2006/relationships/slide" Target="slides/slide94.xml"/><Relationship Id="rId120" Type="http://schemas.openxmlformats.org/officeDocument/2006/relationships/slide" Target="slides/slide110.xml"/><Relationship Id="rId125" Type="http://schemas.openxmlformats.org/officeDocument/2006/relationships/slide" Target="slides/slide115.xml"/><Relationship Id="rId141" Type="http://schemas.openxmlformats.org/officeDocument/2006/relationships/viewProps" Target="viewProps.xml"/><Relationship Id="rId146" Type="http://schemas.microsoft.com/office/2018/10/relationships/authors" Target="authors.xml"/><Relationship Id="rId7" Type="http://schemas.openxmlformats.org/officeDocument/2006/relationships/slideMaster" Target="slideMasters/slideMaster4.xml"/><Relationship Id="rId71" Type="http://schemas.openxmlformats.org/officeDocument/2006/relationships/slide" Target="slides/slide61.xml"/><Relationship Id="rId92" Type="http://schemas.openxmlformats.org/officeDocument/2006/relationships/slide" Target="slides/slide82.xml"/><Relationship Id="rId2" Type="http://schemas.openxmlformats.org/officeDocument/2006/relationships/customXml" Target="../customXml/item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110" Type="http://schemas.openxmlformats.org/officeDocument/2006/relationships/slide" Target="slides/slide100.xml"/><Relationship Id="rId115" Type="http://schemas.openxmlformats.org/officeDocument/2006/relationships/slide" Target="slides/slide105.xml"/><Relationship Id="rId131" Type="http://schemas.openxmlformats.org/officeDocument/2006/relationships/slide" Target="slides/slide121.xml"/><Relationship Id="rId136" Type="http://schemas.openxmlformats.org/officeDocument/2006/relationships/slide" Target="slides/slide126.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100" Type="http://schemas.openxmlformats.org/officeDocument/2006/relationships/slide" Target="slides/slide90.xml"/><Relationship Id="rId105" Type="http://schemas.openxmlformats.org/officeDocument/2006/relationships/slide" Target="slides/slide95.xml"/><Relationship Id="rId126" Type="http://schemas.openxmlformats.org/officeDocument/2006/relationships/slide" Target="slides/slide116.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93" Type="http://schemas.openxmlformats.org/officeDocument/2006/relationships/slide" Target="slides/slide83.xml"/><Relationship Id="rId98" Type="http://schemas.openxmlformats.org/officeDocument/2006/relationships/slide" Target="slides/slide88.xml"/><Relationship Id="rId121" Type="http://schemas.openxmlformats.org/officeDocument/2006/relationships/slide" Target="slides/slide111.xml"/><Relationship Id="rId142"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15.xml"/><Relationship Id="rId46" Type="http://schemas.openxmlformats.org/officeDocument/2006/relationships/slide" Target="slides/slide36.xml"/><Relationship Id="rId67" Type="http://schemas.openxmlformats.org/officeDocument/2006/relationships/slide" Target="slides/slide57.xml"/><Relationship Id="rId116" Type="http://schemas.openxmlformats.org/officeDocument/2006/relationships/slide" Target="slides/slide106.xml"/><Relationship Id="rId137" Type="http://schemas.openxmlformats.org/officeDocument/2006/relationships/slide" Target="slides/slide127.xml"/><Relationship Id="rId20" Type="http://schemas.openxmlformats.org/officeDocument/2006/relationships/slide" Target="slides/slide10.xml"/><Relationship Id="rId41" Type="http://schemas.openxmlformats.org/officeDocument/2006/relationships/slide" Target="slides/slide31.xml"/><Relationship Id="rId62" Type="http://schemas.openxmlformats.org/officeDocument/2006/relationships/slide" Target="slides/slide52.xml"/><Relationship Id="rId83" Type="http://schemas.openxmlformats.org/officeDocument/2006/relationships/slide" Target="slides/slide73.xml"/><Relationship Id="rId88" Type="http://schemas.openxmlformats.org/officeDocument/2006/relationships/slide" Target="slides/slide78.xml"/><Relationship Id="rId111" Type="http://schemas.openxmlformats.org/officeDocument/2006/relationships/slide" Target="slides/slide101.xml"/><Relationship Id="rId132" Type="http://schemas.openxmlformats.org/officeDocument/2006/relationships/slide" Target="slides/slide122.xml"/><Relationship Id="rId15" Type="http://schemas.openxmlformats.org/officeDocument/2006/relationships/slide" Target="slides/slide5.xml"/><Relationship Id="rId36" Type="http://schemas.openxmlformats.org/officeDocument/2006/relationships/slide" Target="slides/slide26.xml"/><Relationship Id="rId57" Type="http://schemas.openxmlformats.org/officeDocument/2006/relationships/slide" Target="slides/slide47.xml"/><Relationship Id="rId106" Type="http://schemas.openxmlformats.org/officeDocument/2006/relationships/slide" Target="slides/slide96.xml"/><Relationship Id="rId127" Type="http://schemas.openxmlformats.org/officeDocument/2006/relationships/slide" Target="slides/slide117.xml"/><Relationship Id="rId10" Type="http://schemas.openxmlformats.org/officeDocument/2006/relationships/slideMaster" Target="slideMasters/slideMaster7.xml"/><Relationship Id="rId31" Type="http://schemas.openxmlformats.org/officeDocument/2006/relationships/slide" Target="slides/slide21.xml"/><Relationship Id="rId52" Type="http://schemas.openxmlformats.org/officeDocument/2006/relationships/slide" Target="slides/slide42.xml"/><Relationship Id="rId73" Type="http://schemas.openxmlformats.org/officeDocument/2006/relationships/slide" Target="slides/slide63.xml"/><Relationship Id="rId78" Type="http://schemas.openxmlformats.org/officeDocument/2006/relationships/slide" Target="slides/slide68.xml"/><Relationship Id="rId94" Type="http://schemas.openxmlformats.org/officeDocument/2006/relationships/slide" Target="slides/slide84.xml"/><Relationship Id="rId99" Type="http://schemas.openxmlformats.org/officeDocument/2006/relationships/slide" Target="slides/slide89.xml"/><Relationship Id="rId101" Type="http://schemas.openxmlformats.org/officeDocument/2006/relationships/slide" Target="slides/slide91.xml"/><Relationship Id="rId122" Type="http://schemas.openxmlformats.org/officeDocument/2006/relationships/slide" Target="slides/slide112.xml"/><Relationship Id="rId14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6.xml"/><Relationship Id="rId47" Type="http://schemas.openxmlformats.org/officeDocument/2006/relationships/slide" Target="slides/slide37.xml"/><Relationship Id="rId68" Type="http://schemas.openxmlformats.org/officeDocument/2006/relationships/slide" Target="slides/slide58.xml"/><Relationship Id="rId89" Type="http://schemas.openxmlformats.org/officeDocument/2006/relationships/slide" Target="slides/slide79.xml"/><Relationship Id="rId112" Type="http://schemas.openxmlformats.org/officeDocument/2006/relationships/slide" Target="slides/slide102.xml"/><Relationship Id="rId133" Type="http://schemas.openxmlformats.org/officeDocument/2006/relationships/slide" Target="slides/slide123.xml"/><Relationship Id="rId16" Type="http://schemas.openxmlformats.org/officeDocument/2006/relationships/slide" Target="slides/slide6.xml"/><Relationship Id="rId37" Type="http://schemas.openxmlformats.org/officeDocument/2006/relationships/slide" Target="slides/slide27.xml"/><Relationship Id="rId58" Type="http://schemas.openxmlformats.org/officeDocument/2006/relationships/slide" Target="slides/slide48.xml"/><Relationship Id="rId79" Type="http://schemas.openxmlformats.org/officeDocument/2006/relationships/slide" Target="slides/slide69.xml"/><Relationship Id="rId102" Type="http://schemas.openxmlformats.org/officeDocument/2006/relationships/slide" Target="slides/slide92.xml"/><Relationship Id="rId123" Type="http://schemas.openxmlformats.org/officeDocument/2006/relationships/slide" Target="slides/slide113.xml"/><Relationship Id="rId14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hy Bratchie" userId="f13aed38-eee9-46c5-adcd-6d77ed3dd97e" providerId="ADAL" clId="{4433B38A-45E1-41EC-B9D8-2125AE4A0D9D}"/>
    <pc:docChg chg="undo custSel addSld delSld modSld modMainMaster modNotesMaster modHandout">
      <pc:chgData name="Kathy Bratchie" userId="f13aed38-eee9-46c5-adcd-6d77ed3dd97e" providerId="ADAL" clId="{4433B38A-45E1-41EC-B9D8-2125AE4A0D9D}" dt="2025-10-23T12:53:14.458" v="57"/>
      <pc:docMkLst>
        <pc:docMk/>
      </pc:docMkLst>
      <pc:sldChg chg="modNotes">
        <pc:chgData name="Kathy Bratchie" userId="f13aed38-eee9-46c5-adcd-6d77ed3dd97e" providerId="ADAL" clId="{4433B38A-45E1-41EC-B9D8-2125AE4A0D9D}" dt="2025-10-23T12:53:14.458" v="57"/>
        <pc:sldMkLst>
          <pc:docMk/>
          <pc:sldMk cId="583790544" sldId="5244796"/>
        </pc:sldMkLst>
      </pc:sldChg>
      <pc:sldChg chg="modNotes">
        <pc:chgData name="Kathy Bratchie" userId="f13aed38-eee9-46c5-adcd-6d77ed3dd97e" providerId="ADAL" clId="{4433B38A-45E1-41EC-B9D8-2125AE4A0D9D}" dt="2025-10-23T12:53:14.458" v="57"/>
        <pc:sldMkLst>
          <pc:docMk/>
          <pc:sldMk cId="3108788091" sldId="5244816"/>
        </pc:sldMkLst>
      </pc:sldChg>
      <pc:sldChg chg="modSp mod">
        <pc:chgData name="Kathy Bratchie" userId="f13aed38-eee9-46c5-adcd-6d77ed3dd97e" providerId="ADAL" clId="{4433B38A-45E1-41EC-B9D8-2125AE4A0D9D}" dt="2025-10-22T23:15:07.244" v="48" actId="14100"/>
        <pc:sldMkLst>
          <pc:docMk/>
          <pc:sldMk cId="2273405985" sldId="5244841"/>
        </pc:sldMkLst>
        <pc:spChg chg="mod">
          <ac:chgData name="Kathy Bratchie" userId="f13aed38-eee9-46c5-adcd-6d77ed3dd97e" providerId="ADAL" clId="{4433B38A-45E1-41EC-B9D8-2125AE4A0D9D}" dt="2025-10-22T23:15:07.244" v="48" actId="14100"/>
          <ac:spMkLst>
            <pc:docMk/>
            <pc:sldMk cId="2273405985" sldId="5244841"/>
            <ac:spMk id="2" creationId="{E4162B20-38F7-57DC-E181-09C8DD2E3797}"/>
          </ac:spMkLst>
        </pc:spChg>
      </pc:sldChg>
      <pc:sldChg chg="del">
        <pc:chgData name="Kathy Bratchie" userId="f13aed38-eee9-46c5-adcd-6d77ed3dd97e" providerId="ADAL" clId="{4433B38A-45E1-41EC-B9D8-2125AE4A0D9D}" dt="2025-10-23T12:47:48.547" v="49" actId="2696"/>
        <pc:sldMkLst>
          <pc:docMk/>
          <pc:sldMk cId="2155595209" sldId="5244847"/>
        </pc:sldMkLst>
      </pc:sldChg>
      <pc:sldChg chg="add">
        <pc:chgData name="Kathy Bratchie" userId="f13aed38-eee9-46c5-adcd-6d77ed3dd97e" providerId="ADAL" clId="{4433B38A-45E1-41EC-B9D8-2125AE4A0D9D}" dt="2025-10-23T12:47:58.238" v="50"/>
        <pc:sldMkLst>
          <pc:docMk/>
          <pc:sldMk cId="1446543338" sldId="5244856"/>
        </pc:sldMkLst>
      </pc:sldChg>
      <pc:sldChg chg="add">
        <pc:chgData name="Kathy Bratchie" userId="f13aed38-eee9-46c5-adcd-6d77ed3dd97e" providerId="ADAL" clId="{4433B38A-45E1-41EC-B9D8-2125AE4A0D9D}" dt="2025-10-23T12:47:58.238" v="50"/>
        <pc:sldMkLst>
          <pc:docMk/>
          <pc:sldMk cId="404678729" sldId="5244857"/>
        </pc:sldMkLst>
      </pc:sldChg>
      <pc:sldChg chg="add">
        <pc:chgData name="Kathy Bratchie" userId="f13aed38-eee9-46c5-adcd-6d77ed3dd97e" providerId="ADAL" clId="{4433B38A-45E1-41EC-B9D8-2125AE4A0D9D}" dt="2025-10-23T12:47:58.238" v="50"/>
        <pc:sldMkLst>
          <pc:docMk/>
          <pc:sldMk cId="504906844" sldId="5244858"/>
        </pc:sldMkLst>
      </pc:sldChg>
      <pc:sldChg chg="add">
        <pc:chgData name="Kathy Bratchie" userId="f13aed38-eee9-46c5-adcd-6d77ed3dd97e" providerId="ADAL" clId="{4433B38A-45E1-41EC-B9D8-2125AE4A0D9D}" dt="2025-10-23T12:47:58.238" v="50"/>
        <pc:sldMkLst>
          <pc:docMk/>
          <pc:sldMk cId="864783500" sldId="5244860"/>
        </pc:sldMkLst>
      </pc:sldChg>
      <pc:sldChg chg="add">
        <pc:chgData name="Kathy Bratchie" userId="f13aed38-eee9-46c5-adcd-6d77ed3dd97e" providerId="ADAL" clId="{4433B38A-45E1-41EC-B9D8-2125AE4A0D9D}" dt="2025-10-23T12:47:58.238" v="50"/>
        <pc:sldMkLst>
          <pc:docMk/>
          <pc:sldMk cId="560073602" sldId="5244861"/>
        </pc:sldMkLst>
      </pc:sldChg>
      <pc:sldChg chg="add modNotes">
        <pc:chgData name="Kathy Bratchie" userId="f13aed38-eee9-46c5-adcd-6d77ed3dd97e" providerId="ADAL" clId="{4433B38A-45E1-41EC-B9D8-2125AE4A0D9D}" dt="2025-10-23T12:53:14.458" v="57"/>
        <pc:sldMkLst>
          <pc:docMk/>
          <pc:sldMk cId="4248784599" sldId="5244862"/>
        </pc:sldMkLst>
      </pc:sldChg>
      <pc:sldChg chg="add">
        <pc:chgData name="Kathy Bratchie" userId="f13aed38-eee9-46c5-adcd-6d77ed3dd97e" providerId="ADAL" clId="{4433B38A-45E1-41EC-B9D8-2125AE4A0D9D}" dt="2025-10-23T12:47:58.238" v="50"/>
        <pc:sldMkLst>
          <pc:docMk/>
          <pc:sldMk cId="1142777075" sldId="2134806951"/>
        </pc:sldMkLst>
      </pc:sldChg>
      <pc:sldMasterChg chg="modSp mod">
        <pc:chgData name="Kathy Bratchie" userId="f13aed38-eee9-46c5-adcd-6d77ed3dd97e" providerId="ADAL" clId="{4433B38A-45E1-41EC-B9D8-2125AE4A0D9D}" dt="2025-10-22T23:02:59.871" v="34" actId="404"/>
        <pc:sldMasterMkLst>
          <pc:docMk/>
          <pc:sldMasterMk cId="1241294678" sldId="2147483748"/>
        </pc:sldMasterMkLst>
        <pc:spChg chg="mod">
          <ac:chgData name="Kathy Bratchie" userId="f13aed38-eee9-46c5-adcd-6d77ed3dd97e" providerId="ADAL" clId="{4433B38A-45E1-41EC-B9D8-2125AE4A0D9D}" dt="2025-10-22T23:02:59.871" v="34" actId="404"/>
          <ac:spMkLst>
            <pc:docMk/>
            <pc:sldMasterMk cId="1241294678" sldId="2147483748"/>
            <ac:spMk id="4" creationId="{55CAB811-8E26-6E4C-3531-92968DD279EA}"/>
          </ac:spMkLst>
        </pc:spChg>
        <pc:spChg chg="mod">
          <ac:chgData name="Kathy Bratchie" userId="f13aed38-eee9-46c5-adcd-6d77ed3dd97e" providerId="ADAL" clId="{4433B38A-45E1-41EC-B9D8-2125AE4A0D9D}" dt="2025-10-22T22:59:48.181" v="7" actId="20577"/>
          <ac:spMkLst>
            <pc:docMk/>
            <pc:sldMasterMk cId="1241294678" sldId="2147483748"/>
            <ac:spMk id="8" creationId="{78787AA1-E253-148A-03C1-390176B5EDFC}"/>
          </ac:spMkLst>
        </pc:spChg>
      </pc:sldMasterChg>
      <pc:sldMasterChg chg="modSp mod">
        <pc:chgData name="Kathy Bratchie" userId="f13aed38-eee9-46c5-adcd-6d77ed3dd97e" providerId="ADAL" clId="{4433B38A-45E1-41EC-B9D8-2125AE4A0D9D}" dt="2025-10-22T23:03:42.124" v="38" actId="403"/>
        <pc:sldMasterMkLst>
          <pc:docMk/>
          <pc:sldMasterMk cId="3420114342" sldId="2147483765"/>
        </pc:sldMasterMkLst>
        <pc:spChg chg="mod">
          <ac:chgData name="Kathy Bratchie" userId="f13aed38-eee9-46c5-adcd-6d77ed3dd97e" providerId="ADAL" clId="{4433B38A-45E1-41EC-B9D8-2125AE4A0D9D}" dt="2025-10-22T23:03:42.124" v="38" actId="403"/>
          <ac:spMkLst>
            <pc:docMk/>
            <pc:sldMasterMk cId="3420114342" sldId="2147483765"/>
            <ac:spMk id="8" creationId="{ACA623C9-441B-3801-E0F5-90B72280BF73}"/>
          </ac:spMkLst>
        </pc:spChg>
        <pc:spChg chg="mod">
          <ac:chgData name="Kathy Bratchie" userId="f13aed38-eee9-46c5-adcd-6d77ed3dd97e" providerId="ADAL" clId="{4433B38A-45E1-41EC-B9D8-2125AE4A0D9D}" dt="2025-10-22T23:01:49.926" v="22" actId="20577"/>
          <ac:spMkLst>
            <pc:docMk/>
            <pc:sldMasterMk cId="3420114342" sldId="2147483765"/>
            <ac:spMk id="10" creationId="{BEAF4D06-1EDA-F12E-EB3C-5B2C60F8740E}"/>
          </ac:spMkLst>
        </pc:spChg>
      </pc:sldMasterChg>
      <pc:sldMasterChg chg="modSp mod">
        <pc:chgData name="Kathy Bratchie" userId="f13aed38-eee9-46c5-adcd-6d77ed3dd97e" providerId="ADAL" clId="{4433B38A-45E1-41EC-B9D8-2125AE4A0D9D}" dt="2025-10-22T23:03:28.064" v="36" actId="403"/>
        <pc:sldMasterMkLst>
          <pc:docMk/>
          <pc:sldMasterMk cId="2172202549" sldId="2147483788"/>
        </pc:sldMasterMkLst>
        <pc:spChg chg="mod">
          <ac:chgData name="Kathy Bratchie" userId="f13aed38-eee9-46c5-adcd-6d77ed3dd97e" providerId="ADAL" clId="{4433B38A-45E1-41EC-B9D8-2125AE4A0D9D}" dt="2025-10-22T23:03:28.064" v="36" actId="403"/>
          <ac:spMkLst>
            <pc:docMk/>
            <pc:sldMasterMk cId="2172202549" sldId="2147483788"/>
            <ac:spMk id="4" creationId="{55CAB811-8E26-6E4C-3531-92968DD279EA}"/>
          </ac:spMkLst>
        </pc:spChg>
        <pc:spChg chg="mod">
          <ac:chgData name="Kathy Bratchie" userId="f13aed38-eee9-46c5-adcd-6d77ed3dd97e" providerId="ADAL" clId="{4433B38A-45E1-41EC-B9D8-2125AE4A0D9D}" dt="2025-10-22T23:01:29.823" v="16" actId="20577"/>
          <ac:spMkLst>
            <pc:docMk/>
            <pc:sldMasterMk cId="2172202549" sldId="2147483788"/>
            <ac:spMk id="8" creationId="{78787AA1-E253-148A-03C1-390176B5EDFC}"/>
          </ac:spMkLst>
        </pc:spChg>
      </pc:sldMasterChg>
      <pc:sldMasterChg chg="modSp mod">
        <pc:chgData name="Kathy Bratchie" userId="f13aed38-eee9-46c5-adcd-6d77ed3dd97e" providerId="ADAL" clId="{4433B38A-45E1-41EC-B9D8-2125AE4A0D9D}" dt="2025-10-22T23:03:55.953" v="40" actId="403"/>
        <pc:sldMasterMkLst>
          <pc:docMk/>
          <pc:sldMasterMk cId="3577460316" sldId="2147483845"/>
        </pc:sldMasterMkLst>
        <pc:spChg chg="mod">
          <ac:chgData name="Kathy Bratchie" userId="f13aed38-eee9-46c5-adcd-6d77ed3dd97e" providerId="ADAL" clId="{4433B38A-45E1-41EC-B9D8-2125AE4A0D9D}" dt="2025-10-22T23:03:55.953" v="40" actId="403"/>
          <ac:spMkLst>
            <pc:docMk/>
            <pc:sldMasterMk cId="3577460316" sldId="2147483845"/>
            <ac:spMk id="4" creationId="{55CAB811-8E26-6E4C-3531-92968DD279EA}"/>
          </ac:spMkLst>
        </pc:spChg>
        <pc:spChg chg="mod">
          <ac:chgData name="Kathy Bratchie" userId="f13aed38-eee9-46c5-adcd-6d77ed3dd97e" providerId="ADAL" clId="{4433B38A-45E1-41EC-B9D8-2125AE4A0D9D}" dt="2025-10-22T23:02:09.598" v="28" actId="20577"/>
          <ac:spMkLst>
            <pc:docMk/>
            <pc:sldMasterMk cId="3577460316" sldId="2147483845"/>
            <ac:spMk id="8" creationId="{78787AA1-E253-148A-03C1-390176B5EDFC}"/>
          </ac:spMkLst>
        </pc:spChg>
      </pc:sldMasterChg>
      <pc:sldMasterChg chg="modSp mod">
        <pc:chgData name="Kathy Bratchie" userId="f13aed38-eee9-46c5-adcd-6d77ed3dd97e" providerId="ADAL" clId="{4433B38A-45E1-41EC-B9D8-2125AE4A0D9D}" dt="2025-10-23T12:51:50.373" v="56"/>
        <pc:sldMasterMkLst>
          <pc:docMk/>
          <pc:sldMasterMk cId="2199019701" sldId="2147483941"/>
        </pc:sldMasterMkLst>
        <pc:spChg chg="mod">
          <ac:chgData name="Kathy Bratchie" userId="f13aed38-eee9-46c5-adcd-6d77ed3dd97e" providerId="ADAL" clId="{4433B38A-45E1-41EC-B9D8-2125AE4A0D9D}" dt="2025-10-23T12:51:50.373" v="56"/>
          <ac:spMkLst>
            <pc:docMk/>
            <pc:sldMasterMk cId="2199019701" sldId="2147483941"/>
            <ac:spMk id="4" creationId="{55CAB811-8E26-6E4C-3531-92968DD279EA}"/>
          </ac:spMkLst>
        </pc:spChg>
        <pc:spChg chg="mod">
          <ac:chgData name="Kathy Bratchie" userId="f13aed38-eee9-46c5-adcd-6d77ed3dd97e" providerId="ADAL" clId="{4433B38A-45E1-41EC-B9D8-2125AE4A0D9D}" dt="2025-10-23T12:50:56.455" v="55" actId="20577"/>
          <ac:spMkLst>
            <pc:docMk/>
            <pc:sldMasterMk cId="2199019701" sldId="2147483941"/>
            <ac:spMk id="8" creationId="{78787AA1-E253-148A-03C1-390176B5EDFC}"/>
          </ac:spMkLst>
        </pc:sp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4D1003-7560-4CB1-A73B-CC55781D7990}" type="doc">
      <dgm:prSet loTypeId="urn:microsoft.com/office/officeart/2005/8/layout/default" loCatId="list" qsTypeId="urn:microsoft.com/office/officeart/2005/8/quickstyle/simple1" qsCatId="simple" csTypeId="urn:microsoft.com/office/officeart/2005/8/colors/colorful1" csCatId="colorful" phldr="0"/>
      <dgm:spPr/>
      <dgm:t>
        <a:bodyPr/>
        <a:lstStyle/>
        <a:p>
          <a:endParaRPr lang="en-US"/>
        </a:p>
      </dgm:t>
    </dgm:pt>
    <dgm:pt modelId="{37AEE412-68A6-451F-AE17-EECA00A9E02F}">
      <dgm:prSet phldrT="[Text]" phldr="1"/>
      <dgm:spPr/>
      <dgm:t>
        <a:bodyPr/>
        <a:lstStyle/>
        <a:p>
          <a:endParaRPr lang="en-US" dirty="0"/>
        </a:p>
      </dgm:t>
    </dgm:pt>
    <dgm:pt modelId="{E66BE1A0-2E7F-4CA5-A69C-853AB3B171B7}" type="parTrans" cxnId="{780F6B48-7CB2-4A03-8AE3-D47906AFDF4D}">
      <dgm:prSet/>
      <dgm:spPr/>
      <dgm:t>
        <a:bodyPr/>
        <a:lstStyle/>
        <a:p>
          <a:endParaRPr lang="en-US"/>
        </a:p>
      </dgm:t>
    </dgm:pt>
    <dgm:pt modelId="{2ED4FF78-11B5-480D-950C-0EFC8EB044BC}" type="sibTrans" cxnId="{780F6B48-7CB2-4A03-8AE3-D47906AFDF4D}">
      <dgm:prSet/>
      <dgm:spPr/>
      <dgm:t>
        <a:bodyPr/>
        <a:lstStyle/>
        <a:p>
          <a:endParaRPr lang="en-US"/>
        </a:p>
      </dgm:t>
    </dgm:pt>
    <dgm:pt modelId="{14DC2B60-73C6-461D-86A9-219B245F4002}">
      <dgm:prSet phldrT="[Text]" phldr="1"/>
      <dgm:spPr/>
      <dgm:t>
        <a:bodyPr/>
        <a:lstStyle/>
        <a:p>
          <a:endParaRPr lang="en-US" dirty="0"/>
        </a:p>
      </dgm:t>
    </dgm:pt>
    <dgm:pt modelId="{00053E4E-3150-4796-9DC0-ECBEF281BFA3}" type="parTrans" cxnId="{548E9483-D407-4A49-A100-DD7CC5819B38}">
      <dgm:prSet/>
      <dgm:spPr/>
      <dgm:t>
        <a:bodyPr/>
        <a:lstStyle/>
        <a:p>
          <a:endParaRPr lang="en-US"/>
        </a:p>
      </dgm:t>
    </dgm:pt>
    <dgm:pt modelId="{2DEF4568-8A5F-46B0-8759-A2C8E09F8ADA}" type="sibTrans" cxnId="{548E9483-D407-4A49-A100-DD7CC5819B38}">
      <dgm:prSet/>
      <dgm:spPr/>
      <dgm:t>
        <a:bodyPr/>
        <a:lstStyle/>
        <a:p>
          <a:endParaRPr lang="en-US"/>
        </a:p>
      </dgm:t>
    </dgm:pt>
    <dgm:pt modelId="{50DC854A-B65D-4529-A72F-1343D1F8EA69}">
      <dgm:prSet phldrT="[Text]" phldr="1"/>
      <dgm:spPr/>
      <dgm:t>
        <a:bodyPr/>
        <a:lstStyle/>
        <a:p>
          <a:endParaRPr lang="en-US" dirty="0"/>
        </a:p>
      </dgm:t>
    </dgm:pt>
    <dgm:pt modelId="{78D19549-B2EA-447F-9A15-2EA1D0C740AE}" type="parTrans" cxnId="{409C44A8-1566-4B3C-A7AF-84A4F9E79E3F}">
      <dgm:prSet/>
      <dgm:spPr/>
      <dgm:t>
        <a:bodyPr/>
        <a:lstStyle/>
        <a:p>
          <a:endParaRPr lang="en-US"/>
        </a:p>
      </dgm:t>
    </dgm:pt>
    <dgm:pt modelId="{99355E95-EF44-4270-8575-4BD962082E17}" type="sibTrans" cxnId="{409C44A8-1566-4B3C-A7AF-84A4F9E79E3F}">
      <dgm:prSet/>
      <dgm:spPr/>
      <dgm:t>
        <a:bodyPr/>
        <a:lstStyle/>
        <a:p>
          <a:endParaRPr lang="en-US"/>
        </a:p>
      </dgm:t>
    </dgm:pt>
    <dgm:pt modelId="{3BC4503E-1C50-4EC4-90A5-79F5B8BB32B0}">
      <dgm:prSet phldrT="[Text]" phldr="1"/>
      <dgm:spPr/>
      <dgm:t>
        <a:bodyPr/>
        <a:lstStyle/>
        <a:p>
          <a:endParaRPr lang="en-US" dirty="0"/>
        </a:p>
      </dgm:t>
    </dgm:pt>
    <dgm:pt modelId="{F13B3ED9-DDCA-4FD1-8D5E-18D576E69C47}" type="parTrans" cxnId="{3A7A480B-EAA9-4C32-874C-9A1C41CD3244}">
      <dgm:prSet/>
      <dgm:spPr/>
      <dgm:t>
        <a:bodyPr/>
        <a:lstStyle/>
        <a:p>
          <a:endParaRPr lang="en-US"/>
        </a:p>
      </dgm:t>
    </dgm:pt>
    <dgm:pt modelId="{FBE28551-7C11-4132-9E10-EFD84F0DC607}" type="sibTrans" cxnId="{3A7A480B-EAA9-4C32-874C-9A1C41CD3244}">
      <dgm:prSet/>
      <dgm:spPr/>
      <dgm:t>
        <a:bodyPr/>
        <a:lstStyle/>
        <a:p>
          <a:endParaRPr lang="en-US"/>
        </a:p>
      </dgm:t>
    </dgm:pt>
    <dgm:pt modelId="{F6C0F3FD-2B81-49A1-BBA1-5D3498CBD9B8}">
      <dgm:prSet phldrT="[Text]" phldr="1"/>
      <dgm:spPr/>
      <dgm:t>
        <a:bodyPr/>
        <a:lstStyle/>
        <a:p>
          <a:endParaRPr lang="en-US" dirty="0"/>
        </a:p>
      </dgm:t>
    </dgm:pt>
    <dgm:pt modelId="{DAAFFB5D-5B77-4A2B-A864-2ACE9E3B4C1E}" type="parTrans" cxnId="{95846E42-7BCB-4A97-A2AF-75D69E17497C}">
      <dgm:prSet/>
      <dgm:spPr/>
      <dgm:t>
        <a:bodyPr/>
        <a:lstStyle/>
        <a:p>
          <a:endParaRPr lang="en-US"/>
        </a:p>
      </dgm:t>
    </dgm:pt>
    <dgm:pt modelId="{CE119F30-73ED-41DA-921B-DDCF38FD349E}" type="sibTrans" cxnId="{95846E42-7BCB-4A97-A2AF-75D69E17497C}">
      <dgm:prSet/>
      <dgm:spPr/>
      <dgm:t>
        <a:bodyPr/>
        <a:lstStyle/>
        <a:p>
          <a:endParaRPr lang="en-US"/>
        </a:p>
      </dgm:t>
    </dgm:pt>
    <dgm:pt modelId="{92FF5630-11EA-4D70-8199-2B6C2C705FF3}" type="pres">
      <dgm:prSet presAssocID="{F54D1003-7560-4CB1-A73B-CC55781D7990}" presName="diagram" presStyleCnt="0">
        <dgm:presLayoutVars>
          <dgm:dir/>
          <dgm:resizeHandles val="exact"/>
        </dgm:presLayoutVars>
      </dgm:prSet>
      <dgm:spPr/>
    </dgm:pt>
    <dgm:pt modelId="{8E8FEDCB-E87D-4117-AFAD-D283115667D5}" type="pres">
      <dgm:prSet presAssocID="{37AEE412-68A6-451F-AE17-EECA00A9E02F}" presName="node" presStyleLbl="node1" presStyleIdx="0" presStyleCnt="5">
        <dgm:presLayoutVars>
          <dgm:bulletEnabled val="1"/>
        </dgm:presLayoutVars>
      </dgm:prSet>
      <dgm:spPr/>
    </dgm:pt>
    <dgm:pt modelId="{EEA4C9E1-6721-4AEF-909E-DD0DB53431DB}" type="pres">
      <dgm:prSet presAssocID="{2ED4FF78-11B5-480D-950C-0EFC8EB044BC}" presName="sibTrans" presStyleCnt="0"/>
      <dgm:spPr/>
    </dgm:pt>
    <dgm:pt modelId="{5D4BFEB3-9859-497D-A84E-66EFCA051108}" type="pres">
      <dgm:prSet presAssocID="{14DC2B60-73C6-461D-86A9-219B245F4002}" presName="node" presStyleLbl="node1" presStyleIdx="1" presStyleCnt="5">
        <dgm:presLayoutVars>
          <dgm:bulletEnabled val="1"/>
        </dgm:presLayoutVars>
      </dgm:prSet>
      <dgm:spPr/>
    </dgm:pt>
    <dgm:pt modelId="{9953EB73-3EBE-4E38-9CBD-D34B53D57387}" type="pres">
      <dgm:prSet presAssocID="{2DEF4568-8A5F-46B0-8759-A2C8E09F8ADA}" presName="sibTrans" presStyleCnt="0"/>
      <dgm:spPr/>
    </dgm:pt>
    <dgm:pt modelId="{315BFCB1-C291-469C-9787-91E5E523A091}" type="pres">
      <dgm:prSet presAssocID="{50DC854A-B65D-4529-A72F-1343D1F8EA69}" presName="node" presStyleLbl="node1" presStyleIdx="2" presStyleCnt="5">
        <dgm:presLayoutVars>
          <dgm:bulletEnabled val="1"/>
        </dgm:presLayoutVars>
      </dgm:prSet>
      <dgm:spPr/>
    </dgm:pt>
    <dgm:pt modelId="{14B439A8-42FB-4D9B-91E8-6B9C78C6AEE6}" type="pres">
      <dgm:prSet presAssocID="{99355E95-EF44-4270-8575-4BD962082E17}" presName="sibTrans" presStyleCnt="0"/>
      <dgm:spPr/>
    </dgm:pt>
    <dgm:pt modelId="{C8941C11-D8D1-4D24-A80C-E4D8037CFBB8}" type="pres">
      <dgm:prSet presAssocID="{3BC4503E-1C50-4EC4-90A5-79F5B8BB32B0}" presName="node" presStyleLbl="node1" presStyleIdx="3" presStyleCnt="5">
        <dgm:presLayoutVars>
          <dgm:bulletEnabled val="1"/>
        </dgm:presLayoutVars>
      </dgm:prSet>
      <dgm:spPr/>
    </dgm:pt>
    <dgm:pt modelId="{6321EECA-F00D-41ED-BEC0-C18A3AB4D334}" type="pres">
      <dgm:prSet presAssocID="{FBE28551-7C11-4132-9E10-EFD84F0DC607}" presName="sibTrans" presStyleCnt="0"/>
      <dgm:spPr/>
    </dgm:pt>
    <dgm:pt modelId="{3A990C7E-0B20-496B-B79E-0036E9E31312}" type="pres">
      <dgm:prSet presAssocID="{F6C0F3FD-2B81-49A1-BBA1-5D3498CBD9B8}" presName="node" presStyleLbl="node1" presStyleIdx="4" presStyleCnt="5">
        <dgm:presLayoutVars>
          <dgm:bulletEnabled val="1"/>
        </dgm:presLayoutVars>
      </dgm:prSet>
      <dgm:spPr/>
    </dgm:pt>
  </dgm:ptLst>
  <dgm:cxnLst>
    <dgm:cxn modelId="{3A7A480B-EAA9-4C32-874C-9A1C41CD3244}" srcId="{F54D1003-7560-4CB1-A73B-CC55781D7990}" destId="{3BC4503E-1C50-4EC4-90A5-79F5B8BB32B0}" srcOrd="3" destOrd="0" parTransId="{F13B3ED9-DDCA-4FD1-8D5E-18D576E69C47}" sibTransId="{FBE28551-7C11-4132-9E10-EFD84F0DC607}"/>
    <dgm:cxn modelId="{48927916-4DDA-4D37-8A68-0CBB3F2917AB}" type="presOf" srcId="{50DC854A-B65D-4529-A72F-1343D1F8EA69}" destId="{315BFCB1-C291-469C-9787-91E5E523A091}" srcOrd="0" destOrd="0" presId="urn:microsoft.com/office/officeart/2005/8/layout/default"/>
    <dgm:cxn modelId="{B2693020-D78E-4AD1-97F1-31B49154ECD4}" type="presOf" srcId="{F6C0F3FD-2B81-49A1-BBA1-5D3498CBD9B8}" destId="{3A990C7E-0B20-496B-B79E-0036E9E31312}" srcOrd="0" destOrd="0" presId="urn:microsoft.com/office/officeart/2005/8/layout/default"/>
    <dgm:cxn modelId="{9E9E8434-2E9D-4226-9677-01C043DD626E}" type="presOf" srcId="{3BC4503E-1C50-4EC4-90A5-79F5B8BB32B0}" destId="{C8941C11-D8D1-4D24-A80C-E4D8037CFBB8}" srcOrd="0" destOrd="0" presId="urn:microsoft.com/office/officeart/2005/8/layout/default"/>
    <dgm:cxn modelId="{95846E42-7BCB-4A97-A2AF-75D69E17497C}" srcId="{F54D1003-7560-4CB1-A73B-CC55781D7990}" destId="{F6C0F3FD-2B81-49A1-BBA1-5D3498CBD9B8}" srcOrd="4" destOrd="0" parTransId="{DAAFFB5D-5B77-4A2B-A864-2ACE9E3B4C1E}" sibTransId="{CE119F30-73ED-41DA-921B-DDCF38FD349E}"/>
    <dgm:cxn modelId="{780F6B48-7CB2-4A03-8AE3-D47906AFDF4D}" srcId="{F54D1003-7560-4CB1-A73B-CC55781D7990}" destId="{37AEE412-68A6-451F-AE17-EECA00A9E02F}" srcOrd="0" destOrd="0" parTransId="{E66BE1A0-2E7F-4CA5-A69C-853AB3B171B7}" sibTransId="{2ED4FF78-11B5-480D-950C-0EFC8EB044BC}"/>
    <dgm:cxn modelId="{A0092D7A-A167-4900-9AC7-93F20D1EAA5D}" type="presOf" srcId="{F54D1003-7560-4CB1-A73B-CC55781D7990}" destId="{92FF5630-11EA-4D70-8199-2B6C2C705FF3}" srcOrd="0" destOrd="0" presId="urn:microsoft.com/office/officeart/2005/8/layout/default"/>
    <dgm:cxn modelId="{548E9483-D407-4A49-A100-DD7CC5819B38}" srcId="{F54D1003-7560-4CB1-A73B-CC55781D7990}" destId="{14DC2B60-73C6-461D-86A9-219B245F4002}" srcOrd="1" destOrd="0" parTransId="{00053E4E-3150-4796-9DC0-ECBEF281BFA3}" sibTransId="{2DEF4568-8A5F-46B0-8759-A2C8E09F8ADA}"/>
    <dgm:cxn modelId="{86356192-B881-448D-92B3-B6E112426816}" type="presOf" srcId="{14DC2B60-73C6-461D-86A9-219B245F4002}" destId="{5D4BFEB3-9859-497D-A84E-66EFCA051108}" srcOrd="0" destOrd="0" presId="urn:microsoft.com/office/officeart/2005/8/layout/default"/>
    <dgm:cxn modelId="{43E2E2A5-2765-406A-9013-109F193F6D94}" type="presOf" srcId="{37AEE412-68A6-451F-AE17-EECA00A9E02F}" destId="{8E8FEDCB-E87D-4117-AFAD-D283115667D5}" srcOrd="0" destOrd="0" presId="urn:microsoft.com/office/officeart/2005/8/layout/default"/>
    <dgm:cxn modelId="{409C44A8-1566-4B3C-A7AF-84A4F9E79E3F}" srcId="{F54D1003-7560-4CB1-A73B-CC55781D7990}" destId="{50DC854A-B65D-4529-A72F-1343D1F8EA69}" srcOrd="2" destOrd="0" parTransId="{78D19549-B2EA-447F-9A15-2EA1D0C740AE}" sibTransId="{99355E95-EF44-4270-8575-4BD962082E17}"/>
    <dgm:cxn modelId="{0526E51E-5C97-43C7-9F97-65D1D43D87B9}" type="presParOf" srcId="{92FF5630-11EA-4D70-8199-2B6C2C705FF3}" destId="{8E8FEDCB-E87D-4117-AFAD-D283115667D5}" srcOrd="0" destOrd="0" presId="urn:microsoft.com/office/officeart/2005/8/layout/default"/>
    <dgm:cxn modelId="{E5B8BAA5-B24B-4CD6-B2FE-964EEF554C67}" type="presParOf" srcId="{92FF5630-11EA-4D70-8199-2B6C2C705FF3}" destId="{EEA4C9E1-6721-4AEF-909E-DD0DB53431DB}" srcOrd="1" destOrd="0" presId="urn:microsoft.com/office/officeart/2005/8/layout/default"/>
    <dgm:cxn modelId="{64899B1D-549E-4F15-9916-FBC49510FC0D}" type="presParOf" srcId="{92FF5630-11EA-4D70-8199-2B6C2C705FF3}" destId="{5D4BFEB3-9859-497D-A84E-66EFCA051108}" srcOrd="2" destOrd="0" presId="urn:microsoft.com/office/officeart/2005/8/layout/default"/>
    <dgm:cxn modelId="{876CAA38-9349-4615-ADA2-8D3DB6D071E3}" type="presParOf" srcId="{92FF5630-11EA-4D70-8199-2B6C2C705FF3}" destId="{9953EB73-3EBE-4E38-9CBD-D34B53D57387}" srcOrd="3" destOrd="0" presId="urn:microsoft.com/office/officeart/2005/8/layout/default"/>
    <dgm:cxn modelId="{BF045922-C9EB-408B-80FA-AC82DC028DDC}" type="presParOf" srcId="{92FF5630-11EA-4D70-8199-2B6C2C705FF3}" destId="{315BFCB1-C291-469C-9787-91E5E523A091}" srcOrd="4" destOrd="0" presId="urn:microsoft.com/office/officeart/2005/8/layout/default"/>
    <dgm:cxn modelId="{A383E5E2-E31B-40F1-999B-E96FCF0A913D}" type="presParOf" srcId="{92FF5630-11EA-4D70-8199-2B6C2C705FF3}" destId="{14B439A8-42FB-4D9B-91E8-6B9C78C6AEE6}" srcOrd="5" destOrd="0" presId="urn:microsoft.com/office/officeart/2005/8/layout/default"/>
    <dgm:cxn modelId="{12E03556-A60A-412C-8751-2ECFA15FBCDD}" type="presParOf" srcId="{92FF5630-11EA-4D70-8199-2B6C2C705FF3}" destId="{C8941C11-D8D1-4D24-A80C-E4D8037CFBB8}" srcOrd="6" destOrd="0" presId="urn:microsoft.com/office/officeart/2005/8/layout/default"/>
    <dgm:cxn modelId="{2CB26F63-8EB8-4A4E-A390-0F9ECA9D9B45}" type="presParOf" srcId="{92FF5630-11EA-4D70-8199-2B6C2C705FF3}" destId="{6321EECA-F00D-41ED-BEC0-C18A3AB4D334}" srcOrd="7" destOrd="0" presId="urn:microsoft.com/office/officeart/2005/8/layout/default"/>
    <dgm:cxn modelId="{084AC0EE-F815-456C-8A4B-DB5C212D6030}" type="presParOf" srcId="{92FF5630-11EA-4D70-8199-2B6C2C705FF3}" destId="{3A990C7E-0B20-496B-B79E-0036E9E31312}"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8FEDCB-E87D-4117-AFAD-D283115667D5}">
      <dsp:nvSpPr>
        <dsp:cNvPr id="0" name=""/>
        <dsp:cNvSpPr/>
      </dsp:nvSpPr>
      <dsp:spPr>
        <a:xfrm>
          <a:off x="1220" y="239257"/>
          <a:ext cx="4760742" cy="285644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p>
      </dsp:txBody>
      <dsp:txXfrm>
        <a:off x="1220" y="239257"/>
        <a:ext cx="4760742" cy="2856445"/>
      </dsp:txXfrm>
    </dsp:sp>
    <dsp:sp modelId="{5D4BFEB3-9859-497D-A84E-66EFCA051108}">
      <dsp:nvSpPr>
        <dsp:cNvPr id="0" name=""/>
        <dsp:cNvSpPr/>
      </dsp:nvSpPr>
      <dsp:spPr>
        <a:xfrm>
          <a:off x="5238037" y="239257"/>
          <a:ext cx="4760742" cy="285644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p>
      </dsp:txBody>
      <dsp:txXfrm>
        <a:off x="5238037" y="239257"/>
        <a:ext cx="4760742" cy="2856445"/>
      </dsp:txXfrm>
    </dsp:sp>
    <dsp:sp modelId="{315BFCB1-C291-469C-9787-91E5E523A091}">
      <dsp:nvSpPr>
        <dsp:cNvPr id="0" name=""/>
        <dsp:cNvSpPr/>
      </dsp:nvSpPr>
      <dsp:spPr>
        <a:xfrm>
          <a:off x="1220" y="3571777"/>
          <a:ext cx="4760742" cy="285644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p>
      </dsp:txBody>
      <dsp:txXfrm>
        <a:off x="1220" y="3571777"/>
        <a:ext cx="4760742" cy="2856445"/>
      </dsp:txXfrm>
    </dsp:sp>
    <dsp:sp modelId="{C8941C11-D8D1-4D24-A80C-E4D8037CFBB8}">
      <dsp:nvSpPr>
        <dsp:cNvPr id="0" name=""/>
        <dsp:cNvSpPr/>
      </dsp:nvSpPr>
      <dsp:spPr>
        <a:xfrm>
          <a:off x="5238037" y="3571777"/>
          <a:ext cx="4760742" cy="285644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p>
      </dsp:txBody>
      <dsp:txXfrm>
        <a:off x="5238037" y="3571777"/>
        <a:ext cx="4760742" cy="2856445"/>
      </dsp:txXfrm>
    </dsp:sp>
    <dsp:sp modelId="{3A990C7E-0B20-496B-B79E-0036E9E31312}">
      <dsp:nvSpPr>
        <dsp:cNvPr id="0" name=""/>
        <dsp:cNvSpPr/>
      </dsp:nvSpPr>
      <dsp:spPr>
        <a:xfrm>
          <a:off x="2619628" y="6904296"/>
          <a:ext cx="4760742" cy="285644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p>
      </dsp:txBody>
      <dsp:txXfrm>
        <a:off x="2619628" y="6904296"/>
        <a:ext cx="4760742" cy="285644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62398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Verdana" panose="020B0604030504040204" pitchFamily="34" charset="0"/>
              </a:defRPr>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Verdana" panose="020B0604030504040204" pitchFamily="34" charset="0"/>
              </a:defRPr>
            </a:lvl1pPr>
          </a:lstStyle>
          <a:p>
            <a:fld id="{03901BC3-3D0F-4774-B7D6-DA2F40498026}" type="datetimeFigureOut">
              <a:rPr lang="en-US" smtClean="0"/>
              <a:pPr/>
              <a:t>10/23/2025</a:t>
            </a:fld>
            <a:endParaRPr lang="en-US" dirty="0"/>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Verdana" panose="020B0604030504040204" pitchFamily="34" charset="0"/>
              </a:defRPr>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Verdana" panose="020B0604030504040204" pitchFamily="34" charset="0"/>
              </a:defRPr>
            </a:lvl1pPr>
          </a:lstStyle>
          <a:p>
            <a:fld id="{8CD4A1DC-1111-4AD5-8D41-B86459B94599}" type="slidenum">
              <a:rPr lang="en-US" smtClean="0"/>
              <a:pPr/>
              <a:t>‹#›</a:t>
            </a:fld>
            <a:endParaRPr lang="en-US" dirty="0"/>
          </a:p>
        </p:txBody>
      </p:sp>
    </p:spTree>
    <p:extLst>
      <p:ext uri="{BB962C8B-B14F-4D97-AF65-F5344CB8AC3E}">
        <p14:creationId xmlns:p14="http://schemas.microsoft.com/office/powerpoint/2010/main" val="473310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anose="020B0604030504040204" pitchFamily="34" charset="0"/>
        <a:ea typeface="+mn-ea"/>
        <a:cs typeface="+mn-cs"/>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txBody>
          <a:bodyPr/>
          <a:lstStyle/>
          <a:p>
            <a:endParaRPr lang="en-US" dirty="0"/>
          </a:p>
        </p:txBody>
      </p:sp>
      <p:sp>
        <p:nvSpPr>
          <p:cNvPr id="3" name="Notes Placeholder 2"/>
          <p:cNvSpPr>
            <a:spLocks noGrp="1"/>
          </p:cNvSpPr>
          <p:nvPr>
            <p:ph type="body" idx="1"/>
          </p:nvPr>
        </p:nvSpPr>
        <p:spPr/>
        <p:txBody>
          <a:bodyPr/>
          <a:lstStyle/>
          <a:p>
            <a:r>
              <a:rPr lang="en-US" b="1" i="0" dirty="0"/>
              <a:t>Course Header</a:t>
            </a:r>
          </a:p>
        </p:txBody>
      </p:sp>
      <p:sp>
        <p:nvSpPr>
          <p:cNvPr id="4" name="Slide Number Placeholder 3"/>
          <p:cNvSpPr>
            <a:spLocks noGrp="1"/>
          </p:cNvSpPr>
          <p:nvPr>
            <p:ph type="sldNum" sz="quarter" idx="5"/>
          </p:nvPr>
        </p:nvSpPr>
        <p:spPr/>
        <p:txBody>
          <a:bodyPr/>
          <a:lstStyle/>
          <a:p>
            <a:fld id="{8CD4A1DC-1111-4AD5-8D41-B86459B94599}" type="slidenum">
              <a:rPr lang="en-US" smtClean="0"/>
              <a:pPr/>
              <a:t>1</a:t>
            </a:fld>
            <a:endParaRPr lang="en-US" dirty="0"/>
          </a:p>
        </p:txBody>
      </p:sp>
    </p:spTree>
    <p:extLst>
      <p:ext uri="{BB962C8B-B14F-4D97-AF65-F5344CB8AC3E}">
        <p14:creationId xmlns:p14="http://schemas.microsoft.com/office/powerpoint/2010/main" val="634338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Copyright</a:t>
            </a:r>
          </a:p>
        </p:txBody>
      </p:sp>
      <p:sp>
        <p:nvSpPr>
          <p:cNvPr id="4" name="Slide Number Placeholder 3"/>
          <p:cNvSpPr>
            <a:spLocks noGrp="1"/>
          </p:cNvSpPr>
          <p:nvPr>
            <p:ph type="sldNum" sz="quarter" idx="5"/>
          </p:nvPr>
        </p:nvSpPr>
        <p:spPr/>
        <p:txBody>
          <a:bodyPr/>
          <a:lstStyle/>
          <a:p>
            <a:fld id="{8CD4A1DC-1111-4AD5-8D41-B86459B94599}" type="slidenum">
              <a:rPr lang="en-US" smtClean="0"/>
              <a:pPr/>
              <a:t>2</a:t>
            </a:fld>
            <a:endParaRPr lang="en-US" dirty="0"/>
          </a:p>
        </p:txBody>
      </p:sp>
    </p:spTree>
    <p:extLst>
      <p:ext uri="{BB962C8B-B14F-4D97-AF65-F5344CB8AC3E}">
        <p14:creationId xmlns:p14="http://schemas.microsoft.com/office/powerpoint/2010/main" val="171961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Course Objectives</a:t>
            </a:r>
          </a:p>
        </p:txBody>
      </p:sp>
      <p:sp>
        <p:nvSpPr>
          <p:cNvPr id="4" name="Slide Number Placeholder 3"/>
          <p:cNvSpPr>
            <a:spLocks noGrp="1"/>
          </p:cNvSpPr>
          <p:nvPr>
            <p:ph type="sldNum" sz="quarter" idx="5"/>
          </p:nvPr>
        </p:nvSpPr>
        <p:spPr/>
        <p:txBody>
          <a:bodyPr/>
          <a:lstStyle/>
          <a:p>
            <a:fld id="{8CD4A1DC-1111-4AD5-8D41-B86459B94599}" type="slidenum">
              <a:rPr lang="en-US" smtClean="0"/>
              <a:pPr/>
              <a:t>3</a:t>
            </a:fld>
            <a:endParaRPr lang="en-US" dirty="0"/>
          </a:p>
        </p:txBody>
      </p:sp>
    </p:spTree>
    <p:extLst>
      <p:ext uri="{BB962C8B-B14F-4D97-AF65-F5344CB8AC3E}">
        <p14:creationId xmlns:p14="http://schemas.microsoft.com/office/powerpoint/2010/main" val="3459731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Agenda</a:t>
            </a:r>
          </a:p>
        </p:txBody>
      </p:sp>
      <p:sp>
        <p:nvSpPr>
          <p:cNvPr id="4" name="Slide Number Placeholder 3"/>
          <p:cNvSpPr>
            <a:spLocks noGrp="1"/>
          </p:cNvSpPr>
          <p:nvPr>
            <p:ph type="sldNum" sz="quarter" idx="5"/>
          </p:nvPr>
        </p:nvSpPr>
        <p:spPr/>
        <p:txBody>
          <a:bodyPr/>
          <a:lstStyle/>
          <a:p>
            <a:fld id="{8CD4A1DC-1111-4AD5-8D41-B86459B94599}" type="slidenum">
              <a:rPr lang="en-US" smtClean="0"/>
              <a:pPr/>
              <a:t>4</a:t>
            </a:fld>
            <a:endParaRPr lang="en-US" dirty="0"/>
          </a:p>
        </p:txBody>
      </p:sp>
    </p:spTree>
    <p:extLst>
      <p:ext uri="{BB962C8B-B14F-4D97-AF65-F5344CB8AC3E}">
        <p14:creationId xmlns:p14="http://schemas.microsoft.com/office/powerpoint/2010/main" val="1803691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01BE3-7034-0D03-B038-087636D4D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E104D-6F5F-24AD-D011-3EE076BE26F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E58DF16-01A6-ED7E-C7D6-B837535A53DC}"/>
              </a:ext>
            </a:extLst>
          </p:cNvPr>
          <p:cNvSpPr>
            <a:spLocks noGrp="1"/>
          </p:cNvSpPr>
          <p:nvPr>
            <p:ph type="body" idx="1"/>
          </p:nvPr>
        </p:nvSpPr>
        <p:spPr/>
        <p:txBody>
          <a:bodyPr/>
          <a:lstStyle/>
          <a:p>
            <a:r>
              <a:rPr lang="en-US" b="1" dirty="0"/>
              <a:t>Agenda</a:t>
            </a:r>
          </a:p>
        </p:txBody>
      </p:sp>
      <p:sp>
        <p:nvSpPr>
          <p:cNvPr id="4" name="Slide Number Placeholder 3">
            <a:extLst>
              <a:ext uri="{FF2B5EF4-FFF2-40B4-BE49-F238E27FC236}">
                <a16:creationId xmlns:a16="http://schemas.microsoft.com/office/drawing/2014/main" id="{17ADF1E8-4FEA-5FA1-03BB-FDE8F8EB1F98}"/>
              </a:ext>
            </a:extLst>
          </p:cNvPr>
          <p:cNvSpPr>
            <a:spLocks noGrp="1"/>
          </p:cNvSpPr>
          <p:nvPr>
            <p:ph type="sldNum" sz="quarter" idx="5"/>
          </p:nvPr>
        </p:nvSpPr>
        <p:spPr/>
        <p:txBody>
          <a:bodyPr/>
          <a:lstStyle/>
          <a:p>
            <a:fld id="{8CD4A1DC-1111-4AD5-8D41-B86459B94599}" type="slidenum">
              <a:rPr lang="en-US" smtClean="0"/>
              <a:pPr/>
              <a:t>5</a:t>
            </a:fld>
            <a:endParaRPr lang="en-US" dirty="0"/>
          </a:p>
        </p:txBody>
      </p:sp>
    </p:spTree>
    <p:extLst>
      <p:ext uri="{BB962C8B-B14F-4D97-AF65-F5344CB8AC3E}">
        <p14:creationId xmlns:p14="http://schemas.microsoft.com/office/powerpoint/2010/main" val="31056672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0F743-CEAD-5EB5-9F7C-10080AB03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5AF38-9058-2AA4-5FAE-DBF1492DE7F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DACF416-0C93-79C3-A9B6-D12D09F12B97}"/>
              </a:ext>
            </a:extLst>
          </p:cNvPr>
          <p:cNvSpPr>
            <a:spLocks noGrp="1"/>
          </p:cNvSpPr>
          <p:nvPr>
            <p:ph type="body" idx="1"/>
          </p:nvPr>
        </p:nvSpPr>
        <p:spPr/>
        <p:txBody>
          <a:bodyPr/>
          <a:lstStyle/>
          <a:p>
            <a:r>
              <a:rPr lang="en-US" b="1" dirty="0"/>
              <a:t>Agenda</a:t>
            </a:r>
          </a:p>
        </p:txBody>
      </p:sp>
      <p:sp>
        <p:nvSpPr>
          <p:cNvPr id="4" name="Slide Number Placeholder 3">
            <a:extLst>
              <a:ext uri="{FF2B5EF4-FFF2-40B4-BE49-F238E27FC236}">
                <a16:creationId xmlns:a16="http://schemas.microsoft.com/office/drawing/2014/main" id="{2FC2B86F-2492-2D21-5C65-8AE40897D6BC}"/>
              </a:ext>
            </a:extLst>
          </p:cNvPr>
          <p:cNvSpPr>
            <a:spLocks noGrp="1"/>
          </p:cNvSpPr>
          <p:nvPr>
            <p:ph type="sldNum" sz="quarter" idx="5"/>
          </p:nvPr>
        </p:nvSpPr>
        <p:spPr/>
        <p:txBody>
          <a:bodyPr/>
          <a:lstStyle/>
          <a:p>
            <a:fld id="{8CD4A1DC-1111-4AD5-8D41-B86459B94599}" type="slidenum">
              <a:rPr lang="en-US" smtClean="0"/>
              <a:pPr/>
              <a:t>6</a:t>
            </a:fld>
            <a:endParaRPr lang="en-US" dirty="0"/>
          </a:p>
        </p:txBody>
      </p:sp>
    </p:spTree>
    <p:extLst>
      <p:ext uri="{BB962C8B-B14F-4D97-AF65-F5344CB8AC3E}">
        <p14:creationId xmlns:p14="http://schemas.microsoft.com/office/powerpoint/2010/main" val="1948139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Module/Section Header</a:t>
            </a:r>
          </a:p>
        </p:txBody>
      </p:sp>
      <p:sp>
        <p:nvSpPr>
          <p:cNvPr id="4" name="Slide Number Placeholder 3"/>
          <p:cNvSpPr>
            <a:spLocks noGrp="1"/>
          </p:cNvSpPr>
          <p:nvPr>
            <p:ph type="sldNum" sz="quarter" idx="5"/>
          </p:nvPr>
        </p:nvSpPr>
        <p:spPr/>
        <p:txBody>
          <a:bodyPr/>
          <a:lstStyle/>
          <a:p>
            <a:fld id="{8CD4A1DC-1111-4AD5-8D41-B86459B94599}" type="slidenum">
              <a:rPr lang="en-US" smtClean="0"/>
              <a:pPr/>
              <a:t>7</a:t>
            </a:fld>
            <a:endParaRPr lang="en-US" dirty="0"/>
          </a:p>
        </p:txBody>
      </p:sp>
    </p:spTree>
    <p:extLst>
      <p:ext uri="{BB962C8B-B14F-4D97-AF65-F5344CB8AC3E}">
        <p14:creationId xmlns:p14="http://schemas.microsoft.com/office/powerpoint/2010/main" val="3642726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Who are you?</a:t>
            </a:r>
          </a:p>
        </p:txBody>
      </p:sp>
      <p:sp>
        <p:nvSpPr>
          <p:cNvPr id="4" name="Slide Number Placeholder 3"/>
          <p:cNvSpPr>
            <a:spLocks noGrp="1"/>
          </p:cNvSpPr>
          <p:nvPr>
            <p:ph type="sldNum" sz="quarter" idx="5"/>
          </p:nvPr>
        </p:nvSpPr>
        <p:spPr/>
        <p:txBody>
          <a:bodyPr/>
          <a:lstStyle/>
          <a:p>
            <a:fld id="{8CD4A1DC-1111-4AD5-8D41-B86459B94599}" type="slidenum">
              <a:rPr lang="en-US" smtClean="0"/>
              <a:pPr/>
              <a:t>10</a:t>
            </a:fld>
            <a:endParaRPr lang="en-US" dirty="0"/>
          </a:p>
        </p:txBody>
      </p:sp>
    </p:spTree>
    <p:extLst>
      <p:ext uri="{BB962C8B-B14F-4D97-AF65-F5344CB8AC3E}">
        <p14:creationId xmlns:p14="http://schemas.microsoft.com/office/powerpoint/2010/main" val="3902467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Expectations</a:t>
            </a:r>
          </a:p>
        </p:txBody>
      </p:sp>
      <p:sp>
        <p:nvSpPr>
          <p:cNvPr id="4" name="Slide Number Placeholder 3"/>
          <p:cNvSpPr>
            <a:spLocks noGrp="1"/>
          </p:cNvSpPr>
          <p:nvPr>
            <p:ph type="sldNum" sz="quarter" idx="5"/>
          </p:nvPr>
        </p:nvSpPr>
        <p:spPr/>
        <p:txBody>
          <a:bodyPr/>
          <a:lstStyle/>
          <a:p>
            <a:fld id="{8CD4A1DC-1111-4AD5-8D41-B86459B94599}" type="slidenum">
              <a:rPr lang="en-US" smtClean="0"/>
              <a:pPr/>
              <a:t>11</a:t>
            </a:fld>
            <a:endParaRPr lang="en-US" dirty="0"/>
          </a:p>
        </p:txBody>
      </p:sp>
    </p:spTree>
    <p:extLst>
      <p:ext uri="{BB962C8B-B14F-4D97-AF65-F5344CB8AC3E}">
        <p14:creationId xmlns:p14="http://schemas.microsoft.com/office/powerpoint/2010/main" val="455396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19</a:t>
            </a:fld>
            <a:endParaRPr lang="en-US" dirty="0"/>
          </a:p>
        </p:txBody>
      </p:sp>
    </p:spTree>
    <p:extLst>
      <p:ext uri="{BB962C8B-B14F-4D97-AF65-F5344CB8AC3E}">
        <p14:creationId xmlns:p14="http://schemas.microsoft.com/office/powerpoint/2010/main" val="33530155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24</a:t>
            </a:fld>
            <a:endParaRPr lang="en-US" dirty="0"/>
          </a:p>
        </p:txBody>
      </p:sp>
    </p:spTree>
    <p:extLst>
      <p:ext uri="{BB962C8B-B14F-4D97-AF65-F5344CB8AC3E}">
        <p14:creationId xmlns:p14="http://schemas.microsoft.com/office/powerpoint/2010/main" val="3120878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41EB6-40B9-1169-4CDF-A46AFCFE6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51CDF-C40D-AC25-B5DE-162482A788A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1D514D9-61C1-3460-AE7D-2FDA07AB27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DE1BCB-B752-4226-E2E8-60E8AB6D79E6}"/>
              </a:ext>
            </a:extLst>
          </p:cNvPr>
          <p:cNvSpPr>
            <a:spLocks noGrp="1"/>
          </p:cNvSpPr>
          <p:nvPr>
            <p:ph type="sldNum" sz="quarter" idx="5"/>
          </p:nvPr>
        </p:nvSpPr>
        <p:spPr/>
        <p:txBody>
          <a:bodyPr/>
          <a:lstStyle/>
          <a:p>
            <a:fld id="{8CD4A1DC-1111-4AD5-8D41-B86459B94599}" type="slidenum">
              <a:rPr lang="en-US" smtClean="0"/>
              <a:pPr/>
              <a:t>38</a:t>
            </a:fld>
            <a:endParaRPr lang="en-US" dirty="0"/>
          </a:p>
        </p:txBody>
      </p:sp>
    </p:spTree>
    <p:extLst>
      <p:ext uri="{BB962C8B-B14F-4D97-AF65-F5344CB8AC3E}">
        <p14:creationId xmlns:p14="http://schemas.microsoft.com/office/powerpoint/2010/main" val="3877707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C042E-6474-F2C0-1858-B473106CF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0B5A1-8B7A-1891-CA7C-1C95CC3606C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650A761-104E-E386-585C-1BA53BA2D5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405D29-F5B1-5591-93E9-82C2FE53A9D1}"/>
              </a:ext>
            </a:extLst>
          </p:cNvPr>
          <p:cNvSpPr>
            <a:spLocks noGrp="1"/>
          </p:cNvSpPr>
          <p:nvPr>
            <p:ph type="sldNum" sz="quarter" idx="5"/>
          </p:nvPr>
        </p:nvSpPr>
        <p:spPr/>
        <p:txBody>
          <a:bodyPr/>
          <a:lstStyle/>
          <a:p>
            <a:fld id="{8CD4A1DC-1111-4AD5-8D41-B86459B94599}" type="slidenum">
              <a:rPr lang="en-US" smtClean="0"/>
              <a:pPr/>
              <a:t>39</a:t>
            </a:fld>
            <a:endParaRPr lang="en-US" dirty="0"/>
          </a:p>
        </p:txBody>
      </p:sp>
    </p:spTree>
    <p:extLst>
      <p:ext uri="{BB962C8B-B14F-4D97-AF65-F5344CB8AC3E}">
        <p14:creationId xmlns:p14="http://schemas.microsoft.com/office/powerpoint/2010/main" val="3357301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41</a:t>
            </a:fld>
            <a:endParaRPr lang="en-US" dirty="0"/>
          </a:p>
        </p:txBody>
      </p:sp>
    </p:spTree>
    <p:extLst>
      <p:ext uri="{BB962C8B-B14F-4D97-AF65-F5344CB8AC3E}">
        <p14:creationId xmlns:p14="http://schemas.microsoft.com/office/powerpoint/2010/main" val="2920990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78601-FA03-5037-1A87-69C5425A0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731AD6-B013-5A21-8B34-D8084B30C65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CD1E043-B974-AA36-BBE7-D8BEC0413B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D88368-75B8-DDD3-ECE5-411389FB4492}"/>
              </a:ext>
            </a:extLst>
          </p:cNvPr>
          <p:cNvSpPr>
            <a:spLocks noGrp="1"/>
          </p:cNvSpPr>
          <p:nvPr>
            <p:ph type="sldNum" sz="quarter" idx="5"/>
          </p:nvPr>
        </p:nvSpPr>
        <p:spPr/>
        <p:txBody>
          <a:bodyPr/>
          <a:lstStyle/>
          <a:p>
            <a:fld id="{8CD4A1DC-1111-4AD5-8D41-B86459B94599}" type="slidenum">
              <a:rPr lang="en-US" smtClean="0"/>
              <a:pPr/>
              <a:t>42</a:t>
            </a:fld>
            <a:endParaRPr lang="en-US" dirty="0"/>
          </a:p>
        </p:txBody>
      </p:sp>
    </p:spTree>
    <p:extLst>
      <p:ext uri="{BB962C8B-B14F-4D97-AF65-F5344CB8AC3E}">
        <p14:creationId xmlns:p14="http://schemas.microsoft.com/office/powerpoint/2010/main" val="30494898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Any questions?</a:t>
            </a:r>
          </a:p>
        </p:txBody>
      </p:sp>
      <p:sp>
        <p:nvSpPr>
          <p:cNvPr id="4" name="Slide Number Placeholder 3"/>
          <p:cNvSpPr>
            <a:spLocks noGrp="1"/>
          </p:cNvSpPr>
          <p:nvPr>
            <p:ph type="sldNum" sz="quarter" idx="5"/>
          </p:nvPr>
        </p:nvSpPr>
        <p:spPr/>
        <p:txBody>
          <a:bodyPr/>
          <a:lstStyle/>
          <a:p>
            <a:fld id="{8CD4A1DC-1111-4AD5-8D41-B86459B94599}" type="slidenum">
              <a:rPr lang="en-US" smtClean="0"/>
              <a:pPr/>
              <a:t>52</a:t>
            </a:fld>
            <a:endParaRPr lang="en-US" dirty="0"/>
          </a:p>
        </p:txBody>
      </p:sp>
    </p:spTree>
    <p:extLst>
      <p:ext uri="{BB962C8B-B14F-4D97-AF65-F5344CB8AC3E}">
        <p14:creationId xmlns:p14="http://schemas.microsoft.com/office/powerpoint/2010/main" val="1495837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FE287-2E52-DCBE-BD01-4158743AE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CC2F2-4AA7-9A8C-2926-BB86A413321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19BFD73-6685-2F90-5F4B-688FDA785DA9}"/>
              </a:ext>
            </a:extLst>
          </p:cNvPr>
          <p:cNvSpPr>
            <a:spLocks noGrp="1"/>
          </p:cNvSpPr>
          <p:nvPr>
            <p:ph type="body" idx="1"/>
          </p:nvPr>
        </p:nvSpPr>
        <p:spPr/>
        <p:txBody>
          <a:bodyPr/>
          <a:lstStyle/>
          <a:p>
            <a:pPr defTabSz="966612">
              <a:defRPr/>
            </a:pPr>
            <a:r>
              <a:rPr lang="en-US" dirty="0"/>
              <a:t>This module is an introduction to the vehicles that are being tested for this offering.</a:t>
            </a:r>
          </a:p>
          <a:p>
            <a:pPr defTabSz="966612">
              <a:defRPr/>
            </a:pPr>
            <a:r>
              <a:rPr lang="en-US" dirty="0"/>
              <a:t>This module will also provide information on the ADAS in each vehicle. </a:t>
            </a:r>
          </a:p>
          <a:p>
            <a:endParaRPr lang="en-US" dirty="0"/>
          </a:p>
        </p:txBody>
      </p:sp>
      <p:sp>
        <p:nvSpPr>
          <p:cNvPr id="4" name="Slide Number Placeholder 3">
            <a:extLst>
              <a:ext uri="{FF2B5EF4-FFF2-40B4-BE49-F238E27FC236}">
                <a16:creationId xmlns:a16="http://schemas.microsoft.com/office/drawing/2014/main" id="{D1E7F2FA-7322-6AFD-09E6-6094462DACD5}"/>
              </a:ext>
            </a:extLst>
          </p:cNvPr>
          <p:cNvSpPr>
            <a:spLocks noGrp="1"/>
          </p:cNvSpPr>
          <p:nvPr>
            <p:ph type="sldNum" sz="quarter" idx="5"/>
          </p:nvPr>
        </p:nvSpPr>
        <p:spPr/>
        <p:txBody>
          <a:bodyPr/>
          <a:lstStyle/>
          <a:p>
            <a:fld id="{8CD4A1DC-1111-4AD5-8D41-B86459B94599}" type="slidenum">
              <a:rPr lang="en-US" smtClean="0"/>
              <a:pPr/>
              <a:t>53</a:t>
            </a:fld>
            <a:endParaRPr lang="en-US" dirty="0"/>
          </a:p>
        </p:txBody>
      </p:sp>
    </p:spTree>
    <p:extLst>
      <p:ext uri="{BB962C8B-B14F-4D97-AF65-F5344CB8AC3E}">
        <p14:creationId xmlns:p14="http://schemas.microsoft.com/office/powerpoint/2010/main" val="104809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Module/Section Header</a:t>
            </a:r>
          </a:p>
        </p:txBody>
      </p:sp>
      <p:sp>
        <p:nvSpPr>
          <p:cNvPr id="4" name="Slide Number Placeholder 3"/>
          <p:cNvSpPr>
            <a:spLocks noGrp="1"/>
          </p:cNvSpPr>
          <p:nvPr>
            <p:ph type="sldNum" sz="quarter" idx="5"/>
          </p:nvPr>
        </p:nvSpPr>
        <p:spPr/>
        <p:txBody>
          <a:bodyPr/>
          <a:lstStyle/>
          <a:p>
            <a:fld id="{8CD4A1DC-1111-4AD5-8D41-B86459B94599}" type="slidenum">
              <a:rPr lang="en-US" smtClean="0"/>
              <a:pPr/>
              <a:t>54</a:t>
            </a:fld>
            <a:endParaRPr lang="en-US" dirty="0"/>
          </a:p>
        </p:txBody>
      </p:sp>
    </p:spTree>
    <p:extLst>
      <p:ext uri="{BB962C8B-B14F-4D97-AF65-F5344CB8AC3E}">
        <p14:creationId xmlns:p14="http://schemas.microsoft.com/office/powerpoint/2010/main" val="3642726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Module Objectives</a:t>
            </a:r>
          </a:p>
        </p:txBody>
      </p:sp>
      <p:sp>
        <p:nvSpPr>
          <p:cNvPr id="4" name="Slide Number Placeholder 3"/>
          <p:cNvSpPr>
            <a:spLocks noGrp="1"/>
          </p:cNvSpPr>
          <p:nvPr>
            <p:ph type="sldNum" sz="quarter" idx="5"/>
          </p:nvPr>
        </p:nvSpPr>
        <p:spPr/>
        <p:txBody>
          <a:bodyPr/>
          <a:lstStyle/>
          <a:p>
            <a:fld id="{8CD4A1DC-1111-4AD5-8D41-B86459B94599}" type="slidenum">
              <a:rPr lang="en-US" smtClean="0"/>
              <a:pPr/>
              <a:t>55</a:t>
            </a:fld>
            <a:endParaRPr lang="en-US" dirty="0"/>
          </a:p>
        </p:txBody>
      </p:sp>
    </p:spTree>
    <p:extLst>
      <p:ext uri="{BB962C8B-B14F-4D97-AF65-F5344CB8AC3E}">
        <p14:creationId xmlns:p14="http://schemas.microsoft.com/office/powerpoint/2010/main" val="3312448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58</a:t>
            </a:fld>
            <a:endParaRPr lang="en-US" dirty="0"/>
          </a:p>
        </p:txBody>
      </p:sp>
    </p:spTree>
    <p:extLst>
      <p:ext uri="{BB962C8B-B14F-4D97-AF65-F5344CB8AC3E}">
        <p14:creationId xmlns:p14="http://schemas.microsoft.com/office/powerpoint/2010/main" val="4118549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61</a:t>
            </a:fld>
            <a:endParaRPr lang="en-US" dirty="0"/>
          </a:p>
        </p:txBody>
      </p:sp>
    </p:spTree>
    <p:extLst>
      <p:ext uri="{BB962C8B-B14F-4D97-AF65-F5344CB8AC3E}">
        <p14:creationId xmlns:p14="http://schemas.microsoft.com/office/powerpoint/2010/main" val="37350450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92CE5-CC5B-13A7-5FA7-251F0AE66C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C5619-011D-B97C-5D5F-4E824880F64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8396627-0FC3-FA7A-17E3-1035141E13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7F9059-9C3F-17A5-6BBC-EE8B87E7B5E2}"/>
              </a:ext>
            </a:extLst>
          </p:cNvPr>
          <p:cNvSpPr>
            <a:spLocks noGrp="1"/>
          </p:cNvSpPr>
          <p:nvPr>
            <p:ph type="sldNum" sz="quarter" idx="5"/>
          </p:nvPr>
        </p:nvSpPr>
        <p:spPr/>
        <p:txBody>
          <a:bodyPr/>
          <a:lstStyle/>
          <a:p>
            <a:fld id="{2C247F07-6A13-47A9-85A0-4085A3E7340E}" type="slidenum">
              <a:rPr lang="en-US" smtClean="0"/>
              <a:t>62</a:t>
            </a:fld>
            <a:endParaRPr lang="en-US" dirty="0"/>
          </a:p>
        </p:txBody>
      </p:sp>
    </p:spTree>
    <p:extLst>
      <p:ext uri="{BB962C8B-B14F-4D97-AF65-F5344CB8AC3E}">
        <p14:creationId xmlns:p14="http://schemas.microsoft.com/office/powerpoint/2010/main" val="975670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B9702-E21F-03F8-EBD9-108A314E4F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F60CC-9D63-C43D-2573-2841CB42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9C7B4DA-794C-FBE2-56AA-1B77F4181D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FAB996-D87A-1EB0-AA60-C9421CC2F580}"/>
              </a:ext>
            </a:extLst>
          </p:cNvPr>
          <p:cNvSpPr>
            <a:spLocks noGrp="1"/>
          </p:cNvSpPr>
          <p:nvPr>
            <p:ph type="sldNum" sz="quarter" idx="5"/>
          </p:nvPr>
        </p:nvSpPr>
        <p:spPr/>
        <p:txBody>
          <a:bodyPr/>
          <a:lstStyle/>
          <a:p>
            <a:fld id="{2C247F07-6A13-47A9-85A0-4085A3E7340E}" type="slidenum">
              <a:rPr lang="en-US" smtClean="0"/>
              <a:t>63</a:t>
            </a:fld>
            <a:endParaRPr lang="en-US" dirty="0"/>
          </a:p>
        </p:txBody>
      </p:sp>
    </p:spTree>
    <p:extLst>
      <p:ext uri="{BB962C8B-B14F-4D97-AF65-F5344CB8AC3E}">
        <p14:creationId xmlns:p14="http://schemas.microsoft.com/office/powerpoint/2010/main" val="341977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DA3E7-7C8D-E37E-8CEE-DB76AAE4A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61043-6DBE-A2CF-3748-EAD623F5BFC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241A112-BC20-6DCF-542B-7FC69F39BE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97DC74-2230-2839-E3DE-CFA17445CF22}"/>
              </a:ext>
            </a:extLst>
          </p:cNvPr>
          <p:cNvSpPr>
            <a:spLocks noGrp="1"/>
          </p:cNvSpPr>
          <p:nvPr>
            <p:ph type="sldNum" sz="quarter" idx="5"/>
          </p:nvPr>
        </p:nvSpPr>
        <p:spPr/>
        <p:txBody>
          <a:bodyPr/>
          <a:lstStyle/>
          <a:p>
            <a:fld id="{8CD4A1DC-1111-4AD5-8D41-B86459B94599}" type="slidenum">
              <a:rPr lang="en-US" smtClean="0"/>
              <a:pPr/>
              <a:t>65</a:t>
            </a:fld>
            <a:endParaRPr lang="en-US" dirty="0"/>
          </a:p>
        </p:txBody>
      </p:sp>
    </p:spTree>
    <p:extLst>
      <p:ext uri="{BB962C8B-B14F-4D97-AF65-F5344CB8AC3E}">
        <p14:creationId xmlns:p14="http://schemas.microsoft.com/office/powerpoint/2010/main" val="827439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66</a:t>
            </a:fld>
            <a:endParaRPr lang="en-US" dirty="0"/>
          </a:p>
        </p:txBody>
      </p:sp>
    </p:spTree>
    <p:extLst>
      <p:ext uri="{BB962C8B-B14F-4D97-AF65-F5344CB8AC3E}">
        <p14:creationId xmlns:p14="http://schemas.microsoft.com/office/powerpoint/2010/main" val="29019235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68</a:t>
            </a:fld>
            <a:endParaRPr lang="en-US" dirty="0"/>
          </a:p>
        </p:txBody>
      </p:sp>
    </p:spTree>
    <p:extLst>
      <p:ext uri="{BB962C8B-B14F-4D97-AF65-F5344CB8AC3E}">
        <p14:creationId xmlns:p14="http://schemas.microsoft.com/office/powerpoint/2010/main" val="40071458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71</a:t>
            </a:fld>
            <a:endParaRPr lang="en-US" dirty="0"/>
          </a:p>
        </p:txBody>
      </p:sp>
    </p:spTree>
    <p:extLst>
      <p:ext uri="{BB962C8B-B14F-4D97-AF65-F5344CB8AC3E}">
        <p14:creationId xmlns:p14="http://schemas.microsoft.com/office/powerpoint/2010/main" val="22556499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A1E47-F21B-2597-6D01-8BDE5BF55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0244EB-0221-7E12-2845-DAD438D5E55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F96BBB6-9CEB-7311-569D-F4C0932DF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16FF57-B912-6603-2F17-A5F7782BBF59}"/>
              </a:ext>
            </a:extLst>
          </p:cNvPr>
          <p:cNvSpPr>
            <a:spLocks noGrp="1"/>
          </p:cNvSpPr>
          <p:nvPr>
            <p:ph type="sldNum" sz="quarter" idx="5"/>
          </p:nvPr>
        </p:nvSpPr>
        <p:spPr/>
        <p:txBody>
          <a:bodyPr/>
          <a:lstStyle/>
          <a:p>
            <a:fld id="{8CD4A1DC-1111-4AD5-8D41-B86459B94599}" type="slidenum">
              <a:rPr lang="en-US" smtClean="0"/>
              <a:pPr/>
              <a:t>72</a:t>
            </a:fld>
            <a:endParaRPr lang="en-US" dirty="0"/>
          </a:p>
        </p:txBody>
      </p:sp>
    </p:spTree>
    <p:extLst>
      <p:ext uri="{BB962C8B-B14F-4D97-AF65-F5344CB8AC3E}">
        <p14:creationId xmlns:p14="http://schemas.microsoft.com/office/powerpoint/2010/main" val="26553190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76</a:t>
            </a:fld>
            <a:endParaRPr lang="en-US" dirty="0"/>
          </a:p>
        </p:txBody>
      </p:sp>
    </p:spTree>
    <p:extLst>
      <p:ext uri="{BB962C8B-B14F-4D97-AF65-F5344CB8AC3E}">
        <p14:creationId xmlns:p14="http://schemas.microsoft.com/office/powerpoint/2010/main" val="12812277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78</a:t>
            </a:fld>
            <a:endParaRPr lang="en-US" dirty="0"/>
          </a:p>
        </p:txBody>
      </p:sp>
    </p:spTree>
    <p:extLst>
      <p:ext uri="{BB962C8B-B14F-4D97-AF65-F5344CB8AC3E}">
        <p14:creationId xmlns:p14="http://schemas.microsoft.com/office/powerpoint/2010/main" val="5856393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81</a:t>
            </a:fld>
            <a:endParaRPr lang="en-US" dirty="0"/>
          </a:p>
        </p:txBody>
      </p:sp>
    </p:spTree>
    <p:extLst>
      <p:ext uri="{BB962C8B-B14F-4D97-AF65-F5344CB8AC3E}">
        <p14:creationId xmlns:p14="http://schemas.microsoft.com/office/powerpoint/2010/main" val="2102299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85</a:t>
            </a:fld>
            <a:endParaRPr lang="en-US" dirty="0"/>
          </a:p>
        </p:txBody>
      </p:sp>
    </p:spTree>
    <p:extLst>
      <p:ext uri="{BB962C8B-B14F-4D97-AF65-F5344CB8AC3E}">
        <p14:creationId xmlns:p14="http://schemas.microsoft.com/office/powerpoint/2010/main" val="25627862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86</a:t>
            </a:fld>
            <a:endParaRPr lang="en-US" dirty="0"/>
          </a:p>
        </p:txBody>
      </p:sp>
    </p:spTree>
    <p:extLst>
      <p:ext uri="{BB962C8B-B14F-4D97-AF65-F5344CB8AC3E}">
        <p14:creationId xmlns:p14="http://schemas.microsoft.com/office/powerpoint/2010/main" val="26625238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89</a:t>
            </a:fld>
            <a:endParaRPr lang="en-US" dirty="0"/>
          </a:p>
        </p:txBody>
      </p:sp>
    </p:spTree>
    <p:extLst>
      <p:ext uri="{BB962C8B-B14F-4D97-AF65-F5344CB8AC3E}">
        <p14:creationId xmlns:p14="http://schemas.microsoft.com/office/powerpoint/2010/main" val="10131719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Any questions?</a:t>
            </a:r>
          </a:p>
        </p:txBody>
      </p:sp>
      <p:sp>
        <p:nvSpPr>
          <p:cNvPr id="4" name="Slide Number Placeholder 3"/>
          <p:cNvSpPr>
            <a:spLocks noGrp="1"/>
          </p:cNvSpPr>
          <p:nvPr>
            <p:ph type="sldNum" sz="quarter" idx="5"/>
          </p:nvPr>
        </p:nvSpPr>
        <p:spPr/>
        <p:txBody>
          <a:bodyPr/>
          <a:lstStyle/>
          <a:p>
            <a:fld id="{8CD4A1DC-1111-4AD5-8D41-B86459B94599}" type="slidenum">
              <a:rPr lang="en-US" smtClean="0"/>
              <a:pPr/>
              <a:t>90</a:t>
            </a:fld>
            <a:endParaRPr lang="en-US" dirty="0"/>
          </a:p>
        </p:txBody>
      </p:sp>
    </p:spTree>
    <p:extLst>
      <p:ext uri="{BB962C8B-B14F-4D97-AF65-F5344CB8AC3E}">
        <p14:creationId xmlns:p14="http://schemas.microsoft.com/office/powerpoint/2010/main" val="14958370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defTabSz="966612">
              <a:defRPr/>
            </a:pPr>
            <a:r>
              <a:rPr lang="en-US" b="1" i="0" dirty="0"/>
              <a:t>Module Summary</a:t>
            </a:r>
          </a:p>
          <a:p>
            <a:pPr marL="181240" indent="-181240" defTabSz="966612">
              <a:buFont typeface="Arial" panose="020B0604020202020204" pitchFamily="34" charset="0"/>
              <a:buChar char="•"/>
              <a:defRPr/>
            </a:pPr>
            <a:r>
              <a:rPr lang="en-US" i="0" dirty="0"/>
              <a:t>Adjust text &amp; re-size black box as needed. Center vertically.</a:t>
            </a:r>
          </a:p>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91</a:t>
            </a:fld>
            <a:endParaRPr lang="en-US" dirty="0"/>
          </a:p>
        </p:txBody>
      </p:sp>
    </p:spTree>
    <p:extLst>
      <p:ext uri="{BB962C8B-B14F-4D97-AF65-F5344CB8AC3E}">
        <p14:creationId xmlns:p14="http://schemas.microsoft.com/office/powerpoint/2010/main" val="40674293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Any questions?</a:t>
            </a:r>
          </a:p>
        </p:txBody>
      </p:sp>
      <p:sp>
        <p:nvSpPr>
          <p:cNvPr id="4" name="Slide Number Placeholder 3"/>
          <p:cNvSpPr>
            <a:spLocks noGrp="1"/>
          </p:cNvSpPr>
          <p:nvPr>
            <p:ph type="sldNum" sz="quarter" idx="5"/>
          </p:nvPr>
        </p:nvSpPr>
        <p:spPr/>
        <p:txBody>
          <a:bodyPr/>
          <a:lstStyle/>
          <a:p>
            <a:fld id="{8CD4A1DC-1111-4AD5-8D41-B86459B94599}" type="slidenum">
              <a:rPr lang="en-US" smtClean="0"/>
              <a:pPr/>
              <a:t>92</a:t>
            </a:fld>
            <a:endParaRPr lang="en-US" dirty="0"/>
          </a:p>
        </p:txBody>
      </p:sp>
    </p:spTree>
    <p:extLst>
      <p:ext uri="{BB962C8B-B14F-4D97-AF65-F5344CB8AC3E}">
        <p14:creationId xmlns:p14="http://schemas.microsoft.com/office/powerpoint/2010/main" val="2127571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536C1-3E0B-E8D1-E23E-D57B710C2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3BDE9-6214-3D85-F375-7413015D825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DA070D3-664D-EBD4-E0E6-CF073163D981}"/>
              </a:ext>
            </a:extLst>
          </p:cNvPr>
          <p:cNvSpPr>
            <a:spLocks noGrp="1"/>
          </p:cNvSpPr>
          <p:nvPr>
            <p:ph type="body" idx="1"/>
          </p:nvPr>
        </p:nvSpPr>
        <p:spPr/>
        <p:txBody>
          <a:bodyPr/>
          <a:lstStyle/>
          <a:p>
            <a:r>
              <a:rPr lang="en-US" b="1" dirty="0"/>
              <a:t>Section title</a:t>
            </a:r>
          </a:p>
        </p:txBody>
      </p:sp>
      <p:sp>
        <p:nvSpPr>
          <p:cNvPr id="4" name="Slide Number Placeholder 3">
            <a:extLst>
              <a:ext uri="{FF2B5EF4-FFF2-40B4-BE49-F238E27FC236}">
                <a16:creationId xmlns:a16="http://schemas.microsoft.com/office/drawing/2014/main" id="{9C60624F-90C9-C795-B099-70709AD09853}"/>
              </a:ext>
            </a:extLst>
          </p:cNvPr>
          <p:cNvSpPr>
            <a:spLocks noGrp="1"/>
          </p:cNvSpPr>
          <p:nvPr>
            <p:ph type="sldNum" sz="quarter" idx="5"/>
          </p:nvPr>
        </p:nvSpPr>
        <p:spPr/>
        <p:txBody>
          <a:bodyPr/>
          <a:lstStyle/>
          <a:p>
            <a:fld id="{8CD4A1DC-1111-4AD5-8D41-B86459B94599}" type="slidenum">
              <a:rPr lang="en-US" smtClean="0"/>
              <a:pPr/>
              <a:t>93</a:t>
            </a:fld>
            <a:endParaRPr lang="en-US" dirty="0"/>
          </a:p>
        </p:txBody>
      </p:sp>
    </p:spTree>
    <p:extLst>
      <p:ext uri="{BB962C8B-B14F-4D97-AF65-F5344CB8AC3E}">
        <p14:creationId xmlns:p14="http://schemas.microsoft.com/office/powerpoint/2010/main" val="42010868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Module Objectives</a:t>
            </a:r>
          </a:p>
        </p:txBody>
      </p:sp>
      <p:sp>
        <p:nvSpPr>
          <p:cNvPr id="4" name="Slide Number Placeholder 3"/>
          <p:cNvSpPr>
            <a:spLocks noGrp="1"/>
          </p:cNvSpPr>
          <p:nvPr>
            <p:ph type="sldNum" sz="quarter" idx="5"/>
          </p:nvPr>
        </p:nvSpPr>
        <p:spPr/>
        <p:txBody>
          <a:bodyPr/>
          <a:lstStyle/>
          <a:p>
            <a:fld id="{8CD4A1DC-1111-4AD5-8D41-B86459B94599}" type="slidenum">
              <a:rPr lang="en-US" smtClean="0"/>
              <a:pPr/>
              <a:t>94</a:t>
            </a:fld>
            <a:endParaRPr lang="en-US" dirty="0"/>
          </a:p>
        </p:txBody>
      </p:sp>
    </p:spTree>
    <p:extLst>
      <p:ext uri="{BB962C8B-B14F-4D97-AF65-F5344CB8AC3E}">
        <p14:creationId xmlns:p14="http://schemas.microsoft.com/office/powerpoint/2010/main" val="6401668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106</a:t>
            </a:fld>
            <a:endParaRPr lang="en-US" dirty="0"/>
          </a:p>
        </p:txBody>
      </p:sp>
    </p:spTree>
    <p:extLst>
      <p:ext uri="{BB962C8B-B14F-4D97-AF65-F5344CB8AC3E}">
        <p14:creationId xmlns:p14="http://schemas.microsoft.com/office/powerpoint/2010/main" val="26509699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A1FBB-5EBF-F63C-FD9B-37EFFAF32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564E9-722E-7977-A28B-1C94B9192DA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C4E2148-AAD0-6840-1BDF-E96FABE53F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ADE031-884C-14DF-16A4-1553197FF868}"/>
              </a:ext>
            </a:extLst>
          </p:cNvPr>
          <p:cNvSpPr>
            <a:spLocks noGrp="1"/>
          </p:cNvSpPr>
          <p:nvPr>
            <p:ph type="sldNum" sz="quarter" idx="5"/>
          </p:nvPr>
        </p:nvSpPr>
        <p:spPr/>
        <p:txBody>
          <a:bodyPr/>
          <a:lstStyle/>
          <a:p>
            <a:fld id="{8CD4A1DC-1111-4AD5-8D41-B86459B94599}" type="slidenum">
              <a:rPr lang="en-US" smtClean="0"/>
              <a:pPr/>
              <a:t>114</a:t>
            </a:fld>
            <a:endParaRPr lang="en-US" dirty="0"/>
          </a:p>
        </p:txBody>
      </p:sp>
    </p:spTree>
    <p:extLst>
      <p:ext uri="{BB962C8B-B14F-4D97-AF65-F5344CB8AC3E}">
        <p14:creationId xmlns:p14="http://schemas.microsoft.com/office/powerpoint/2010/main" val="18313331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Any questions?</a:t>
            </a:r>
          </a:p>
        </p:txBody>
      </p:sp>
      <p:sp>
        <p:nvSpPr>
          <p:cNvPr id="4" name="Slide Number Placeholder 3"/>
          <p:cNvSpPr>
            <a:spLocks noGrp="1"/>
          </p:cNvSpPr>
          <p:nvPr>
            <p:ph type="sldNum" sz="quarter" idx="5"/>
          </p:nvPr>
        </p:nvSpPr>
        <p:spPr/>
        <p:txBody>
          <a:bodyPr/>
          <a:lstStyle/>
          <a:p>
            <a:fld id="{8CD4A1DC-1111-4AD5-8D41-B86459B94599}" type="slidenum">
              <a:rPr lang="en-US" smtClean="0"/>
              <a:pPr/>
              <a:t>117</a:t>
            </a:fld>
            <a:endParaRPr lang="en-US" dirty="0"/>
          </a:p>
        </p:txBody>
      </p:sp>
    </p:spTree>
    <p:extLst>
      <p:ext uri="{BB962C8B-B14F-4D97-AF65-F5344CB8AC3E}">
        <p14:creationId xmlns:p14="http://schemas.microsoft.com/office/powerpoint/2010/main" val="27819868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defTabSz="966612">
              <a:defRPr/>
            </a:pPr>
            <a:r>
              <a:rPr lang="en-US" b="1" i="0" dirty="0"/>
              <a:t>Module Summary</a:t>
            </a:r>
          </a:p>
          <a:p>
            <a:pPr marL="181240" indent="-181240" defTabSz="966612">
              <a:buFont typeface="Arial" panose="020B0604020202020204" pitchFamily="34" charset="0"/>
              <a:buChar char="•"/>
              <a:defRPr/>
            </a:pPr>
            <a:r>
              <a:rPr lang="en-US" i="0" dirty="0"/>
              <a:t>Adjust text &amp; re-size black box as needed. Center vertically.</a:t>
            </a:r>
          </a:p>
          <a:p>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118</a:t>
            </a:fld>
            <a:endParaRPr lang="en-US" dirty="0"/>
          </a:p>
        </p:txBody>
      </p:sp>
    </p:spTree>
    <p:extLst>
      <p:ext uri="{BB962C8B-B14F-4D97-AF65-F5344CB8AC3E}">
        <p14:creationId xmlns:p14="http://schemas.microsoft.com/office/powerpoint/2010/main" val="1680799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Question</a:t>
            </a:r>
          </a:p>
        </p:txBody>
      </p:sp>
      <p:sp>
        <p:nvSpPr>
          <p:cNvPr id="4" name="Slide Number Placeholder 3"/>
          <p:cNvSpPr>
            <a:spLocks noGrp="1"/>
          </p:cNvSpPr>
          <p:nvPr>
            <p:ph type="sldNum" sz="quarter" idx="5"/>
          </p:nvPr>
        </p:nvSpPr>
        <p:spPr/>
        <p:txBody>
          <a:bodyPr/>
          <a:lstStyle/>
          <a:p>
            <a:fld id="{8CD4A1DC-1111-4AD5-8D41-B86459B94599}" type="slidenum">
              <a:rPr lang="en-US" smtClean="0"/>
              <a:pPr/>
              <a:t>119</a:t>
            </a:fld>
            <a:endParaRPr lang="en-US" dirty="0"/>
          </a:p>
        </p:txBody>
      </p:sp>
    </p:spTree>
    <p:extLst>
      <p:ext uri="{BB962C8B-B14F-4D97-AF65-F5344CB8AC3E}">
        <p14:creationId xmlns:p14="http://schemas.microsoft.com/office/powerpoint/2010/main" val="22917402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z="1500" dirty="0"/>
              <a:t>Now let’s recap the full course.</a:t>
            </a:r>
          </a:p>
        </p:txBody>
      </p:sp>
      <p:sp>
        <p:nvSpPr>
          <p:cNvPr id="4" name="Slide Number Placeholder 3"/>
          <p:cNvSpPr>
            <a:spLocks noGrp="1"/>
          </p:cNvSpPr>
          <p:nvPr>
            <p:ph type="sldNum" sz="quarter" idx="5"/>
          </p:nvPr>
        </p:nvSpPr>
        <p:spPr>
          <a:xfrm>
            <a:off x="4517364" y="8888128"/>
            <a:ext cx="3457108" cy="514564"/>
          </a:xfrm>
        </p:spPr>
        <p:txBody>
          <a:bodyPr/>
          <a:lstStyle/>
          <a:p>
            <a:pPr defTabSz="966612">
              <a:defRPr/>
            </a:pPr>
            <a:fld id="{8CD4A1DC-1111-4AD5-8D41-B86459B94599}" type="slidenum">
              <a:rPr lang="en-US">
                <a:solidFill>
                  <a:prstClr val="black"/>
                </a:solidFill>
                <a:latin typeface="Calibri"/>
              </a:rPr>
              <a:pPr defTabSz="966612">
                <a:defRPr/>
              </a:pPr>
              <a:t>120</a:t>
            </a:fld>
            <a:endParaRPr lang="en-US" dirty="0">
              <a:solidFill>
                <a:prstClr val="black"/>
              </a:solidFill>
              <a:latin typeface="Calibri"/>
            </a:endParaRPr>
          </a:p>
        </p:txBody>
      </p:sp>
      <p:sp>
        <p:nvSpPr>
          <p:cNvPr id="7" name="Slide Image Placeholder 6">
            <a:extLst>
              <a:ext uri="{FF2B5EF4-FFF2-40B4-BE49-F238E27FC236}">
                <a16:creationId xmlns:a16="http://schemas.microsoft.com/office/drawing/2014/main" id="{AC746C43-BEC2-4DFC-9B26-7DBB4460649F}"/>
              </a:ext>
            </a:extLst>
          </p:cNvPr>
          <p:cNvSpPr>
            <a:spLocks noGrp="1" noRot="1" noChangeAspect="1"/>
          </p:cNvSpPr>
          <p:nvPr>
            <p:ph type="sldImg"/>
          </p:nvPr>
        </p:nvSpPr>
        <p:spPr/>
      </p:sp>
    </p:spTree>
    <p:extLst>
      <p:ext uri="{BB962C8B-B14F-4D97-AF65-F5344CB8AC3E}">
        <p14:creationId xmlns:p14="http://schemas.microsoft.com/office/powerpoint/2010/main" val="14024620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defTabSz="966612">
              <a:defRPr/>
            </a:pPr>
            <a:fld id="{8CD4A1DC-1111-4AD5-8D41-B86459B94599}" type="slidenum">
              <a:rPr lang="en-US">
                <a:solidFill>
                  <a:prstClr val="black"/>
                </a:solidFill>
                <a:latin typeface="Calibri"/>
              </a:rPr>
              <a:pPr defTabSz="966612">
                <a:defRPr/>
              </a:pPr>
              <a:t>121</a:t>
            </a:fld>
            <a:endParaRPr lang="en-US" dirty="0">
              <a:solidFill>
                <a:prstClr val="black"/>
              </a:solidFill>
              <a:latin typeface="Calibri"/>
            </a:endParaRPr>
          </a:p>
        </p:txBody>
      </p:sp>
    </p:spTree>
    <p:extLst>
      <p:ext uri="{BB962C8B-B14F-4D97-AF65-F5344CB8AC3E}">
        <p14:creationId xmlns:p14="http://schemas.microsoft.com/office/powerpoint/2010/main" val="22989163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defTabSz="966612">
              <a:defRPr/>
            </a:pPr>
            <a:fld id="{8CD4A1DC-1111-4AD5-8D41-B86459B94599}" type="slidenum">
              <a:rPr lang="en-US">
                <a:solidFill>
                  <a:prstClr val="black"/>
                </a:solidFill>
                <a:latin typeface="Calibri"/>
              </a:rPr>
              <a:pPr defTabSz="966612">
                <a:defRPr/>
              </a:pPr>
              <a:t>122</a:t>
            </a:fld>
            <a:endParaRPr lang="en-US" dirty="0">
              <a:solidFill>
                <a:prstClr val="black"/>
              </a:solidFill>
              <a:latin typeface="Calibri"/>
            </a:endParaRPr>
          </a:p>
        </p:txBody>
      </p:sp>
    </p:spTree>
    <p:extLst>
      <p:ext uri="{BB962C8B-B14F-4D97-AF65-F5344CB8AC3E}">
        <p14:creationId xmlns:p14="http://schemas.microsoft.com/office/powerpoint/2010/main" val="38729796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defTabSz="966612">
              <a:defRPr/>
            </a:pPr>
            <a:fld id="{8CD4A1DC-1111-4AD5-8D41-B86459B94599}" type="slidenum">
              <a:rPr lang="en-US">
                <a:solidFill>
                  <a:prstClr val="black"/>
                </a:solidFill>
                <a:latin typeface="Calibri"/>
              </a:rPr>
              <a:pPr defTabSz="966612">
                <a:defRPr/>
              </a:pPr>
              <a:t>123</a:t>
            </a:fld>
            <a:endParaRPr lang="en-US" dirty="0">
              <a:solidFill>
                <a:prstClr val="black"/>
              </a:solidFill>
              <a:latin typeface="Calibri"/>
            </a:endParaRPr>
          </a:p>
        </p:txBody>
      </p:sp>
    </p:spTree>
    <p:extLst>
      <p:ext uri="{BB962C8B-B14F-4D97-AF65-F5344CB8AC3E}">
        <p14:creationId xmlns:p14="http://schemas.microsoft.com/office/powerpoint/2010/main" val="34459246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defTabSz="966612">
              <a:defRPr/>
            </a:pPr>
            <a:fld id="{8CD4A1DC-1111-4AD5-8D41-B86459B94599}" type="slidenum">
              <a:rPr lang="en-US">
                <a:solidFill>
                  <a:prstClr val="black"/>
                </a:solidFill>
                <a:latin typeface="Calibri"/>
              </a:rPr>
              <a:pPr defTabSz="966612">
                <a:defRPr/>
              </a:pPr>
              <a:t>124</a:t>
            </a:fld>
            <a:endParaRPr lang="en-US" dirty="0">
              <a:solidFill>
                <a:prstClr val="black"/>
              </a:solidFill>
              <a:latin typeface="Calibri"/>
            </a:endParaRPr>
          </a:p>
        </p:txBody>
      </p:sp>
    </p:spTree>
    <p:extLst>
      <p:ext uri="{BB962C8B-B14F-4D97-AF65-F5344CB8AC3E}">
        <p14:creationId xmlns:p14="http://schemas.microsoft.com/office/powerpoint/2010/main" val="13680616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defTabSz="966612">
              <a:defRPr/>
            </a:pPr>
            <a:fld id="{8CD4A1DC-1111-4AD5-8D41-B86459B94599}" type="slidenum">
              <a:rPr lang="en-US">
                <a:solidFill>
                  <a:prstClr val="black"/>
                </a:solidFill>
                <a:latin typeface="Calibri"/>
              </a:rPr>
              <a:pPr defTabSz="966612">
                <a:defRPr/>
              </a:pPr>
              <a:t>125</a:t>
            </a:fld>
            <a:endParaRPr lang="en-US" dirty="0">
              <a:solidFill>
                <a:prstClr val="black"/>
              </a:solidFill>
              <a:latin typeface="Calibri"/>
            </a:endParaRPr>
          </a:p>
        </p:txBody>
      </p:sp>
    </p:spTree>
    <p:extLst>
      <p:ext uri="{BB962C8B-B14F-4D97-AF65-F5344CB8AC3E}">
        <p14:creationId xmlns:p14="http://schemas.microsoft.com/office/powerpoint/2010/main" val="15866898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defTabSz="966612">
              <a:defRPr/>
            </a:pPr>
            <a:fld id="{8CD4A1DC-1111-4AD5-8D41-B86459B94599}" type="slidenum">
              <a:rPr lang="en-US">
                <a:solidFill>
                  <a:prstClr val="black"/>
                </a:solidFill>
                <a:latin typeface="Calibri"/>
              </a:rPr>
              <a:pPr defTabSz="966612">
                <a:defRPr/>
              </a:pPr>
              <a:t>126</a:t>
            </a:fld>
            <a:endParaRPr lang="en-US" dirty="0">
              <a:solidFill>
                <a:prstClr val="black"/>
              </a:solidFill>
              <a:latin typeface="Calibri"/>
            </a:endParaRPr>
          </a:p>
        </p:txBody>
      </p:sp>
    </p:spTree>
    <p:extLst>
      <p:ext uri="{BB962C8B-B14F-4D97-AF65-F5344CB8AC3E}">
        <p14:creationId xmlns:p14="http://schemas.microsoft.com/office/powerpoint/2010/main" val="14164734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txBody>
          <a:bodyPr/>
          <a:lstStyle/>
          <a:p>
            <a:endParaRPr lang="en-US" dirty="0"/>
          </a:p>
        </p:txBody>
      </p:sp>
      <p:sp>
        <p:nvSpPr>
          <p:cNvPr id="3" name="Notes Placeholder 2"/>
          <p:cNvSpPr>
            <a:spLocks noGrp="1"/>
          </p:cNvSpPr>
          <p:nvPr>
            <p:ph type="body" idx="1"/>
          </p:nvPr>
        </p:nvSpPr>
        <p:spPr/>
        <p:txBody>
          <a:bodyPr/>
          <a:lstStyle/>
          <a:p>
            <a:pPr defTabSz="966612">
              <a:defRPr/>
            </a:pPr>
            <a:r>
              <a:rPr lang="en-GB" b="1" i="0" u="none" strike="noStrike" baseline="0" dirty="0">
                <a:solidFill>
                  <a:srgbClr val="000000"/>
                </a:solidFill>
              </a:rPr>
              <a:t>End cap</a:t>
            </a:r>
          </a:p>
          <a:p>
            <a:pPr marL="181240" indent="-181240" defTabSz="966612">
              <a:buFont typeface="Arial" panose="020B0604020202020204" pitchFamily="34" charset="0"/>
              <a:buChar char="•"/>
              <a:defRPr/>
            </a:pPr>
            <a:r>
              <a:rPr lang="en-US" i="0" dirty="0"/>
              <a:t>Add/change background image using Design &lt; Format Background</a:t>
            </a:r>
          </a:p>
          <a:p>
            <a:pPr defTabSz="966612">
              <a:defRPr/>
            </a:pPr>
            <a:endParaRPr lang="en-US" dirty="0"/>
          </a:p>
        </p:txBody>
      </p:sp>
      <p:sp>
        <p:nvSpPr>
          <p:cNvPr id="4" name="Slide Number Placeholder 3"/>
          <p:cNvSpPr>
            <a:spLocks noGrp="1"/>
          </p:cNvSpPr>
          <p:nvPr>
            <p:ph type="sldNum" sz="quarter" idx="5"/>
          </p:nvPr>
        </p:nvSpPr>
        <p:spPr/>
        <p:txBody>
          <a:bodyPr/>
          <a:lstStyle/>
          <a:p>
            <a:fld id="{8CD4A1DC-1111-4AD5-8D41-B86459B94599}" type="slidenum">
              <a:rPr lang="en-US" smtClean="0"/>
              <a:pPr/>
              <a:t>127</a:t>
            </a:fld>
            <a:endParaRPr lang="en-US" dirty="0"/>
          </a:p>
        </p:txBody>
      </p:sp>
    </p:spTree>
    <p:extLst>
      <p:ext uri="{BB962C8B-B14F-4D97-AF65-F5344CB8AC3E}">
        <p14:creationId xmlns:p14="http://schemas.microsoft.com/office/powerpoint/2010/main" val="3244556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3.xml"/></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4.xml"/></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5.xml"/></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nimated Short Defini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2656A7-A260-C76B-EBC6-E887D3C5C1D7}"/>
              </a:ext>
            </a:extLst>
          </p:cNvPr>
          <p:cNvSpPr/>
          <p:nvPr userDrawn="1"/>
        </p:nvSpPr>
        <p:spPr>
          <a:xfrm>
            <a:off x="1" y="0"/>
            <a:ext cx="8824185" cy="5143500"/>
          </a:xfrm>
          <a:prstGeom prst="rect">
            <a:avLst/>
          </a:prstGeom>
          <a:solidFill>
            <a:srgbClr val="08526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7" name="Rectangle 6">
            <a:extLst>
              <a:ext uri="{FF2B5EF4-FFF2-40B4-BE49-F238E27FC236}">
                <a16:creationId xmlns:a16="http://schemas.microsoft.com/office/drawing/2014/main" id="{FBC5C262-0E6F-C001-3AEE-0992BDD53848}"/>
              </a:ext>
            </a:extLst>
          </p:cNvPr>
          <p:cNvSpPr>
            <a:spLocks noGrp="1" noRot="1" noMove="1" noResize="1" noEditPoints="1" noAdjustHandles="1" noChangeArrowheads="1" noChangeShapeType="1"/>
          </p:cNvSpPr>
          <p:nvPr userDrawn="1"/>
        </p:nvSpPr>
        <p:spPr>
          <a:xfrm>
            <a:off x="1" y="1299123"/>
            <a:ext cx="8824185" cy="2743201"/>
          </a:xfrm>
          <a:prstGeom prst="rect">
            <a:avLst/>
          </a:prstGeom>
          <a:gradFill>
            <a:gsLst>
              <a:gs pos="2000">
                <a:schemeClr val="bg1">
                  <a:alpha val="0"/>
                </a:schemeClr>
              </a:gs>
              <a:gs pos="51000">
                <a:schemeClr val="bg1"/>
              </a:gs>
              <a:gs pos="96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5" name="Rectangle 4">
            <a:extLst>
              <a:ext uri="{FF2B5EF4-FFF2-40B4-BE49-F238E27FC236}">
                <a16:creationId xmlns:a16="http://schemas.microsoft.com/office/drawing/2014/main" id="{6D7B3CE7-AE1B-B8F3-F244-47CC043355FD}"/>
              </a:ext>
            </a:extLst>
          </p:cNvPr>
          <p:cNvSpPr>
            <a:spLocks noGrp="1" noRot="1" noMove="1" noResize="1" noEditPoints="1" noAdjustHandles="1" noChangeArrowheads="1" noChangeShapeType="1"/>
          </p:cNvSpPr>
          <p:nvPr userDrawn="1"/>
        </p:nvSpPr>
        <p:spPr>
          <a:xfrm>
            <a:off x="-1" y="1839816"/>
            <a:ext cx="8824185" cy="1597446"/>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4EDF3DC9-0C36-91CC-9A1D-F45B5D5ACE87}"/>
              </a:ext>
            </a:extLst>
          </p:cNvPr>
          <p:cNvSpPr>
            <a:spLocks noGrp="1"/>
          </p:cNvSpPr>
          <p:nvPr>
            <p:ph type="title" hasCustomPrompt="1"/>
          </p:nvPr>
        </p:nvSpPr>
        <p:spPr>
          <a:xfrm>
            <a:off x="308317" y="2049137"/>
            <a:ext cx="8229755" cy="378062"/>
          </a:xfrm>
        </p:spPr>
        <p:txBody>
          <a:bodyPr/>
          <a:lstStyle>
            <a:lvl1pPr algn="ctr">
              <a:defRPr sz="2200" b="1" i="0">
                <a:solidFill>
                  <a:schemeClr val="bg2">
                    <a:lumMod val="75000"/>
                  </a:schemeClr>
                </a:solidFill>
                <a:latin typeface="Verdana" panose="020B0604030504040204" pitchFamily="34" charset="0"/>
                <a:ea typeface="Verdana" panose="020B0604030504040204" pitchFamily="34" charset="0"/>
                <a:cs typeface="Arial" panose="020B0604020202020204" pitchFamily="34" charset="0"/>
              </a:defRPr>
            </a:lvl1pPr>
          </a:lstStyle>
          <a:p>
            <a:r>
              <a:rPr lang="en-US" dirty="0"/>
              <a:t>Term:</a:t>
            </a:r>
          </a:p>
        </p:txBody>
      </p:sp>
      <p:sp>
        <p:nvSpPr>
          <p:cNvPr id="4" name="Text Placeholder 3">
            <a:extLst>
              <a:ext uri="{FF2B5EF4-FFF2-40B4-BE49-F238E27FC236}">
                <a16:creationId xmlns:a16="http://schemas.microsoft.com/office/drawing/2014/main" id="{812E067E-E09B-0C00-09DA-CFF6D54539BE}"/>
              </a:ext>
            </a:extLst>
          </p:cNvPr>
          <p:cNvSpPr>
            <a:spLocks noGrp="1"/>
          </p:cNvSpPr>
          <p:nvPr>
            <p:ph type="body" sz="quarter" idx="10" hasCustomPrompt="1"/>
          </p:nvPr>
        </p:nvSpPr>
        <p:spPr>
          <a:xfrm>
            <a:off x="300037" y="2555912"/>
            <a:ext cx="8249051" cy="677940"/>
          </a:xfrm>
          <a:prstGeom prst="rect">
            <a:avLst/>
          </a:prstGeom>
        </p:spPr>
        <p:txBody>
          <a:bodyPr lIns="0" tIns="0" rIns="0" bIns="0" anchor="ctr"/>
          <a:lstStyle>
            <a:lvl1pPr marL="0" indent="0" algn="ctr">
              <a:lnSpc>
                <a:spcPct val="110000"/>
              </a:lnSpc>
              <a:spcBef>
                <a:spcPts val="0"/>
              </a:spcBef>
              <a:buFontTx/>
              <a:buNone/>
              <a:defRPr sz="1600">
                <a:latin typeface="Verdana" panose="020B0604030504040204" pitchFamily="34" charset="0"/>
              </a:defRPr>
            </a:lvl1pPr>
            <a:lvl2pPr marL="342883" indent="0">
              <a:lnSpc>
                <a:spcPct val="100000"/>
              </a:lnSpc>
              <a:buFontTx/>
              <a:buNone/>
              <a:defRPr/>
            </a:lvl2pPr>
            <a:lvl3pPr marL="685765" indent="0">
              <a:lnSpc>
                <a:spcPct val="100000"/>
              </a:lnSpc>
              <a:buFontTx/>
              <a:buNone/>
              <a:defRPr/>
            </a:lvl3pPr>
            <a:lvl4pPr marL="1028648" indent="0">
              <a:lnSpc>
                <a:spcPct val="100000"/>
              </a:lnSpc>
              <a:buFontTx/>
              <a:buNone/>
              <a:defRPr/>
            </a:lvl4pPr>
            <a:lvl5pPr marL="1371532" indent="0">
              <a:lnSpc>
                <a:spcPct val="100000"/>
              </a:lnSpc>
              <a:buFontTx/>
              <a:buNone/>
              <a:defRPr/>
            </a:lvl5pPr>
          </a:lstStyle>
          <a:p>
            <a:pPr lvl="0"/>
            <a:r>
              <a:rPr lang="en-US" dirty="0"/>
              <a:t>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a:t>
            </a:r>
          </a:p>
        </p:txBody>
      </p:sp>
    </p:spTree>
    <p:extLst>
      <p:ext uri="{BB962C8B-B14F-4D97-AF65-F5344CB8AC3E}">
        <p14:creationId xmlns:p14="http://schemas.microsoft.com/office/powerpoint/2010/main" val="261736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P spid="2"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nimated Long Definition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11B2B4-57BA-DF98-486D-5EA91BE143D5}"/>
              </a:ext>
            </a:extLst>
          </p:cNvPr>
          <p:cNvSpPr/>
          <p:nvPr userDrawn="1"/>
        </p:nvSpPr>
        <p:spPr>
          <a:xfrm>
            <a:off x="-1" y="0"/>
            <a:ext cx="8819681" cy="5143500"/>
          </a:xfrm>
          <a:prstGeom prst="rect">
            <a:avLst/>
          </a:prstGeom>
          <a:solidFill>
            <a:schemeClr val="tx1">
              <a:alpha val="626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31BF9C59-8280-ADBF-5B0C-0FABB305BC77}"/>
              </a:ext>
            </a:extLst>
          </p:cNvPr>
          <p:cNvSpPr>
            <a:spLocks noGrp="1"/>
          </p:cNvSpPr>
          <p:nvPr>
            <p:ph type="title" hasCustomPrompt="1"/>
          </p:nvPr>
        </p:nvSpPr>
        <p:spPr>
          <a:xfrm>
            <a:off x="308317" y="1557796"/>
            <a:ext cx="8229755" cy="378062"/>
          </a:xfrm>
        </p:spPr>
        <p:txBody>
          <a:bodyPr/>
          <a:lstStyle>
            <a:lvl1pPr algn="ctr">
              <a:defRPr sz="2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Term:</a:t>
            </a:r>
          </a:p>
        </p:txBody>
      </p:sp>
      <p:sp>
        <p:nvSpPr>
          <p:cNvPr id="3" name="Text Placeholder 3">
            <a:extLst>
              <a:ext uri="{FF2B5EF4-FFF2-40B4-BE49-F238E27FC236}">
                <a16:creationId xmlns:a16="http://schemas.microsoft.com/office/drawing/2014/main" id="{CE63DDA6-F463-E69E-587E-03E4B49DB7EC}"/>
              </a:ext>
            </a:extLst>
          </p:cNvPr>
          <p:cNvSpPr>
            <a:spLocks noGrp="1"/>
          </p:cNvSpPr>
          <p:nvPr>
            <p:ph type="body" sz="quarter" idx="10" hasCustomPrompt="1"/>
          </p:nvPr>
        </p:nvSpPr>
        <p:spPr>
          <a:xfrm>
            <a:off x="1126671" y="2129886"/>
            <a:ext cx="6727372" cy="2194219"/>
          </a:xfrm>
          <a:prstGeom prst="rect">
            <a:avLst/>
          </a:prstGeom>
        </p:spPr>
        <p:txBody>
          <a:bodyPr lIns="0" tIns="0" rIns="0" bIns="0" anchor="t"/>
          <a:lstStyle>
            <a:lvl1pPr marL="0" indent="0" algn="ctr">
              <a:lnSpc>
                <a:spcPct val="110000"/>
              </a:lnSpc>
              <a:spcBef>
                <a:spcPts val="0"/>
              </a:spcBef>
              <a:spcAft>
                <a:spcPts val="900"/>
              </a:spcAft>
              <a:buFontTx/>
              <a:buNone/>
              <a:defRPr sz="1400">
                <a:solidFill>
                  <a:schemeClr val="bg1"/>
                </a:solidFill>
                <a:latin typeface="Verdana" panose="020B0604030504040204" pitchFamily="34" charset="0"/>
              </a:defRPr>
            </a:lvl1pPr>
            <a:lvl2pPr marL="342883" indent="0">
              <a:lnSpc>
                <a:spcPct val="100000"/>
              </a:lnSpc>
              <a:buFontTx/>
              <a:buNone/>
              <a:defRPr/>
            </a:lvl2pPr>
            <a:lvl3pPr marL="685765" indent="0">
              <a:lnSpc>
                <a:spcPct val="100000"/>
              </a:lnSpc>
              <a:buFontTx/>
              <a:buNone/>
              <a:defRPr/>
            </a:lvl3pPr>
            <a:lvl4pPr marL="1028648" indent="0">
              <a:lnSpc>
                <a:spcPct val="100000"/>
              </a:lnSpc>
              <a:buFontTx/>
              <a:buNone/>
              <a:defRPr/>
            </a:lvl4pPr>
            <a:lvl5pPr marL="1371532" indent="0">
              <a:lnSpc>
                <a:spcPct val="100000"/>
              </a:lnSpc>
              <a:buFontTx/>
              <a:buNone/>
              <a:defRPr/>
            </a:lvl5pPr>
          </a:lstStyle>
          <a:p>
            <a:pPr lvl="0"/>
            <a:r>
              <a:rPr lang="en-US" dirty="0"/>
              <a:t>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a:t>
            </a:r>
          </a:p>
          <a:p>
            <a:pPr lvl="0"/>
            <a:endParaRPr lang="en-US" dirty="0"/>
          </a:p>
          <a:p>
            <a:pPr lvl="0"/>
            <a:endParaRPr lang="en-US" dirty="0"/>
          </a:p>
        </p:txBody>
      </p:sp>
    </p:spTree>
    <p:extLst>
      <p:ext uri="{BB962C8B-B14F-4D97-AF65-F5344CB8AC3E}">
        <p14:creationId xmlns:p14="http://schemas.microsoft.com/office/powerpoint/2010/main" val="650340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Lst>
      </p:bldP>
    </p:bldLst>
  </p:timing>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nimated Long Definition 2">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38BF9334-3149-011D-1790-48F0040EEA74}"/>
              </a:ext>
            </a:extLst>
          </p:cNvPr>
          <p:cNvSpPr>
            <a:spLocks noGrp="1" noRot="1" noMove="1" noResize="1" noEditPoints="1" noAdjustHandles="1" noChangeArrowheads="1" noChangeShapeType="1"/>
          </p:cNvSpPr>
          <p:nvPr>
            <p:ph type="pic" sz="quarter" idx="11"/>
          </p:nvPr>
        </p:nvSpPr>
        <p:spPr>
          <a:xfrm>
            <a:off x="0" y="0"/>
            <a:ext cx="8818384" cy="2441864"/>
          </a:xfrm>
          <a:prstGeom prst="rect">
            <a:avLst/>
          </a:prstGeom>
          <a:ln>
            <a:noFill/>
          </a:ln>
        </p:spPr>
        <p:txBody>
          <a:bodyPr/>
          <a:lstStyle>
            <a:lvl1pPr marL="0" indent="0">
              <a:buFontTx/>
              <a:buNone/>
              <a:defRPr>
                <a:latin typeface="Verdana" panose="020B0604030504040204" pitchFamily="34" charset="0"/>
              </a:defRPr>
            </a:lvl1pPr>
          </a:lstStyle>
          <a:p>
            <a:endParaRPr lang="en-US" dirty="0"/>
          </a:p>
        </p:txBody>
      </p:sp>
      <p:sp>
        <p:nvSpPr>
          <p:cNvPr id="3" name="Rectangle 2">
            <a:extLst>
              <a:ext uri="{FF2B5EF4-FFF2-40B4-BE49-F238E27FC236}">
                <a16:creationId xmlns:a16="http://schemas.microsoft.com/office/drawing/2014/main" id="{09ECC8D9-184D-5852-CDC8-10AEDA0FE2FE}"/>
              </a:ext>
            </a:extLst>
          </p:cNvPr>
          <p:cNvSpPr>
            <a:spLocks/>
          </p:cNvSpPr>
          <p:nvPr userDrawn="1"/>
        </p:nvSpPr>
        <p:spPr>
          <a:xfrm>
            <a:off x="-1" y="2438400"/>
            <a:ext cx="8823961" cy="2705100"/>
          </a:xfrm>
          <a:prstGeom prst="rect">
            <a:avLst/>
          </a:prstGeom>
          <a:solidFill>
            <a:srgbClr val="242F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6" name="Rectangle 5">
            <a:extLst>
              <a:ext uri="{FF2B5EF4-FFF2-40B4-BE49-F238E27FC236}">
                <a16:creationId xmlns:a16="http://schemas.microsoft.com/office/drawing/2014/main" id="{F24A3482-8DFE-ADAA-B039-A45476B686F9}"/>
              </a:ext>
            </a:extLst>
          </p:cNvPr>
          <p:cNvSpPr>
            <a:spLocks noGrp="1" noRot="1" noMove="1" noResize="1" noEditPoints="1" noAdjustHandles="1" noChangeArrowheads="1" noChangeShapeType="1"/>
          </p:cNvSpPr>
          <p:nvPr userDrawn="1"/>
        </p:nvSpPr>
        <p:spPr>
          <a:xfrm rot="16200000" flipH="1">
            <a:off x="4047607" y="-1731013"/>
            <a:ext cx="596904" cy="8935731"/>
          </a:xfrm>
          <a:prstGeom prst="rect">
            <a:avLst/>
          </a:prstGeom>
          <a:gradFill>
            <a:gsLst>
              <a:gs pos="0">
                <a:schemeClr val="bg2">
                  <a:lumMod val="75000"/>
                  <a:alpha val="0"/>
                </a:schemeClr>
              </a:gs>
              <a:gs pos="52000">
                <a:schemeClr val="bg2">
                  <a:lumMod val="75000"/>
                </a:schemeClr>
              </a:gs>
              <a:gs pos="80000">
                <a:srgbClr val="0E98C0">
                  <a:alpha val="49422"/>
                </a:srgbClr>
              </a:gs>
              <a:gs pos="22000">
                <a:srgbClr val="0E98C0">
                  <a:alpha val="51343"/>
                </a:srgbClr>
              </a:gs>
              <a:gs pos="99000">
                <a:schemeClr val="bg2">
                  <a:lumMod val="75000"/>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4" name="Title 1">
            <a:extLst>
              <a:ext uri="{FF2B5EF4-FFF2-40B4-BE49-F238E27FC236}">
                <a16:creationId xmlns:a16="http://schemas.microsoft.com/office/drawing/2014/main" id="{12535455-4C7A-2EB2-4DCC-44C1C98536C0}"/>
              </a:ext>
            </a:extLst>
          </p:cNvPr>
          <p:cNvSpPr>
            <a:spLocks noGrp="1"/>
          </p:cNvSpPr>
          <p:nvPr>
            <p:ph type="title" hasCustomPrompt="1"/>
          </p:nvPr>
        </p:nvSpPr>
        <p:spPr>
          <a:xfrm>
            <a:off x="308317" y="2535695"/>
            <a:ext cx="8229755" cy="378062"/>
          </a:xfrm>
        </p:spPr>
        <p:txBody>
          <a:bodyPr/>
          <a:lstStyle>
            <a:lvl1pPr algn="ctr">
              <a:defRPr sz="2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Term/Header:</a:t>
            </a:r>
          </a:p>
        </p:txBody>
      </p:sp>
      <p:sp>
        <p:nvSpPr>
          <p:cNvPr id="5" name="Text Placeholder 3">
            <a:extLst>
              <a:ext uri="{FF2B5EF4-FFF2-40B4-BE49-F238E27FC236}">
                <a16:creationId xmlns:a16="http://schemas.microsoft.com/office/drawing/2014/main" id="{85D3BE7B-F3C8-B38D-BFE6-882BA14F0C18}"/>
              </a:ext>
            </a:extLst>
          </p:cNvPr>
          <p:cNvSpPr>
            <a:spLocks noGrp="1"/>
          </p:cNvSpPr>
          <p:nvPr>
            <p:ph type="body" sz="quarter" idx="10" hasCustomPrompt="1"/>
          </p:nvPr>
        </p:nvSpPr>
        <p:spPr>
          <a:xfrm>
            <a:off x="342900" y="3217762"/>
            <a:ext cx="8153400" cy="1608238"/>
          </a:xfrm>
          <a:prstGeom prst="rect">
            <a:avLst/>
          </a:prstGeom>
        </p:spPr>
        <p:txBody>
          <a:bodyPr lIns="0" tIns="0" rIns="0" bIns="0" anchor="t"/>
          <a:lstStyle>
            <a:lvl1pPr marL="0" indent="0" algn="ctr">
              <a:lnSpc>
                <a:spcPct val="110000"/>
              </a:lnSpc>
              <a:spcBef>
                <a:spcPts val="0"/>
              </a:spcBef>
              <a:spcAft>
                <a:spcPts val="900"/>
              </a:spcAft>
              <a:buFontTx/>
              <a:buNone/>
              <a:defRPr sz="1400">
                <a:solidFill>
                  <a:schemeClr val="bg1"/>
                </a:solidFill>
                <a:latin typeface="Verdana" panose="020B0604030504040204" pitchFamily="34" charset="0"/>
              </a:defRPr>
            </a:lvl1pPr>
            <a:lvl2pPr marL="342883" indent="0">
              <a:lnSpc>
                <a:spcPct val="100000"/>
              </a:lnSpc>
              <a:buFontTx/>
              <a:buNone/>
              <a:defRPr/>
            </a:lvl2pPr>
            <a:lvl3pPr marL="685765" indent="0">
              <a:lnSpc>
                <a:spcPct val="100000"/>
              </a:lnSpc>
              <a:buFontTx/>
              <a:buNone/>
              <a:defRPr/>
            </a:lvl3pPr>
            <a:lvl4pPr marL="1028648" indent="0">
              <a:lnSpc>
                <a:spcPct val="100000"/>
              </a:lnSpc>
              <a:buFontTx/>
              <a:buNone/>
              <a:defRPr/>
            </a:lvl4pPr>
            <a:lvl5pPr marL="1371532" indent="0">
              <a:lnSpc>
                <a:spcPct val="100000"/>
              </a:lnSpc>
              <a:buFontTx/>
              <a:buNone/>
              <a:defRPr/>
            </a:lvl5pPr>
          </a:lstStyle>
          <a:p>
            <a:pPr lvl="0"/>
            <a:r>
              <a:rPr lang="en-US" dirty="0"/>
              <a:t>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a:t>
            </a:r>
          </a:p>
          <a:p>
            <a:pPr lvl="0"/>
            <a:endParaRPr lang="en-US" dirty="0"/>
          </a:p>
          <a:p>
            <a:pPr lvl="0"/>
            <a:endParaRPr lang="en-US" dirty="0"/>
          </a:p>
        </p:txBody>
      </p:sp>
    </p:spTree>
    <p:extLst>
      <p:ext uri="{BB962C8B-B14F-4D97-AF65-F5344CB8AC3E}">
        <p14:creationId xmlns:p14="http://schemas.microsoft.com/office/powerpoint/2010/main" val="346762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animBg="1"/>
      <p:bldP spid="6" grpId="0" animBg="1"/>
      <p:bldP spid="4" grpId="0"/>
      <p:bldP spid="5" grpId="0">
        <p:tmplLst>
          <p:tmpl>
            <p:tnLst>
              <p:par>
                <p:cTn presetID="10" presetClass="entr" presetSubtype="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nimated Long Definitio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ECC8D9-184D-5852-CDC8-10AEDA0FE2FE}"/>
              </a:ext>
            </a:extLst>
          </p:cNvPr>
          <p:cNvSpPr>
            <a:spLocks/>
          </p:cNvSpPr>
          <p:nvPr userDrawn="1"/>
        </p:nvSpPr>
        <p:spPr>
          <a:xfrm>
            <a:off x="-1" y="3251200"/>
            <a:ext cx="8823961" cy="1892300"/>
          </a:xfrm>
          <a:prstGeom prst="rect">
            <a:avLst/>
          </a:prstGeom>
          <a:solidFill>
            <a:srgbClr val="242F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6" name="Rectangle 5">
            <a:extLst>
              <a:ext uri="{FF2B5EF4-FFF2-40B4-BE49-F238E27FC236}">
                <a16:creationId xmlns:a16="http://schemas.microsoft.com/office/drawing/2014/main" id="{F24A3482-8DFE-ADAA-B039-A45476B686F9}"/>
              </a:ext>
            </a:extLst>
          </p:cNvPr>
          <p:cNvSpPr>
            <a:spLocks/>
          </p:cNvSpPr>
          <p:nvPr userDrawn="1"/>
        </p:nvSpPr>
        <p:spPr>
          <a:xfrm rot="16200000" flipH="1">
            <a:off x="4041260" y="-911864"/>
            <a:ext cx="609602" cy="8935731"/>
          </a:xfrm>
          <a:prstGeom prst="rect">
            <a:avLst/>
          </a:prstGeom>
          <a:gradFill>
            <a:gsLst>
              <a:gs pos="0">
                <a:schemeClr val="bg2">
                  <a:lumMod val="75000"/>
                  <a:alpha val="0"/>
                </a:schemeClr>
              </a:gs>
              <a:gs pos="52000">
                <a:schemeClr val="bg2">
                  <a:lumMod val="75000"/>
                </a:schemeClr>
              </a:gs>
              <a:gs pos="80000">
                <a:srgbClr val="0E98C0">
                  <a:alpha val="49422"/>
                </a:srgbClr>
              </a:gs>
              <a:gs pos="22000">
                <a:srgbClr val="0E98C0">
                  <a:alpha val="51343"/>
                </a:srgbClr>
              </a:gs>
              <a:gs pos="99000">
                <a:schemeClr val="bg2">
                  <a:lumMod val="75000"/>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4" name="Title 1">
            <a:extLst>
              <a:ext uri="{FF2B5EF4-FFF2-40B4-BE49-F238E27FC236}">
                <a16:creationId xmlns:a16="http://schemas.microsoft.com/office/drawing/2014/main" id="{12535455-4C7A-2EB2-4DCC-44C1C98536C0}"/>
              </a:ext>
            </a:extLst>
          </p:cNvPr>
          <p:cNvSpPr>
            <a:spLocks noGrp="1"/>
          </p:cNvSpPr>
          <p:nvPr>
            <p:ph type="title" hasCustomPrompt="1"/>
          </p:nvPr>
        </p:nvSpPr>
        <p:spPr>
          <a:xfrm>
            <a:off x="308317" y="3348495"/>
            <a:ext cx="8229755" cy="378062"/>
          </a:xfrm>
        </p:spPr>
        <p:txBody>
          <a:bodyPr/>
          <a:lstStyle>
            <a:lvl1pPr algn="ctr">
              <a:defRPr sz="2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Term/Header:</a:t>
            </a:r>
          </a:p>
        </p:txBody>
      </p:sp>
      <p:sp>
        <p:nvSpPr>
          <p:cNvPr id="5" name="Text Placeholder 3">
            <a:extLst>
              <a:ext uri="{FF2B5EF4-FFF2-40B4-BE49-F238E27FC236}">
                <a16:creationId xmlns:a16="http://schemas.microsoft.com/office/drawing/2014/main" id="{85D3BE7B-F3C8-B38D-BFE6-882BA14F0C18}"/>
              </a:ext>
            </a:extLst>
          </p:cNvPr>
          <p:cNvSpPr>
            <a:spLocks noGrp="1"/>
          </p:cNvSpPr>
          <p:nvPr>
            <p:ph type="body" sz="quarter" idx="10" hasCustomPrompt="1"/>
          </p:nvPr>
        </p:nvSpPr>
        <p:spPr>
          <a:xfrm>
            <a:off x="342900" y="4030562"/>
            <a:ext cx="8153400" cy="1608238"/>
          </a:xfrm>
          <a:prstGeom prst="rect">
            <a:avLst/>
          </a:prstGeom>
        </p:spPr>
        <p:txBody>
          <a:bodyPr lIns="0" tIns="0" rIns="0" bIns="0" anchor="t"/>
          <a:lstStyle>
            <a:lvl1pPr marL="0" indent="0" algn="ctr">
              <a:lnSpc>
                <a:spcPct val="110000"/>
              </a:lnSpc>
              <a:spcBef>
                <a:spcPts val="0"/>
              </a:spcBef>
              <a:spcAft>
                <a:spcPts val="900"/>
              </a:spcAft>
              <a:buFontTx/>
              <a:buNone/>
              <a:defRPr sz="1400">
                <a:solidFill>
                  <a:schemeClr val="bg1"/>
                </a:solidFill>
                <a:latin typeface="Verdana" panose="020B0604030504040204" pitchFamily="34" charset="0"/>
              </a:defRPr>
            </a:lvl1pPr>
            <a:lvl2pPr marL="342883" indent="0">
              <a:lnSpc>
                <a:spcPct val="100000"/>
              </a:lnSpc>
              <a:buFontTx/>
              <a:buNone/>
              <a:defRPr/>
            </a:lvl2pPr>
            <a:lvl3pPr marL="685765" indent="0">
              <a:lnSpc>
                <a:spcPct val="100000"/>
              </a:lnSpc>
              <a:buFontTx/>
              <a:buNone/>
              <a:defRPr/>
            </a:lvl3pPr>
            <a:lvl4pPr marL="1028648" indent="0">
              <a:lnSpc>
                <a:spcPct val="100000"/>
              </a:lnSpc>
              <a:buFontTx/>
              <a:buNone/>
              <a:defRPr/>
            </a:lvl4pPr>
            <a:lvl5pPr marL="1371532" indent="0">
              <a:lnSpc>
                <a:spcPct val="100000"/>
              </a:lnSpc>
              <a:buFontTx/>
              <a:buNone/>
              <a:defRPr/>
            </a:lvl5pPr>
          </a:lstStyle>
          <a:p>
            <a:pPr lvl="0"/>
            <a:r>
              <a:rPr lang="en-US" dirty="0"/>
              <a:t>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a:t>
            </a:r>
          </a:p>
          <a:p>
            <a:pPr lvl="0"/>
            <a:endParaRPr lang="en-US" dirty="0"/>
          </a:p>
          <a:p>
            <a:pPr lvl="0"/>
            <a:endParaRPr lang="en-US" dirty="0"/>
          </a:p>
        </p:txBody>
      </p:sp>
    </p:spTree>
    <p:extLst>
      <p:ext uri="{BB962C8B-B14F-4D97-AF65-F5344CB8AC3E}">
        <p14:creationId xmlns:p14="http://schemas.microsoft.com/office/powerpoint/2010/main" val="3020052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4" grpId="0"/>
      <p:bldP spid="5" grpId="0">
        <p:tmplLst>
          <p:tmpl>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nimated Long Definition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B5838C-CF48-4147-BCFC-8C9C7330B7F3}"/>
              </a:ext>
            </a:extLst>
          </p:cNvPr>
          <p:cNvSpPr/>
          <p:nvPr userDrawn="1"/>
        </p:nvSpPr>
        <p:spPr>
          <a:xfrm>
            <a:off x="84840" y="84841"/>
            <a:ext cx="8653807" cy="4977354"/>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09ECC8D9-184D-5852-CDC8-10AEDA0FE2FE}"/>
              </a:ext>
            </a:extLst>
          </p:cNvPr>
          <p:cNvSpPr>
            <a:spLocks/>
          </p:cNvSpPr>
          <p:nvPr userDrawn="1"/>
        </p:nvSpPr>
        <p:spPr>
          <a:xfrm>
            <a:off x="-1" y="2827020"/>
            <a:ext cx="8823961" cy="2316480"/>
          </a:xfrm>
          <a:prstGeom prst="rect">
            <a:avLst/>
          </a:prstGeom>
          <a:solidFill>
            <a:srgbClr val="242F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6" name="Rectangle 5">
            <a:extLst>
              <a:ext uri="{FF2B5EF4-FFF2-40B4-BE49-F238E27FC236}">
                <a16:creationId xmlns:a16="http://schemas.microsoft.com/office/drawing/2014/main" id="{F24A3482-8DFE-ADAA-B039-A45476B686F9}"/>
              </a:ext>
            </a:extLst>
          </p:cNvPr>
          <p:cNvSpPr>
            <a:spLocks/>
          </p:cNvSpPr>
          <p:nvPr userDrawn="1"/>
        </p:nvSpPr>
        <p:spPr>
          <a:xfrm rot="16200000" flipH="1">
            <a:off x="4041260" y="-1336044"/>
            <a:ext cx="609602" cy="8935731"/>
          </a:xfrm>
          <a:prstGeom prst="rect">
            <a:avLst/>
          </a:prstGeom>
          <a:gradFill>
            <a:gsLst>
              <a:gs pos="0">
                <a:schemeClr val="bg2">
                  <a:lumMod val="75000"/>
                  <a:alpha val="0"/>
                </a:schemeClr>
              </a:gs>
              <a:gs pos="52000">
                <a:schemeClr val="bg2">
                  <a:lumMod val="75000"/>
                </a:schemeClr>
              </a:gs>
              <a:gs pos="80000">
                <a:srgbClr val="0E98C0">
                  <a:alpha val="49422"/>
                </a:srgbClr>
              </a:gs>
              <a:gs pos="22000">
                <a:srgbClr val="0E98C0">
                  <a:alpha val="51343"/>
                </a:srgbClr>
              </a:gs>
              <a:gs pos="99000">
                <a:schemeClr val="bg2">
                  <a:lumMod val="75000"/>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4" name="Title 1">
            <a:extLst>
              <a:ext uri="{FF2B5EF4-FFF2-40B4-BE49-F238E27FC236}">
                <a16:creationId xmlns:a16="http://schemas.microsoft.com/office/drawing/2014/main" id="{12535455-4C7A-2EB2-4DCC-44C1C98536C0}"/>
              </a:ext>
            </a:extLst>
          </p:cNvPr>
          <p:cNvSpPr>
            <a:spLocks noGrp="1"/>
          </p:cNvSpPr>
          <p:nvPr>
            <p:ph type="title" hasCustomPrompt="1"/>
          </p:nvPr>
        </p:nvSpPr>
        <p:spPr>
          <a:xfrm>
            <a:off x="308317" y="2903995"/>
            <a:ext cx="8229755" cy="378062"/>
          </a:xfrm>
        </p:spPr>
        <p:txBody>
          <a:bodyPr/>
          <a:lstStyle>
            <a:lvl1pPr algn="ctr">
              <a:defRPr sz="2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Term/Header:</a:t>
            </a:r>
          </a:p>
        </p:txBody>
      </p:sp>
      <p:sp>
        <p:nvSpPr>
          <p:cNvPr id="5" name="Text Placeholder 3">
            <a:extLst>
              <a:ext uri="{FF2B5EF4-FFF2-40B4-BE49-F238E27FC236}">
                <a16:creationId xmlns:a16="http://schemas.microsoft.com/office/drawing/2014/main" id="{85D3BE7B-F3C8-B38D-BFE6-882BA14F0C18}"/>
              </a:ext>
            </a:extLst>
          </p:cNvPr>
          <p:cNvSpPr>
            <a:spLocks noGrp="1"/>
          </p:cNvSpPr>
          <p:nvPr>
            <p:ph type="body" sz="quarter" idx="10" hasCustomPrompt="1"/>
          </p:nvPr>
        </p:nvSpPr>
        <p:spPr>
          <a:xfrm>
            <a:off x="342900" y="3535262"/>
            <a:ext cx="8153400" cy="1608238"/>
          </a:xfrm>
          <a:prstGeom prst="rect">
            <a:avLst/>
          </a:prstGeom>
        </p:spPr>
        <p:txBody>
          <a:bodyPr lIns="0" tIns="0" rIns="0" bIns="0" anchor="t"/>
          <a:lstStyle>
            <a:lvl1pPr marL="0" indent="0" algn="ctr">
              <a:lnSpc>
                <a:spcPct val="110000"/>
              </a:lnSpc>
              <a:spcBef>
                <a:spcPts val="0"/>
              </a:spcBef>
              <a:spcAft>
                <a:spcPts val="900"/>
              </a:spcAft>
              <a:buFontTx/>
              <a:buNone/>
              <a:defRPr sz="1400">
                <a:solidFill>
                  <a:schemeClr val="bg1"/>
                </a:solidFill>
                <a:latin typeface="Verdana" panose="020B0604030504040204" pitchFamily="34" charset="0"/>
              </a:defRPr>
            </a:lvl1pPr>
            <a:lvl2pPr marL="342883" indent="0">
              <a:lnSpc>
                <a:spcPct val="100000"/>
              </a:lnSpc>
              <a:buFontTx/>
              <a:buNone/>
              <a:defRPr/>
            </a:lvl2pPr>
            <a:lvl3pPr marL="685765" indent="0">
              <a:lnSpc>
                <a:spcPct val="100000"/>
              </a:lnSpc>
              <a:buFontTx/>
              <a:buNone/>
              <a:defRPr/>
            </a:lvl3pPr>
            <a:lvl4pPr marL="1028648" indent="0">
              <a:lnSpc>
                <a:spcPct val="100000"/>
              </a:lnSpc>
              <a:buFontTx/>
              <a:buNone/>
              <a:defRPr/>
            </a:lvl4pPr>
            <a:lvl5pPr marL="1371532" indent="0">
              <a:lnSpc>
                <a:spcPct val="100000"/>
              </a:lnSpc>
              <a:buFontTx/>
              <a:buNone/>
              <a:defRPr/>
            </a:lvl5pPr>
          </a:lstStyle>
          <a:p>
            <a:pPr lvl="0"/>
            <a:r>
              <a:rPr lang="en-US" dirty="0"/>
              <a:t>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a:t>
            </a:r>
          </a:p>
          <a:p>
            <a:pPr lvl="0"/>
            <a:endParaRPr lang="en-US" dirty="0"/>
          </a:p>
          <a:p>
            <a:pPr lvl="0"/>
            <a:endParaRPr lang="en-US" dirty="0"/>
          </a:p>
        </p:txBody>
      </p:sp>
    </p:spTree>
    <p:extLst>
      <p:ext uri="{BB962C8B-B14F-4D97-AF65-F5344CB8AC3E}">
        <p14:creationId xmlns:p14="http://schemas.microsoft.com/office/powerpoint/2010/main" val="3218213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4" grpId="0"/>
      <p:bldP spid="5" grpId="0">
        <p:tmplLst>
          <p:tmpl>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Animated Long Definition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24BA83-DE0E-03FC-8702-F399D16FA7BE}"/>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09ECC8D9-184D-5852-CDC8-10AEDA0FE2FE}"/>
              </a:ext>
            </a:extLst>
          </p:cNvPr>
          <p:cNvSpPr>
            <a:spLocks/>
          </p:cNvSpPr>
          <p:nvPr userDrawn="1"/>
        </p:nvSpPr>
        <p:spPr>
          <a:xfrm>
            <a:off x="0" y="0"/>
            <a:ext cx="8823961" cy="5143500"/>
          </a:xfrm>
          <a:prstGeom prst="rect">
            <a:avLst/>
          </a:prstGeom>
          <a:solidFill>
            <a:srgbClr val="242F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6" name="Rectangle 5">
            <a:extLst>
              <a:ext uri="{FF2B5EF4-FFF2-40B4-BE49-F238E27FC236}">
                <a16:creationId xmlns:a16="http://schemas.microsoft.com/office/drawing/2014/main" id="{F24A3482-8DFE-ADAA-B039-A45476B686F9}"/>
              </a:ext>
            </a:extLst>
          </p:cNvPr>
          <p:cNvSpPr>
            <a:spLocks/>
          </p:cNvSpPr>
          <p:nvPr userDrawn="1"/>
        </p:nvSpPr>
        <p:spPr>
          <a:xfrm rot="16200000" flipH="1">
            <a:off x="3993363" y="-4115167"/>
            <a:ext cx="705396" cy="8935731"/>
          </a:xfrm>
          <a:prstGeom prst="rect">
            <a:avLst/>
          </a:prstGeom>
          <a:gradFill>
            <a:gsLst>
              <a:gs pos="0">
                <a:schemeClr val="bg2">
                  <a:lumMod val="75000"/>
                  <a:alpha val="0"/>
                </a:schemeClr>
              </a:gs>
              <a:gs pos="52000">
                <a:schemeClr val="bg2">
                  <a:lumMod val="75000"/>
                </a:schemeClr>
              </a:gs>
              <a:gs pos="80000">
                <a:srgbClr val="0E98C0">
                  <a:alpha val="49422"/>
                </a:srgbClr>
              </a:gs>
              <a:gs pos="22000">
                <a:srgbClr val="0E98C0">
                  <a:alpha val="51343"/>
                </a:srgbClr>
              </a:gs>
              <a:gs pos="99000">
                <a:schemeClr val="bg2">
                  <a:lumMod val="75000"/>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4" name="Title 1">
            <a:extLst>
              <a:ext uri="{FF2B5EF4-FFF2-40B4-BE49-F238E27FC236}">
                <a16:creationId xmlns:a16="http://schemas.microsoft.com/office/drawing/2014/main" id="{12535455-4C7A-2EB2-4DCC-44C1C98536C0}"/>
              </a:ext>
            </a:extLst>
          </p:cNvPr>
          <p:cNvSpPr>
            <a:spLocks noGrp="1"/>
          </p:cNvSpPr>
          <p:nvPr>
            <p:ph type="title" hasCustomPrompt="1"/>
          </p:nvPr>
        </p:nvSpPr>
        <p:spPr>
          <a:xfrm>
            <a:off x="308317" y="240987"/>
            <a:ext cx="8229755" cy="378062"/>
          </a:xfrm>
        </p:spPr>
        <p:txBody>
          <a:bodyPr/>
          <a:lstStyle>
            <a:lvl1pPr algn="ctr">
              <a:defRPr sz="2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Term/Header:</a:t>
            </a:r>
          </a:p>
        </p:txBody>
      </p:sp>
      <p:sp>
        <p:nvSpPr>
          <p:cNvPr id="5" name="Text Placeholder 3">
            <a:extLst>
              <a:ext uri="{FF2B5EF4-FFF2-40B4-BE49-F238E27FC236}">
                <a16:creationId xmlns:a16="http://schemas.microsoft.com/office/drawing/2014/main" id="{85D3BE7B-F3C8-B38D-BFE6-882BA14F0C18}"/>
              </a:ext>
            </a:extLst>
          </p:cNvPr>
          <p:cNvSpPr>
            <a:spLocks noGrp="1"/>
          </p:cNvSpPr>
          <p:nvPr>
            <p:ph type="body" sz="quarter" idx="10" hasCustomPrompt="1"/>
          </p:nvPr>
        </p:nvSpPr>
        <p:spPr>
          <a:xfrm>
            <a:off x="342900" y="836022"/>
            <a:ext cx="8153400" cy="1551577"/>
          </a:xfrm>
          <a:prstGeom prst="rect">
            <a:avLst/>
          </a:prstGeom>
        </p:spPr>
        <p:txBody>
          <a:bodyPr lIns="0" tIns="0" rIns="0" bIns="0" anchor="t"/>
          <a:lstStyle>
            <a:lvl1pPr marL="0" indent="0" algn="ctr">
              <a:lnSpc>
                <a:spcPct val="110000"/>
              </a:lnSpc>
              <a:spcBef>
                <a:spcPts val="0"/>
              </a:spcBef>
              <a:spcAft>
                <a:spcPts val="900"/>
              </a:spcAft>
              <a:buFontTx/>
              <a:buNone/>
              <a:defRPr sz="1400">
                <a:solidFill>
                  <a:schemeClr val="bg1"/>
                </a:solidFill>
                <a:latin typeface="Verdana" panose="020B0604030504040204" pitchFamily="34" charset="0"/>
              </a:defRPr>
            </a:lvl1pPr>
            <a:lvl2pPr marL="342883" indent="0">
              <a:lnSpc>
                <a:spcPct val="100000"/>
              </a:lnSpc>
              <a:buFontTx/>
              <a:buNone/>
              <a:defRPr/>
            </a:lvl2pPr>
            <a:lvl3pPr marL="685765" indent="0">
              <a:lnSpc>
                <a:spcPct val="100000"/>
              </a:lnSpc>
              <a:buFontTx/>
              <a:buNone/>
              <a:defRPr/>
            </a:lvl3pPr>
            <a:lvl4pPr marL="1028648" indent="0">
              <a:lnSpc>
                <a:spcPct val="100000"/>
              </a:lnSpc>
              <a:buFontTx/>
              <a:buNone/>
              <a:defRPr/>
            </a:lvl4pPr>
            <a:lvl5pPr marL="1371532" indent="0">
              <a:lnSpc>
                <a:spcPct val="100000"/>
              </a:lnSpc>
              <a:buFontTx/>
              <a:buNone/>
              <a:defRPr/>
            </a:lvl5pPr>
          </a:lstStyle>
          <a:p>
            <a:pPr lvl="0"/>
            <a:r>
              <a:rPr lang="en-US" dirty="0"/>
              <a:t>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a:t>
            </a:r>
          </a:p>
          <a:p>
            <a:pPr lvl="0"/>
            <a:endParaRPr lang="en-US" dirty="0"/>
          </a:p>
          <a:p>
            <a:pPr lvl="0"/>
            <a:endParaRPr lang="en-US" dirty="0"/>
          </a:p>
        </p:txBody>
      </p:sp>
    </p:spTree>
    <p:extLst>
      <p:ext uri="{BB962C8B-B14F-4D97-AF65-F5344CB8AC3E}">
        <p14:creationId xmlns:p14="http://schemas.microsoft.com/office/powerpoint/2010/main" val="221215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4" grpId="0"/>
      <p:bldP spid="5" grpId="0">
        <p:tmplLst>
          <p:tmpl>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nimated floating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C00C96F-9A6E-A023-0A2D-D025DBD74D6D}"/>
              </a:ext>
            </a:extLst>
          </p:cNvPr>
          <p:cNvSpPr>
            <a:spLocks noGrp="1"/>
          </p:cNvSpPr>
          <p:nvPr>
            <p:ph type="pic" sz="quarter" idx="11"/>
          </p:nvPr>
        </p:nvSpPr>
        <p:spPr>
          <a:xfrm>
            <a:off x="-1" y="0"/>
            <a:ext cx="8819147" cy="5143500"/>
          </a:xfrm>
          <a:prstGeom prst="rect">
            <a:avLst/>
          </a:prstGeom>
          <a:ln>
            <a:noFill/>
          </a:ln>
        </p:spPr>
        <p:txBody>
          <a:bodyPr/>
          <a:lstStyle>
            <a:lvl1pPr marL="0" indent="0">
              <a:buFontTx/>
              <a:buNone/>
              <a:defRPr>
                <a:latin typeface="Verdana" panose="020B0604030504040204" pitchFamily="34" charset="0"/>
              </a:defRPr>
            </a:lvl1pPr>
          </a:lstStyle>
          <a:p>
            <a:endParaRPr lang="en-US" dirty="0"/>
          </a:p>
        </p:txBody>
      </p:sp>
      <p:sp>
        <p:nvSpPr>
          <p:cNvPr id="5" name="Text Placeholder 3">
            <a:extLst>
              <a:ext uri="{FF2B5EF4-FFF2-40B4-BE49-F238E27FC236}">
                <a16:creationId xmlns:a16="http://schemas.microsoft.com/office/drawing/2014/main" id="{85D3BE7B-F3C8-B38D-BFE6-882BA14F0C18}"/>
              </a:ext>
            </a:extLst>
          </p:cNvPr>
          <p:cNvSpPr>
            <a:spLocks noGrp="1"/>
          </p:cNvSpPr>
          <p:nvPr>
            <p:ph type="body" sz="quarter" idx="10" hasCustomPrompt="1"/>
          </p:nvPr>
        </p:nvSpPr>
        <p:spPr>
          <a:xfrm>
            <a:off x="342902" y="363562"/>
            <a:ext cx="3587655" cy="2052093"/>
          </a:xfrm>
          <a:prstGeom prst="rect">
            <a:avLst/>
          </a:prstGeom>
        </p:spPr>
        <p:txBody>
          <a:bodyPr lIns="0" tIns="0" rIns="0" bIns="0" anchor="t"/>
          <a:lstStyle>
            <a:lvl1pPr marL="0" indent="0" algn="l">
              <a:lnSpc>
                <a:spcPct val="110000"/>
              </a:lnSpc>
              <a:spcBef>
                <a:spcPts val="0"/>
              </a:spcBef>
              <a:spcAft>
                <a:spcPts val="900"/>
              </a:spcAft>
              <a:buFontTx/>
              <a:buNone/>
              <a:defRPr sz="1400">
                <a:solidFill>
                  <a:schemeClr val="bg1"/>
                </a:solidFill>
                <a:latin typeface="Verdana" panose="020B0604030504040204" pitchFamily="34" charset="0"/>
              </a:defRPr>
            </a:lvl1pPr>
            <a:lvl2pPr marL="342883" indent="0">
              <a:lnSpc>
                <a:spcPct val="100000"/>
              </a:lnSpc>
              <a:buFontTx/>
              <a:buNone/>
              <a:defRPr/>
            </a:lvl2pPr>
            <a:lvl3pPr marL="685765" indent="0">
              <a:lnSpc>
                <a:spcPct val="100000"/>
              </a:lnSpc>
              <a:buFontTx/>
              <a:buNone/>
              <a:defRPr/>
            </a:lvl3pPr>
            <a:lvl4pPr marL="1028648" indent="0">
              <a:lnSpc>
                <a:spcPct val="100000"/>
              </a:lnSpc>
              <a:buFontTx/>
              <a:buNone/>
              <a:defRPr/>
            </a:lvl4pPr>
            <a:lvl5pPr marL="1371532" indent="0">
              <a:lnSpc>
                <a:spcPct val="100000"/>
              </a:lnSpc>
              <a:buFontTx/>
              <a:buNone/>
              <a:defRPr/>
            </a:lvl5pPr>
          </a:lstStyle>
          <a:p>
            <a:pPr lvl="0"/>
            <a:r>
              <a:rPr lang="en-US" dirty="0"/>
              <a:t>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a:t>
            </a:r>
          </a:p>
          <a:p>
            <a:pPr lvl="0"/>
            <a:endParaRPr lang="en-US" dirty="0"/>
          </a:p>
        </p:txBody>
      </p:sp>
    </p:spTree>
    <p:extLst>
      <p:ext uri="{BB962C8B-B14F-4D97-AF65-F5344CB8AC3E}">
        <p14:creationId xmlns:p14="http://schemas.microsoft.com/office/powerpoint/2010/main" val="174145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par>
                                <p:cTn id="8" presetID="6" presetClass="emph" presetSubtype="0" fill="hold" grpId="0" nodeType="withEffect" nodePh="1">
                                  <p:stCondLst>
                                    <p:cond delay="0"/>
                                  </p:stCondLst>
                                  <p:endCondLst>
                                    <p:cond evt="begin" delay="0">
                                      <p:tn val="8"/>
                                    </p:cond>
                                  </p:endCondLst>
                                  <p:childTnLst>
                                    <p:animScale>
                                      <p:cBhvr>
                                        <p:cTn id="9" dur="5000"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urse Header">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F46756-4305-C0B1-684F-C36DE6668DD1}"/>
              </a:ext>
            </a:extLst>
          </p:cNvPr>
          <p:cNvSpPr>
            <a:spLocks/>
          </p:cNvSpPr>
          <p:nvPr userDrawn="1"/>
        </p:nvSpPr>
        <p:spPr>
          <a:xfrm>
            <a:off x="0" y="0"/>
            <a:ext cx="9144000" cy="51435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7" name="Picture Placeholder 10">
            <a:extLst>
              <a:ext uri="{FF2B5EF4-FFF2-40B4-BE49-F238E27FC236}">
                <a16:creationId xmlns:a16="http://schemas.microsoft.com/office/drawing/2014/main" id="{85F41EA2-740E-4B86-A3ED-25E1EA27205B}"/>
              </a:ext>
            </a:extLst>
          </p:cNvPr>
          <p:cNvSpPr>
            <a:spLocks noGrp="1"/>
          </p:cNvSpPr>
          <p:nvPr>
            <p:ph type="pic" sz="quarter" idx="12"/>
          </p:nvPr>
        </p:nvSpPr>
        <p:spPr>
          <a:xfrm>
            <a:off x="0" y="0"/>
            <a:ext cx="9144000" cy="5143500"/>
          </a:xfrm>
          <a:prstGeom prst="rect">
            <a:avLst/>
          </a:prstGeom>
        </p:spPr>
        <p:txBody>
          <a:bodyPr/>
          <a:lstStyle>
            <a:lvl1pPr marL="0" indent="0">
              <a:buFontTx/>
              <a:buNone/>
              <a:defRPr>
                <a:latin typeface="Verdana" panose="020B0604030504040204" pitchFamily="34" charset="0"/>
              </a:defRPr>
            </a:lvl1pPr>
          </a:lstStyle>
          <a:p>
            <a:endParaRPr lang="en-US" dirty="0"/>
          </a:p>
        </p:txBody>
      </p:sp>
      <p:sp>
        <p:nvSpPr>
          <p:cNvPr id="3" name="Title 1">
            <a:extLst>
              <a:ext uri="{FF2B5EF4-FFF2-40B4-BE49-F238E27FC236}">
                <a16:creationId xmlns:a16="http://schemas.microsoft.com/office/drawing/2014/main" id="{96440E9F-4DCF-CF5D-C18F-A3E24873F5B1}"/>
              </a:ext>
            </a:extLst>
          </p:cNvPr>
          <p:cNvSpPr>
            <a:spLocks noGrp="1"/>
          </p:cNvSpPr>
          <p:nvPr>
            <p:ph type="title" hasCustomPrompt="1"/>
          </p:nvPr>
        </p:nvSpPr>
        <p:spPr>
          <a:xfrm>
            <a:off x="607219" y="3983702"/>
            <a:ext cx="7886700" cy="557214"/>
          </a:xfrm>
          <a:prstGeom prst="rect">
            <a:avLst/>
          </a:prstGeom>
        </p:spPr>
        <p:txBody>
          <a:bodyPr lIns="0" tIns="0" rIns="0" bIns="0" anchor="ctr"/>
          <a:lstStyle>
            <a:lvl1pPr algn="ctr">
              <a:defRPr sz="3000" b="0" i="0">
                <a:solidFill>
                  <a:schemeClr val="bg1"/>
                </a:solidFill>
                <a:latin typeface="Verdana" panose="020B0604030504040204" pitchFamily="34" charset="0"/>
              </a:defRPr>
            </a:lvl1pPr>
          </a:lstStyle>
          <a:p>
            <a:r>
              <a:rPr lang="en-US" dirty="0"/>
              <a:t>Course name</a:t>
            </a:r>
          </a:p>
        </p:txBody>
      </p:sp>
      <p:sp>
        <p:nvSpPr>
          <p:cNvPr id="5" name="Text Placeholder 5">
            <a:extLst>
              <a:ext uri="{FF2B5EF4-FFF2-40B4-BE49-F238E27FC236}">
                <a16:creationId xmlns:a16="http://schemas.microsoft.com/office/drawing/2014/main" id="{D648B284-C176-B8FD-B9C9-14E516274891}"/>
              </a:ext>
            </a:extLst>
          </p:cNvPr>
          <p:cNvSpPr>
            <a:spLocks noGrp="1"/>
          </p:cNvSpPr>
          <p:nvPr>
            <p:ph type="body" sz="quarter" idx="11" hasCustomPrompt="1"/>
          </p:nvPr>
        </p:nvSpPr>
        <p:spPr>
          <a:xfrm>
            <a:off x="608014" y="4541310"/>
            <a:ext cx="7886700" cy="295275"/>
          </a:xfrm>
          <a:prstGeom prst="rect">
            <a:avLst/>
          </a:prstGeom>
        </p:spPr>
        <p:txBody>
          <a:bodyPr lIns="0" tIns="0" rIns="0" bIns="0" anchor="ctr"/>
          <a:lstStyle>
            <a:lvl1pPr marL="0" indent="0" algn="ctr">
              <a:spcBef>
                <a:spcPts val="0"/>
              </a:spcBef>
              <a:buNone/>
              <a:defRPr sz="1600" b="0" i="0" baseline="0">
                <a:solidFill>
                  <a:schemeClr val="bg1"/>
                </a:solidFill>
                <a:latin typeface="Arial" panose="020B0604020202020204" pitchFamily="34" charset="0"/>
                <a:ea typeface="Verdana" panose="020B0604030504040204" pitchFamily="34" charset="0"/>
                <a:cs typeface="Arial" panose="020B0604020202020204" pitchFamily="34" charset="0"/>
              </a:defRPr>
            </a:lvl1pPr>
          </a:lstStyle>
          <a:p>
            <a:r>
              <a:rPr lang="en-US" dirty="0">
                <a:latin typeface="Verdana" panose="020B0604030504040204" pitchFamily="34" charset="0"/>
                <a:ea typeface="Verdana" panose="020B0604030504040204" pitchFamily="34" charset="0"/>
                <a:cs typeface="Verdana" panose="020B0604030504040204" pitchFamily="34" charset="0"/>
              </a:rPr>
              <a:t>Course number/Teacher name</a:t>
            </a:r>
          </a:p>
        </p:txBody>
      </p:sp>
    </p:spTree>
    <p:extLst>
      <p:ext uri="{BB962C8B-B14F-4D97-AF65-F5344CB8AC3E}">
        <p14:creationId xmlns:p14="http://schemas.microsoft.com/office/powerpoint/2010/main" val="2542057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Module/Section Header ">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BED7C9-BD62-A60F-008A-D2858CB2CD1F}"/>
              </a:ext>
            </a:extLst>
          </p:cNvPr>
          <p:cNvSpPr>
            <a:spLocks noGrp="1" noRot="1" noMove="1" noResize="1" noEditPoints="1" noAdjustHandles="1" noChangeArrowheads="1" noChangeShapeType="1"/>
          </p:cNvSpPr>
          <p:nvPr userDrawn="1"/>
        </p:nvSpPr>
        <p:spPr>
          <a:xfrm>
            <a:off x="0" y="0"/>
            <a:ext cx="9144000" cy="51435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11" name="Picture Placeholder 10">
            <a:extLst>
              <a:ext uri="{FF2B5EF4-FFF2-40B4-BE49-F238E27FC236}">
                <a16:creationId xmlns:a16="http://schemas.microsoft.com/office/drawing/2014/main" id="{3454D70F-6A07-9564-07CA-4C2921D825A4}"/>
              </a:ext>
            </a:extLst>
          </p:cNvPr>
          <p:cNvSpPr>
            <a:spLocks noGrp="1"/>
          </p:cNvSpPr>
          <p:nvPr>
            <p:ph type="pic" sz="quarter" idx="12"/>
          </p:nvPr>
        </p:nvSpPr>
        <p:spPr>
          <a:xfrm>
            <a:off x="0" y="0"/>
            <a:ext cx="9144000" cy="5143500"/>
          </a:xfrm>
          <a:prstGeom prst="rect">
            <a:avLst/>
          </a:prstGeom>
        </p:spPr>
        <p:txBody>
          <a:bodyPr/>
          <a:lstStyle>
            <a:lvl1pPr marL="0" indent="0">
              <a:buFontTx/>
              <a:buNone/>
              <a:defRPr>
                <a:latin typeface="Verdana" panose="020B0604030504040204" pitchFamily="34" charset="0"/>
              </a:defRPr>
            </a:lvl1pPr>
          </a:lstStyle>
          <a:p>
            <a:endParaRPr lang="en-US" dirty="0"/>
          </a:p>
        </p:txBody>
      </p:sp>
      <p:sp>
        <p:nvSpPr>
          <p:cNvPr id="3" name="Title 1">
            <a:extLst>
              <a:ext uri="{FF2B5EF4-FFF2-40B4-BE49-F238E27FC236}">
                <a16:creationId xmlns:a16="http://schemas.microsoft.com/office/drawing/2014/main" id="{96440E9F-4DCF-CF5D-C18F-A3E24873F5B1}"/>
              </a:ext>
            </a:extLst>
          </p:cNvPr>
          <p:cNvSpPr>
            <a:spLocks noGrp="1"/>
          </p:cNvSpPr>
          <p:nvPr>
            <p:ph type="title" hasCustomPrompt="1"/>
          </p:nvPr>
        </p:nvSpPr>
        <p:spPr>
          <a:xfrm>
            <a:off x="607219" y="3571107"/>
            <a:ext cx="7886700" cy="557214"/>
          </a:xfrm>
          <a:prstGeom prst="rect">
            <a:avLst/>
          </a:prstGeom>
        </p:spPr>
        <p:txBody>
          <a:bodyPr lIns="0" tIns="0" rIns="0" bIns="0" anchor="ctr"/>
          <a:lstStyle>
            <a:lvl1pPr algn="l">
              <a:defRPr sz="3300" b="0" i="0">
                <a:solidFill>
                  <a:schemeClr val="bg1"/>
                </a:solidFill>
                <a:latin typeface="Verdana" panose="020B0604030504040204" pitchFamily="34" charset="0"/>
              </a:defRPr>
            </a:lvl1pPr>
          </a:lstStyle>
          <a:p>
            <a:r>
              <a:rPr lang="en-US" dirty="0"/>
              <a:t>Module/Section 1</a:t>
            </a:r>
          </a:p>
        </p:txBody>
      </p:sp>
      <p:sp>
        <p:nvSpPr>
          <p:cNvPr id="5" name="Text Placeholder 5">
            <a:extLst>
              <a:ext uri="{FF2B5EF4-FFF2-40B4-BE49-F238E27FC236}">
                <a16:creationId xmlns:a16="http://schemas.microsoft.com/office/drawing/2014/main" id="{D648B284-C176-B8FD-B9C9-14E516274891}"/>
              </a:ext>
            </a:extLst>
          </p:cNvPr>
          <p:cNvSpPr>
            <a:spLocks noGrp="1"/>
          </p:cNvSpPr>
          <p:nvPr>
            <p:ph type="body" sz="quarter" idx="11" hasCustomPrompt="1"/>
          </p:nvPr>
        </p:nvSpPr>
        <p:spPr>
          <a:xfrm>
            <a:off x="608014" y="4014440"/>
            <a:ext cx="7886700" cy="557560"/>
          </a:xfrm>
          <a:prstGeom prst="rect">
            <a:avLst/>
          </a:prstGeom>
        </p:spPr>
        <p:txBody>
          <a:bodyPr lIns="0" tIns="0" rIns="0" bIns="0" anchor="ctr"/>
          <a:lstStyle>
            <a:lvl1pPr marL="0" indent="0" algn="l">
              <a:spcBef>
                <a:spcPts val="0"/>
              </a:spcBef>
              <a:buNone/>
              <a:defRPr sz="1600" b="1" i="0" spc="20" baseline="0">
                <a:solidFill>
                  <a:schemeClr val="bg2">
                    <a:lumMod val="60000"/>
                    <a:lumOff val="40000"/>
                  </a:schemeClr>
                </a:solidFill>
                <a:latin typeface="Arial" panose="020B0604020202020204" pitchFamily="34" charset="0"/>
                <a:ea typeface="Verdana" panose="020B0604030504040204" pitchFamily="34" charset="0"/>
                <a:cs typeface="Arial" panose="020B0604020202020204" pitchFamily="34" charset="0"/>
              </a:defRPr>
            </a:lvl1pPr>
          </a:lstStyle>
          <a:p>
            <a:r>
              <a:rPr lang="en-US" dirty="0">
                <a:latin typeface="Verdana" panose="020B0604030504040204" pitchFamily="34" charset="0"/>
                <a:ea typeface="Verdana" panose="020B0604030504040204" pitchFamily="34" charset="0"/>
                <a:cs typeface="Verdana" panose="020B0604030504040204" pitchFamily="34" charset="0"/>
              </a:rPr>
              <a:t>Module title</a:t>
            </a:r>
          </a:p>
        </p:txBody>
      </p:sp>
    </p:spTree>
    <p:extLst>
      <p:ext uri="{BB962C8B-B14F-4D97-AF65-F5344CB8AC3E}">
        <p14:creationId xmlns:p14="http://schemas.microsoft.com/office/powerpoint/2010/main" val="1200323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afterEffect" nodePh="1">
                                  <p:stCondLst>
                                    <p:cond delay="0"/>
                                  </p:stCondLst>
                                  <p:endCondLst>
                                    <p:cond evt="begin" delay="0">
                                      <p:tn val="5"/>
                                    </p:cond>
                                  </p:endCondLst>
                                  <p:childTnLst>
                                    <p:animScale>
                                      <p:cBhvr>
                                        <p:cTn id="6" dur="5000" fill="hold"/>
                                        <p:tgtEl>
                                          <p:spTgt spid="11"/>
                                        </p:tgtEl>
                                      </p:cBhvr>
                                      <p:by x="140000" y="140000"/>
                                    </p:animScale>
                                  </p:childTnLst>
                                </p:cTn>
                              </p:par>
                              <p:par>
                                <p:cTn id="7" presetID="2" presetClass="entr" presetSubtype="8"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2000" fill="hold"/>
                                        <p:tgtEl>
                                          <p:spTgt spid="3"/>
                                        </p:tgtEl>
                                        <p:attrNameLst>
                                          <p:attrName>ppt_x</p:attrName>
                                        </p:attrNameLst>
                                      </p:cBhvr>
                                      <p:tavLst>
                                        <p:tav tm="0">
                                          <p:val>
                                            <p:strVal val="0-#ppt_w/2"/>
                                          </p:val>
                                        </p:tav>
                                        <p:tav tm="100000">
                                          <p:val>
                                            <p:strVal val="#ppt_x"/>
                                          </p:val>
                                        </p:tav>
                                      </p:tavLst>
                                    </p:anim>
                                    <p:anim calcmode="lin" valueType="num">
                                      <p:cBhvr additive="base">
                                        <p:cTn id="10" dur="2000" fill="hold"/>
                                        <p:tgtEl>
                                          <p:spTgt spid="3"/>
                                        </p:tgtEl>
                                        <p:attrNameLst>
                                          <p:attrName>ppt_y</p:attrName>
                                        </p:attrNameLst>
                                      </p:cBhvr>
                                      <p:tavLst>
                                        <p:tav tm="0">
                                          <p:val>
                                            <p:strVal val="#ppt_y"/>
                                          </p:val>
                                        </p:tav>
                                        <p:tav tm="100000">
                                          <p:val>
                                            <p:strVal val="#ppt_y"/>
                                          </p:val>
                                        </p:tav>
                                      </p:tavLst>
                                    </p:anim>
                                  </p:childTnLst>
                                </p:cTn>
                              </p:par>
                              <p:par>
                                <p:cTn id="11" presetID="2" presetClass="entr" presetSubtype="8" fill="hold" grpId="0" nodeType="withEffect">
                                  <p:stCondLst>
                                    <p:cond delay="100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2000" fill="hold"/>
                                        <p:tgtEl>
                                          <p:spTgt spid="5"/>
                                        </p:tgtEl>
                                        <p:attrNameLst>
                                          <p:attrName>ppt_x</p:attrName>
                                        </p:attrNameLst>
                                      </p:cBhvr>
                                      <p:tavLst>
                                        <p:tav tm="0">
                                          <p:val>
                                            <p:strVal val="0-#ppt_w/2"/>
                                          </p:val>
                                        </p:tav>
                                        <p:tav tm="100000">
                                          <p:val>
                                            <p:strVal val="#ppt_x"/>
                                          </p:val>
                                        </p:tav>
                                      </p:tavLst>
                                    </p:anim>
                                    <p:anim calcmode="lin" valueType="num">
                                      <p:cBhvr additive="base">
                                        <p:cTn id="14" dur="2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5" grpId="0">
        <p:tmplLst>
          <p:tmpl>
            <p:tnLst>
              <p:par>
                <p:cTn presetID="2" presetClass="entr" presetSubtype="8" fill="hold" nodeType="withEffect">
                  <p:stCondLst>
                    <p:cond delay="100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2000" fill="hold"/>
                        <p:tgtEl>
                          <p:spTgt spid="5"/>
                        </p:tgtEl>
                        <p:attrNameLst>
                          <p:attrName>ppt_x</p:attrName>
                        </p:attrNameLst>
                      </p:cBhvr>
                      <p:tavLst>
                        <p:tav tm="0">
                          <p:val>
                            <p:strVal val="0-#ppt_w/2"/>
                          </p:val>
                        </p:tav>
                        <p:tav tm="100000">
                          <p:val>
                            <p:strVal val="#ppt_x"/>
                          </p:val>
                        </p:tav>
                      </p:tavLst>
                    </p:anim>
                    <p:anim calcmode="lin" valueType="num">
                      <p:cBhvr additive="base">
                        <p:cTn dur="2000" fill="hold"/>
                        <p:tgtEl>
                          <p:spTgt spid="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Module Objectiv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16B128-0C11-C88E-8F99-621CF186B021}"/>
              </a:ext>
            </a:extLst>
          </p:cNvPr>
          <p:cNvSpPr>
            <a:spLocks/>
          </p:cNvSpPr>
          <p:nvPr userDrawn="1"/>
        </p:nvSpPr>
        <p:spPr>
          <a:xfrm>
            <a:off x="0" y="0"/>
            <a:ext cx="5321301" cy="5143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latin typeface="Verdana" panose="020B0604030504040204" pitchFamily="34" charset="0"/>
            </a:endParaRPr>
          </a:p>
        </p:txBody>
      </p:sp>
      <p:pic>
        <p:nvPicPr>
          <p:cNvPr id="7" name="Picture 6" descr="A dart in the center of a dartboard&#10;&#10;Description automatically generated">
            <a:extLst>
              <a:ext uri="{FF2B5EF4-FFF2-40B4-BE49-F238E27FC236}">
                <a16:creationId xmlns:a16="http://schemas.microsoft.com/office/drawing/2014/main" id="{966F7963-1D55-A69C-650B-38191E40883F}"/>
              </a:ext>
            </a:extLst>
          </p:cNvPr>
          <p:cNvPicPr>
            <a:picLocks noChangeAspect="1"/>
          </p:cNvPicPr>
          <p:nvPr userDrawn="1"/>
        </p:nvPicPr>
        <p:blipFill>
          <a:blip r:embed="rId2" cstate="print">
            <a:alphaModFix/>
            <a:extLst>
              <a:ext uri="{BEBA8EAE-BF5A-486C-A8C5-ECC9F3942E4B}">
                <a14:imgProps xmlns:a14="http://schemas.microsoft.com/office/drawing/2010/main">
                  <a14:imgLayer r:embed="rId3">
                    <a14:imgEffect>
                      <a14:saturation sat="82000"/>
                    </a14:imgEffect>
                    <a14:imgEffect>
                      <a14:brightnessContrast bright="26000"/>
                    </a14:imgEffect>
                  </a14:imgLayer>
                </a14:imgProps>
              </a:ext>
              <a:ext uri="{28A0092B-C50C-407E-A947-70E740481C1C}">
                <a14:useLocalDpi xmlns:a14="http://schemas.microsoft.com/office/drawing/2010/main" val="0"/>
              </a:ext>
            </a:extLst>
          </a:blip>
          <a:stretch>
            <a:fillRect/>
          </a:stretch>
        </p:blipFill>
        <p:spPr>
          <a:xfrm>
            <a:off x="2844800" y="1023716"/>
            <a:ext cx="5982340" cy="4119783"/>
          </a:xfrm>
          <a:prstGeom prst="rect">
            <a:avLst/>
          </a:prstGeom>
        </p:spPr>
      </p:pic>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a:xfrm>
            <a:off x="419829" y="405977"/>
            <a:ext cx="3974316" cy="566417"/>
          </a:xfrm>
        </p:spPr>
        <p:txBody>
          <a:bodyPr anchor="ctr">
            <a:normAutofit/>
          </a:bodyPr>
          <a:lstStyle>
            <a:lvl1pPr>
              <a:defRPr sz="2400" b="0">
                <a:solidFill>
                  <a:schemeClr val="bg1"/>
                </a:solidFill>
              </a:defRPr>
            </a:lvl1pPr>
          </a:lstStyle>
          <a:p>
            <a:r>
              <a:rPr lang="en-US" dirty="0"/>
              <a:t>Module Objectives</a:t>
            </a:r>
          </a:p>
        </p:txBody>
      </p:sp>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419828" y="1164375"/>
            <a:ext cx="4743187" cy="1996068"/>
          </a:xfrm>
          <a:prstGeom prst="rect">
            <a:avLst/>
          </a:prstGeom>
        </p:spPr>
        <p:txBody>
          <a:bodyPr lIns="0" tIns="0" rIns="0" bIns="0"/>
          <a:lstStyle>
            <a:lvl1pPr marL="230188" indent="-230188">
              <a:lnSpc>
                <a:spcPct val="110000"/>
              </a:lnSpc>
              <a:spcBef>
                <a:spcPts val="900"/>
              </a:spcBef>
              <a:spcAft>
                <a:spcPts val="0"/>
              </a:spcAft>
              <a:buFont typeface="Arial" panose="020B0604020202020204" pitchFamily="34" charset="0"/>
              <a:buChar char="•"/>
              <a:tabLst/>
              <a:defRPr sz="14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a:p>
            <a:pPr lvl="0"/>
            <a:r>
              <a:rPr lang="en-US" dirty="0" err="1"/>
              <a:t>Curabitur</a:t>
            </a:r>
            <a:r>
              <a:rPr lang="en-US" dirty="0"/>
              <a:t> </a:t>
            </a:r>
            <a:r>
              <a:rPr lang="en-US" dirty="0" err="1"/>
              <a:t>condimentum</a:t>
            </a:r>
            <a:r>
              <a:rPr lang="en-US" dirty="0"/>
              <a:t> libero vitae </a:t>
            </a:r>
            <a:r>
              <a:rPr lang="en-US" dirty="0" err="1"/>
              <a:t>mollis</a:t>
            </a:r>
            <a:r>
              <a:rPr lang="en-US" dirty="0"/>
              <a:t> </a:t>
            </a:r>
            <a:r>
              <a:rPr lang="en-US" dirty="0" err="1"/>
              <a:t>suscipit</a:t>
            </a:r>
            <a:r>
              <a:rPr lang="en-US" dirty="0"/>
              <a:t>. </a:t>
            </a:r>
            <a:r>
              <a:rPr lang="en-US" dirty="0" err="1"/>
              <a:t>Praesent</a:t>
            </a:r>
            <a:r>
              <a:rPr lang="en-US" dirty="0"/>
              <a:t> </a:t>
            </a:r>
          </a:p>
        </p:txBody>
      </p:sp>
    </p:spTree>
    <p:extLst>
      <p:ext uri="{BB962C8B-B14F-4D97-AF65-F5344CB8AC3E}">
        <p14:creationId xmlns:p14="http://schemas.microsoft.com/office/powerpoint/2010/main" val="571486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0-#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Light text with photo right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941696"/>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548637"/>
          </a:xfrm>
        </p:spPr>
        <p:txBody>
          <a:bodyPr/>
          <a:lstStyle>
            <a:lvl1pPr>
              <a:defRPr sz="21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1189688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Light text with photo right ">
    <p:bg>
      <p:bgPr>
        <a:solidFill>
          <a:srgbClr val="E6E6E5"/>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A538B8-B3FA-6646-C5F2-155D221DEB41}"/>
              </a:ext>
            </a:extLst>
          </p:cNvPr>
          <p:cNvSpPr/>
          <p:nvPr userDrawn="1"/>
        </p:nvSpPr>
        <p:spPr>
          <a:xfrm>
            <a:off x="154920" y="-1"/>
            <a:ext cx="3926886" cy="4980079"/>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941696"/>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548637"/>
          </a:xfrm>
        </p:spPr>
        <p:txBody>
          <a:bodyPr/>
          <a:lstStyle>
            <a:lvl1pPr>
              <a:defRPr sz="18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97874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2" presetClass="entr" presetSubtype="1"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1000" fill="hold"/>
                                        <p:tgtEl>
                                          <p:spTgt spid="5"/>
                                        </p:tgtEl>
                                        <p:attrNameLst>
                                          <p:attrName>ppt_x</p:attrName>
                                        </p:attrNameLst>
                                      </p:cBhvr>
                                      <p:tavLst>
                                        <p:tav tm="0">
                                          <p:val>
                                            <p:strVal val="#ppt_x"/>
                                          </p:val>
                                        </p:tav>
                                        <p:tav tm="100000">
                                          <p:val>
                                            <p:strVal val="#ppt_x"/>
                                          </p:val>
                                        </p:tav>
                                      </p:tavLst>
                                    </p:anim>
                                    <p:anim calcmode="lin" valueType="num">
                                      <p:cBhvr additive="base">
                                        <p:cTn id="22" dur="10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Light text with photo right ">
    <p:bg>
      <p:bgPr>
        <a:solidFill>
          <a:srgbClr val="E6E6E5"/>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A538B8-B3FA-6646-C5F2-155D221DEB41}"/>
              </a:ext>
            </a:extLst>
          </p:cNvPr>
          <p:cNvSpPr/>
          <p:nvPr userDrawn="1"/>
        </p:nvSpPr>
        <p:spPr>
          <a:xfrm>
            <a:off x="154919" y="-1"/>
            <a:ext cx="4737591" cy="4980079"/>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941696"/>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548637"/>
          </a:xfrm>
        </p:spPr>
        <p:txBody>
          <a:bodyPr/>
          <a:lstStyle>
            <a:lvl1pPr>
              <a:defRPr sz="18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2142036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2" presetClass="entr" presetSubtype="1"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1000" fill="hold"/>
                                        <p:tgtEl>
                                          <p:spTgt spid="5"/>
                                        </p:tgtEl>
                                        <p:attrNameLst>
                                          <p:attrName>ppt_x</p:attrName>
                                        </p:attrNameLst>
                                      </p:cBhvr>
                                      <p:tavLst>
                                        <p:tav tm="0">
                                          <p:val>
                                            <p:strVal val="#ppt_x"/>
                                          </p:val>
                                        </p:tav>
                                        <p:tav tm="100000">
                                          <p:val>
                                            <p:strVal val="#ppt_x"/>
                                          </p:val>
                                        </p:tav>
                                      </p:tavLst>
                                    </p:anim>
                                    <p:anim calcmode="lin" valueType="num">
                                      <p:cBhvr additive="base">
                                        <p:cTn id="22" dur="10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Light text with photo right ">
    <p:bg>
      <p:bgPr>
        <a:solidFill>
          <a:srgbClr val="E6E6E5"/>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A538B8-B3FA-6646-C5F2-155D221DEB41}"/>
              </a:ext>
            </a:extLst>
          </p:cNvPr>
          <p:cNvSpPr/>
          <p:nvPr userDrawn="1"/>
        </p:nvSpPr>
        <p:spPr>
          <a:xfrm>
            <a:off x="154919" y="-1"/>
            <a:ext cx="5105238" cy="4980079"/>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941696"/>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548637"/>
          </a:xfrm>
        </p:spPr>
        <p:txBody>
          <a:bodyPr/>
          <a:lstStyle>
            <a:lvl1pPr>
              <a:defRPr sz="18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190496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2" presetClass="entr" presetSubtype="1"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1000" fill="hold"/>
                                        <p:tgtEl>
                                          <p:spTgt spid="5"/>
                                        </p:tgtEl>
                                        <p:attrNameLst>
                                          <p:attrName>ppt_x</p:attrName>
                                        </p:attrNameLst>
                                      </p:cBhvr>
                                      <p:tavLst>
                                        <p:tav tm="0">
                                          <p:val>
                                            <p:strVal val="#ppt_x"/>
                                          </p:val>
                                        </p:tav>
                                        <p:tav tm="100000">
                                          <p:val>
                                            <p:strVal val="#ppt_x"/>
                                          </p:val>
                                        </p:tav>
                                      </p:tavLst>
                                    </p:anim>
                                    <p:anim calcmode="lin" valueType="num">
                                      <p:cBhvr additive="base">
                                        <p:cTn id="22" dur="10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Light text with photo right ">
    <p:bg>
      <p:bgPr>
        <a:solidFill>
          <a:srgbClr val="E6E6E5"/>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A538B8-B3FA-6646-C5F2-155D221DEB41}"/>
              </a:ext>
            </a:extLst>
          </p:cNvPr>
          <p:cNvSpPr/>
          <p:nvPr userDrawn="1"/>
        </p:nvSpPr>
        <p:spPr>
          <a:xfrm>
            <a:off x="154920" y="-1"/>
            <a:ext cx="3182169" cy="4980079"/>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941696"/>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548637"/>
          </a:xfrm>
        </p:spPr>
        <p:txBody>
          <a:bodyPr/>
          <a:lstStyle>
            <a:lvl1pPr>
              <a:defRPr sz="18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1658118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2" presetClass="entr" presetSubtype="1"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1000" fill="hold"/>
                                        <p:tgtEl>
                                          <p:spTgt spid="5"/>
                                        </p:tgtEl>
                                        <p:attrNameLst>
                                          <p:attrName>ppt_x</p:attrName>
                                        </p:attrNameLst>
                                      </p:cBhvr>
                                      <p:tavLst>
                                        <p:tav tm="0">
                                          <p:val>
                                            <p:strVal val="#ppt_x"/>
                                          </p:val>
                                        </p:tav>
                                        <p:tav tm="100000">
                                          <p:val>
                                            <p:strVal val="#ppt_x"/>
                                          </p:val>
                                        </p:tav>
                                      </p:tavLst>
                                    </p:anim>
                                    <p:anim calcmode="lin" valueType="num">
                                      <p:cBhvr additive="base">
                                        <p:cTn id="22" dur="10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Light text with photo right ">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503637-F89C-58DC-FAF9-1729A0CDE58B}"/>
              </a:ext>
            </a:extLst>
          </p:cNvPr>
          <p:cNvSpPr/>
          <p:nvPr userDrawn="1"/>
        </p:nvSpPr>
        <p:spPr>
          <a:xfrm>
            <a:off x="154920" y="-1"/>
            <a:ext cx="3062842" cy="4980079"/>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696191"/>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312415"/>
          </a:xfrm>
        </p:spPr>
        <p:txBody>
          <a:bodyPr/>
          <a:lstStyle>
            <a:lvl1pPr>
              <a:defRPr sz="18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solidFill>
                  <a:schemeClr val="bg1"/>
                </a:solidFill>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264970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childTnLst>
                                </p:cTn>
                              </p:par>
                              <p:par>
                                <p:cTn id="12" presetID="2" presetClass="entr" presetSubtype="1"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1000" fill="hold"/>
                                        <p:tgtEl>
                                          <p:spTgt spid="5"/>
                                        </p:tgtEl>
                                        <p:attrNameLst>
                                          <p:attrName>ppt_x</p:attrName>
                                        </p:attrNameLst>
                                      </p:cBhvr>
                                      <p:tavLst>
                                        <p:tav tm="0">
                                          <p:val>
                                            <p:strVal val="#ppt_x"/>
                                          </p:val>
                                        </p:tav>
                                        <p:tav tm="100000">
                                          <p:val>
                                            <p:strVal val="#ppt_x"/>
                                          </p:val>
                                        </p:tav>
                                      </p:tavLst>
                                    </p:anim>
                                    <p:anim calcmode="lin" valueType="num">
                                      <p:cBhvr additive="base">
                                        <p:cTn id="15" dur="1000" fill="hold"/>
                                        <p:tgtEl>
                                          <p:spTgt spid="5"/>
                                        </p:tgtEl>
                                        <p:attrNameLst>
                                          <p:attrName>ppt_y</p:attrName>
                                        </p:attrNameLst>
                                      </p:cBhvr>
                                      <p:tavLst>
                                        <p:tav tm="0">
                                          <p:val>
                                            <p:strVal val="0-#ppt_h/2"/>
                                          </p:val>
                                        </p:tav>
                                        <p:tav tm="100000">
                                          <p:val>
                                            <p:strVal val="#ppt_y"/>
                                          </p:val>
                                        </p:tav>
                                      </p:tavLst>
                                    </p:anim>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Light text with photo right ">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503637-F89C-58DC-FAF9-1729A0CDE58B}"/>
              </a:ext>
            </a:extLst>
          </p:cNvPr>
          <p:cNvSpPr/>
          <p:nvPr userDrawn="1"/>
        </p:nvSpPr>
        <p:spPr>
          <a:xfrm>
            <a:off x="154920" y="-1"/>
            <a:ext cx="3717169" cy="4980079"/>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696191"/>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312415"/>
          </a:xfrm>
        </p:spPr>
        <p:txBody>
          <a:bodyPr/>
          <a:lstStyle>
            <a:lvl1pPr>
              <a:defRPr sz="18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solidFill>
                  <a:schemeClr val="bg1"/>
                </a:solidFill>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60348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childTnLst>
                                </p:cTn>
                              </p:par>
                              <p:par>
                                <p:cTn id="12" presetID="2" presetClass="entr" presetSubtype="1"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1000" fill="hold"/>
                                        <p:tgtEl>
                                          <p:spTgt spid="5"/>
                                        </p:tgtEl>
                                        <p:attrNameLst>
                                          <p:attrName>ppt_x</p:attrName>
                                        </p:attrNameLst>
                                      </p:cBhvr>
                                      <p:tavLst>
                                        <p:tav tm="0">
                                          <p:val>
                                            <p:strVal val="#ppt_x"/>
                                          </p:val>
                                        </p:tav>
                                        <p:tav tm="100000">
                                          <p:val>
                                            <p:strVal val="#ppt_x"/>
                                          </p:val>
                                        </p:tav>
                                      </p:tavLst>
                                    </p:anim>
                                    <p:anim calcmode="lin" valueType="num">
                                      <p:cBhvr additive="base">
                                        <p:cTn id="15" dur="1000" fill="hold"/>
                                        <p:tgtEl>
                                          <p:spTgt spid="5"/>
                                        </p:tgtEl>
                                        <p:attrNameLst>
                                          <p:attrName>ppt_y</p:attrName>
                                        </p:attrNameLst>
                                      </p:cBhvr>
                                      <p:tavLst>
                                        <p:tav tm="0">
                                          <p:val>
                                            <p:strVal val="0-#ppt_h/2"/>
                                          </p:val>
                                        </p:tav>
                                        <p:tav tm="100000">
                                          <p:val>
                                            <p:strVal val="#ppt_y"/>
                                          </p:val>
                                        </p:tav>
                                      </p:tavLst>
                                    </p:anim>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Light text with photo right ">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503637-F89C-58DC-FAF9-1729A0CDE58B}"/>
              </a:ext>
            </a:extLst>
          </p:cNvPr>
          <p:cNvSpPr/>
          <p:nvPr userDrawn="1"/>
        </p:nvSpPr>
        <p:spPr>
          <a:xfrm>
            <a:off x="154920" y="-1"/>
            <a:ext cx="5249184" cy="4980079"/>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696191"/>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312415"/>
          </a:xfrm>
        </p:spPr>
        <p:txBody>
          <a:bodyPr/>
          <a:lstStyle>
            <a:lvl1pPr>
              <a:defRPr sz="18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solidFill>
                  <a:schemeClr val="bg1"/>
                </a:solidFill>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3375583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childTnLst>
                                </p:cTn>
                              </p:par>
                              <p:par>
                                <p:cTn id="12" presetID="2" presetClass="entr" presetSubtype="1"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1000" fill="hold"/>
                                        <p:tgtEl>
                                          <p:spTgt spid="5"/>
                                        </p:tgtEl>
                                        <p:attrNameLst>
                                          <p:attrName>ppt_x</p:attrName>
                                        </p:attrNameLst>
                                      </p:cBhvr>
                                      <p:tavLst>
                                        <p:tav tm="0">
                                          <p:val>
                                            <p:strVal val="#ppt_x"/>
                                          </p:val>
                                        </p:tav>
                                        <p:tav tm="100000">
                                          <p:val>
                                            <p:strVal val="#ppt_x"/>
                                          </p:val>
                                        </p:tav>
                                      </p:tavLst>
                                    </p:anim>
                                    <p:anim calcmode="lin" valueType="num">
                                      <p:cBhvr additive="base">
                                        <p:cTn id="15" dur="1000" fill="hold"/>
                                        <p:tgtEl>
                                          <p:spTgt spid="5"/>
                                        </p:tgtEl>
                                        <p:attrNameLst>
                                          <p:attrName>ppt_y</p:attrName>
                                        </p:attrNameLst>
                                      </p:cBhvr>
                                      <p:tavLst>
                                        <p:tav tm="0">
                                          <p:val>
                                            <p:strVal val="0-#ppt_h/2"/>
                                          </p:val>
                                        </p:tav>
                                        <p:tav tm="100000">
                                          <p:val>
                                            <p:strVal val="#ppt_y"/>
                                          </p:val>
                                        </p:tav>
                                      </p:tavLst>
                                    </p:anim>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Light text with photo right ">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503637-F89C-58DC-FAF9-1729A0CDE58B}"/>
              </a:ext>
            </a:extLst>
          </p:cNvPr>
          <p:cNvSpPr/>
          <p:nvPr userDrawn="1"/>
        </p:nvSpPr>
        <p:spPr>
          <a:xfrm>
            <a:off x="154920" y="-1"/>
            <a:ext cx="4712355" cy="4980079"/>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696191"/>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312415"/>
          </a:xfrm>
        </p:spPr>
        <p:txBody>
          <a:bodyPr/>
          <a:lstStyle>
            <a:lvl1pPr>
              <a:defRPr sz="18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solidFill>
                  <a:schemeClr val="bg1"/>
                </a:solidFill>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3383447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childTnLst>
                                </p:cTn>
                              </p:par>
                              <p:par>
                                <p:cTn id="12" presetID="2" presetClass="entr" presetSubtype="1"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1000" fill="hold"/>
                                        <p:tgtEl>
                                          <p:spTgt spid="5"/>
                                        </p:tgtEl>
                                        <p:attrNameLst>
                                          <p:attrName>ppt_x</p:attrName>
                                        </p:attrNameLst>
                                      </p:cBhvr>
                                      <p:tavLst>
                                        <p:tav tm="0">
                                          <p:val>
                                            <p:strVal val="#ppt_x"/>
                                          </p:val>
                                        </p:tav>
                                        <p:tav tm="100000">
                                          <p:val>
                                            <p:strVal val="#ppt_x"/>
                                          </p:val>
                                        </p:tav>
                                      </p:tavLst>
                                    </p:anim>
                                    <p:anim calcmode="lin" valueType="num">
                                      <p:cBhvr additive="base">
                                        <p:cTn id="15" dur="1000" fill="hold"/>
                                        <p:tgtEl>
                                          <p:spTgt spid="5"/>
                                        </p:tgtEl>
                                        <p:attrNameLst>
                                          <p:attrName>ppt_y</p:attrName>
                                        </p:attrNameLst>
                                      </p:cBhvr>
                                      <p:tavLst>
                                        <p:tav tm="0">
                                          <p:val>
                                            <p:strVal val="0-#ppt_h/2"/>
                                          </p:val>
                                        </p:tav>
                                        <p:tav tm="100000">
                                          <p:val>
                                            <p:strVal val="#ppt_y"/>
                                          </p:val>
                                        </p:tav>
                                      </p:tavLst>
                                    </p:anim>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Light text with photo right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696191"/>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312415"/>
          </a:xfrm>
        </p:spPr>
        <p:txBody>
          <a:bodyPr/>
          <a:lstStyle>
            <a:lvl1pPr>
              <a:defRPr sz="18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solidFill>
                  <a:schemeClr val="tx1"/>
                </a:solidFill>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75368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Light text with photo right 2">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64885BA6-9F8D-E426-0D57-730723BC9DA9}"/>
              </a:ext>
            </a:extLst>
          </p:cNvPr>
          <p:cNvSpPr>
            <a:spLocks noGrp="1"/>
          </p:cNvSpPr>
          <p:nvPr>
            <p:ph type="pic" sz="quarter" idx="11"/>
          </p:nvPr>
        </p:nvSpPr>
        <p:spPr>
          <a:xfrm>
            <a:off x="4661211" y="0"/>
            <a:ext cx="4158471" cy="5143500"/>
          </a:xfrm>
          <a:prstGeom prst="rect">
            <a:avLst/>
          </a:prstGeom>
        </p:spPr>
        <p:txBody>
          <a:bodyPr/>
          <a:lstStyle>
            <a:lvl1pPr marL="0" indent="0">
              <a:buFontTx/>
              <a:buNone/>
              <a:defRPr>
                <a:latin typeface="Verdana" panose="020B0604030504040204" pitchFamily="34" charset="0"/>
              </a:defRPr>
            </a:lvl1pPr>
          </a:lstStyle>
          <a:p>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0" y="84841"/>
            <a:ext cx="8653807" cy="4977354"/>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329050"/>
            <a:ext cx="7992705" cy="548637"/>
          </a:xfrm>
        </p:spPr>
        <p:txBody>
          <a:bodyPr/>
          <a:lstStyle>
            <a:lvl1pPr>
              <a:defRPr>
                <a:solidFill>
                  <a:schemeClr val="tx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666004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nodePh="1">
                                  <p:stCondLst>
                                    <p:cond delay="1000"/>
                                  </p:stCondLst>
                                  <p:endCondLst>
                                    <p:cond evt="begin" delay="0">
                                      <p:tn val="15"/>
                                    </p:cond>
                                  </p:end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Remember">
    <p:bg>
      <p:bgPr>
        <a:solidFill>
          <a:schemeClr val="bg2">
            <a:lumMod val="50000"/>
          </a:schemeClr>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422618" y="2116399"/>
            <a:ext cx="3895383" cy="1579302"/>
          </a:xfrm>
          <a:prstGeom prst="rect">
            <a:avLst/>
          </a:prstGeom>
        </p:spPr>
        <p:txBody>
          <a:bodyPr lIns="0" tIns="0" rIns="0" bIns="0"/>
          <a:lstStyle>
            <a:lvl1pPr marL="230188" indent="-230188">
              <a:lnSpc>
                <a:spcPct val="110000"/>
              </a:lnSpc>
              <a:spcBef>
                <a:spcPts val="500"/>
              </a:spcBef>
              <a:spcAft>
                <a:spcPts val="0"/>
              </a:spcAft>
              <a:buFont typeface="Arial" panose="020B0604020202020204" pitchFamily="34" charset="0"/>
              <a:buChar char="•"/>
              <a:tabLst/>
              <a:defRPr sz="14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p:txBody>
      </p:sp>
      <p:pic>
        <p:nvPicPr>
          <p:cNvPr id="6" name="Picture 5" descr="A hand with a finger pointing up&#10;&#10;Description automatically generated">
            <a:extLst>
              <a:ext uri="{FF2B5EF4-FFF2-40B4-BE49-F238E27FC236}">
                <a16:creationId xmlns:a16="http://schemas.microsoft.com/office/drawing/2014/main" id="{A1BAB40E-4B0C-30A2-15D1-F99C4BE715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53831" y="1054100"/>
            <a:ext cx="3118177" cy="3111500"/>
          </a:xfrm>
          <a:prstGeom prst="rect">
            <a:avLst/>
          </a:prstGeom>
        </p:spPr>
      </p:pic>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422618" y="2418085"/>
            <a:ext cx="3793783" cy="312417"/>
          </a:xfrm>
        </p:spPr>
        <p:txBody>
          <a:bodyPr/>
          <a:lstStyle>
            <a:lvl1pPr algn="ctr">
              <a:defRPr sz="2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Remember!</a:t>
            </a:r>
          </a:p>
        </p:txBody>
      </p:sp>
    </p:spTree>
    <p:extLst>
      <p:ext uri="{BB962C8B-B14F-4D97-AF65-F5344CB8AC3E}">
        <p14:creationId xmlns:p14="http://schemas.microsoft.com/office/powerpoint/2010/main" val="370020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childTnLst>
                                </p:cTn>
                              </p:par>
                            </p:childTnLst>
                          </p:cTn>
                        </p:par>
                        <p:par>
                          <p:cTn id="12" fill="hold">
                            <p:stCondLst>
                              <p:cond delay="2000"/>
                            </p:stCondLst>
                            <p:childTnLst>
                              <p:par>
                                <p:cTn id="13" presetID="26" presetClass="emph" presetSubtype="0" repeatCount="2000" fill="hold" grpId="0" nodeType="afterEffect">
                                  <p:stCondLst>
                                    <p:cond delay="0"/>
                                  </p:stCondLst>
                                  <p:childTnLst>
                                    <p:animEffect transition="out" filter="fade">
                                      <p:cBhvr>
                                        <p:cTn id="14" dur="500" tmFilter="0, 0; .2, .5; .8, .5; 1, 0"/>
                                        <p:tgtEl>
                                          <p:spTgt spid="3"/>
                                        </p:tgtEl>
                                      </p:cBhvr>
                                    </p:animEffect>
                                    <p:animScale>
                                      <p:cBhvr>
                                        <p:cTn id="15" dur="250" autoRev="1" fill="hold"/>
                                        <p:tgtEl>
                                          <p:spTgt spid="3"/>
                                        </p:tgtEl>
                                      </p:cBhvr>
                                      <p:by x="105000" y="105000"/>
                                    </p:animScale>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fade">
                                      <p:cBhvr>
                                        <p:cTn id="19" dur="500"/>
                                        <p:tgtEl>
                                          <p:spTgt spid="4">
                                            <p:txEl>
                                              <p:pRg st="0" end="0"/>
                                            </p:txEl>
                                          </p:spTgt>
                                        </p:tgtEl>
                                      </p:cBhvr>
                                    </p:animEffect>
                                  </p:childTnLst>
                                </p:cTn>
                              </p:par>
                            </p:childTnLst>
                          </p:cTn>
                        </p:par>
                        <p:par>
                          <p:cTn id="20" fill="hold">
                            <p:stCondLst>
                              <p:cond delay="3500"/>
                            </p:stCondLst>
                            <p:childTnLst>
                              <p:par>
                                <p:cTn id="21" presetID="10" presetClass="entr" presetSubtype="0" fill="hold" grpId="0" nodeType="after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500"/>
                                        <p:tgtEl>
                                          <p:spTgt spid="4">
                                            <p:txEl>
                                              <p:pRg st="1" end="1"/>
                                            </p:txEl>
                                          </p:spTgt>
                                        </p:tgtEl>
                                      </p:cBhvr>
                                    </p:animEffect>
                                  </p:childTnLst>
                                </p:cTn>
                              </p:par>
                            </p:childTnLst>
                          </p:cTn>
                        </p:par>
                        <p:par>
                          <p:cTn id="24" fill="hold">
                            <p:stCondLst>
                              <p:cond delay="4000"/>
                            </p:stCondLst>
                            <p:childTnLst>
                              <p:par>
                                <p:cTn id="25" presetID="10" presetClass="entr" presetSubtype="0" fill="hold" grpId="0" nodeType="after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4">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3" grpId="0"/>
      <p:bldP spid="3" grpId="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Any Questions?">
    <p:bg>
      <p:bgPr>
        <a:solidFill>
          <a:srgbClr val="09658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4BE464-1332-6A15-43AE-CC951AB2C835}"/>
              </a:ext>
            </a:extLst>
          </p:cNvPr>
          <p:cNvPicPr>
            <a:picLocks noChangeAspect="1"/>
          </p:cNvPicPr>
          <p:nvPr userDrawn="1"/>
        </p:nvPicPr>
        <p:blipFill>
          <a:blip r:embed="rId2" cstate="print">
            <a:alphaModFix amt="5800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Rectangle 4">
            <a:extLst>
              <a:ext uri="{FF2B5EF4-FFF2-40B4-BE49-F238E27FC236}">
                <a16:creationId xmlns:a16="http://schemas.microsoft.com/office/drawing/2014/main" id="{EDC220D7-A353-6B31-862C-D480C83AD1A5}"/>
              </a:ext>
            </a:extLst>
          </p:cNvPr>
          <p:cNvSpPr>
            <a:spLocks/>
          </p:cNvSpPr>
          <p:nvPr userDrawn="1"/>
        </p:nvSpPr>
        <p:spPr>
          <a:xfrm flipV="1">
            <a:off x="0" y="0"/>
            <a:ext cx="9144000" cy="5143500"/>
          </a:xfrm>
          <a:prstGeom prst="rect">
            <a:avLst/>
          </a:prstGeom>
          <a:gradFill>
            <a:gsLst>
              <a:gs pos="46000">
                <a:srgbClr val="096580">
                  <a:alpha val="0"/>
                </a:srgbClr>
              </a:gs>
              <a:gs pos="6000">
                <a:srgbClr val="096580"/>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 name="Title 1">
            <a:extLst>
              <a:ext uri="{FF2B5EF4-FFF2-40B4-BE49-F238E27FC236}">
                <a16:creationId xmlns:a16="http://schemas.microsoft.com/office/drawing/2014/main" id="{AA47D58B-A6B8-7CDC-0826-8C0BE000CFD7}"/>
              </a:ext>
            </a:extLst>
          </p:cNvPr>
          <p:cNvSpPr>
            <a:spLocks noGrp="1"/>
          </p:cNvSpPr>
          <p:nvPr>
            <p:ph type="title" hasCustomPrompt="1"/>
          </p:nvPr>
        </p:nvSpPr>
        <p:spPr>
          <a:xfrm>
            <a:off x="525780" y="4028075"/>
            <a:ext cx="6640830" cy="349616"/>
          </a:xfrm>
        </p:spPr>
        <p:txBody>
          <a:bodyPr/>
          <a:lstStyle>
            <a:lvl1pPr algn="l">
              <a:defRPr sz="2500"/>
            </a:lvl1pPr>
          </a:lstStyle>
          <a:p>
            <a:r>
              <a:rPr lang="en-US" dirty="0"/>
              <a:t>Any questions?</a:t>
            </a:r>
          </a:p>
        </p:txBody>
      </p:sp>
    </p:spTree>
    <p:extLst>
      <p:ext uri="{BB962C8B-B14F-4D97-AF65-F5344CB8AC3E}">
        <p14:creationId xmlns:p14="http://schemas.microsoft.com/office/powerpoint/2010/main" val="67954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Module Summar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a:xfrm>
            <a:off x="419829" y="1307301"/>
            <a:ext cx="3974316" cy="566417"/>
          </a:xfrm>
        </p:spPr>
        <p:txBody>
          <a:bodyPr anchor="ctr">
            <a:normAutofit/>
          </a:bodyPr>
          <a:lstStyle>
            <a:lvl1pPr>
              <a:defRPr sz="1800">
                <a:solidFill>
                  <a:srgbClr val="9EE3F8"/>
                </a:solidFill>
              </a:defRPr>
            </a:lvl1pPr>
          </a:lstStyle>
          <a:p>
            <a:r>
              <a:rPr lang="en-US" dirty="0"/>
              <a:t>Module Summary</a:t>
            </a:r>
          </a:p>
        </p:txBody>
      </p:sp>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419828" y="2040675"/>
            <a:ext cx="4743187" cy="1996068"/>
          </a:xfrm>
          <a:prstGeom prst="rect">
            <a:avLst/>
          </a:prstGeom>
        </p:spPr>
        <p:txBody>
          <a:bodyPr lIns="0" tIns="0" rIns="0" bIns="0"/>
          <a:lstStyle>
            <a:lvl1pPr marL="230188" indent="-230188">
              <a:lnSpc>
                <a:spcPct val="110000"/>
              </a:lnSpc>
              <a:spcBef>
                <a:spcPts val="500"/>
              </a:spcBef>
              <a:spcAft>
                <a:spcPts val="0"/>
              </a:spcAft>
              <a:buFont typeface="Arial" panose="020B0604020202020204" pitchFamily="34" charset="0"/>
              <a:buChar char="•"/>
              <a:tabLst/>
              <a:defRPr sz="13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a:p>
            <a:pPr lvl="0"/>
            <a:r>
              <a:rPr lang="en-US" dirty="0" err="1"/>
              <a:t>Curabitur</a:t>
            </a:r>
            <a:r>
              <a:rPr lang="en-US" dirty="0"/>
              <a:t> </a:t>
            </a:r>
            <a:r>
              <a:rPr lang="en-US" dirty="0" err="1"/>
              <a:t>condimentum</a:t>
            </a:r>
            <a:r>
              <a:rPr lang="en-US" dirty="0"/>
              <a:t> libero vitae </a:t>
            </a:r>
            <a:r>
              <a:rPr lang="en-US" dirty="0" err="1"/>
              <a:t>mollis</a:t>
            </a:r>
            <a:r>
              <a:rPr lang="en-US" dirty="0"/>
              <a:t> </a:t>
            </a:r>
            <a:r>
              <a:rPr lang="en-US" dirty="0" err="1"/>
              <a:t>suscipit</a:t>
            </a:r>
            <a:r>
              <a:rPr lang="en-US" dirty="0"/>
              <a:t>. </a:t>
            </a:r>
            <a:r>
              <a:rPr lang="en-US" dirty="0" err="1"/>
              <a:t>Praesent</a:t>
            </a:r>
            <a:r>
              <a:rPr lang="en-US" dirty="0"/>
              <a:t> </a:t>
            </a:r>
          </a:p>
        </p:txBody>
      </p:sp>
    </p:spTree>
    <p:extLst>
      <p:ext uri="{BB962C8B-B14F-4D97-AF65-F5344CB8AC3E}">
        <p14:creationId xmlns:p14="http://schemas.microsoft.com/office/powerpoint/2010/main" val="22321352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Discussion Poi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5465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Question">
    <p:bg>
      <p:bgPr>
        <a:solidFill>
          <a:srgbClr val="09658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6204-D7D9-4184-9D94-AF7AD42B25EA}"/>
              </a:ext>
            </a:extLst>
          </p:cNvPr>
          <p:cNvSpPr>
            <a:spLocks noGrp="1"/>
          </p:cNvSpPr>
          <p:nvPr>
            <p:ph type="title" hasCustomPrompt="1"/>
          </p:nvPr>
        </p:nvSpPr>
        <p:spPr/>
        <p:txBody>
          <a:bodyPr/>
          <a:lstStyle>
            <a:lvl1pPr>
              <a:defRPr>
                <a:effectLst/>
              </a:defRPr>
            </a:lvl1pPr>
          </a:lstStyle>
          <a:p>
            <a:r>
              <a:rPr lang="en-US" dirty="0"/>
              <a:t>Question:</a:t>
            </a:r>
          </a:p>
        </p:txBody>
      </p:sp>
      <p:sp>
        <p:nvSpPr>
          <p:cNvPr id="4" name="Text Placeholder 3">
            <a:extLst>
              <a:ext uri="{FF2B5EF4-FFF2-40B4-BE49-F238E27FC236}">
                <a16:creationId xmlns:a16="http://schemas.microsoft.com/office/drawing/2014/main" id="{F92D8CB1-C637-EA83-82DF-AE062EB80611}"/>
              </a:ext>
            </a:extLst>
          </p:cNvPr>
          <p:cNvSpPr>
            <a:spLocks noGrp="1"/>
          </p:cNvSpPr>
          <p:nvPr>
            <p:ph type="body" sz="quarter" idx="10" hasCustomPrompt="1"/>
          </p:nvPr>
        </p:nvSpPr>
        <p:spPr>
          <a:xfrm>
            <a:off x="446088" y="1070322"/>
            <a:ext cx="4003675" cy="2654300"/>
          </a:xfrm>
          <a:prstGeom prst="rect">
            <a:avLst/>
          </a:prstGeom>
        </p:spPr>
        <p:txBody>
          <a:bodyPr lIns="0" tIns="0" rIns="0" bIns="0"/>
          <a:lstStyle>
            <a:lvl1pPr marL="0" indent="0">
              <a:lnSpc>
                <a:spcPct val="100000"/>
              </a:lnSpc>
              <a:spcBef>
                <a:spcPts val="0"/>
              </a:spcBef>
              <a:buFontTx/>
              <a:buNone/>
              <a:defRPr sz="21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457200" indent="0">
              <a:lnSpc>
                <a:spcPct val="110000"/>
              </a:lnSpc>
              <a:buFontTx/>
              <a:buNone/>
              <a:defRPr sz="2500" b="0" i="0">
                <a:latin typeface="Verdana" panose="020B0604030504040204" pitchFamily="34" charset="0"/>
                <a:ea typeface="Verdana" panose="020B0604030504040204" pitchFamily="34" charset="0"/>
                <a:cs typeface="Verdana" panose="020B0604030504040204" pitchFamily="34" charset="0"/>
              </a:defRPr>
            </a:lvl2pPr>
            <a:lvl3pPr marL="914400" indent="0">
              <a:lnSpc>
                <a:spcPct val="110000"/>
              </a:lnSpc>
              <a:buFontTx/>
              <a:buNone/>
              <a:defRPr sz="2500" b="0" i="0">
                <a:latin typeface="Verdana" panose="020B0604030504040204" pitchFamily="34" charset="0"/>
                <a:ea typeface="Verdana" panose="020B0604030504040204" pitchFamily="34" charset="0"/>
                <a:cs typeface="Verdana" panose="020B0604030504040204" pitchFamily="34" charset="0"/>
              </a:defRPr>
            </a:lvl3pPr>
            <a:lvl4pPr marL="1371600" indent="0">
              <a:lnSpc>
                <a:spcPct val="110000"/>
              </a:lnSpc>
              <a:buFontTx/>
              <a:buNone/>
              <a:defRPr sz="2500" b="0" i="0">
                <a:latin typeface="Verdana" panose="020B0604030504040204" pitchFamily="34" charset="0"/>
                <a:ea typeface="Verdana" panose="020B0604030504040204" pitchFamily="34" charset="0"/>
                <a:cs typeface="Verdana" panose="020B0604030504040204" pitchFamily="34" charset="0"/>
              </a:defRPr>
            </a:lvl4pPr>
            <a:lvl5pPr marL="1828800" indent="0">
              <a:lnSpc>
                <a:spcPct val="110000"/>
              </a:lnSpc>
              <a:buFontTx/>
              <a:buNone/>
              <a:defRPr sz="2500" b="0" i="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What are the most valuable things you’ve learnt today?</a:t>
            </a:r>
          </a:p>
        </p:txBody>
      </p:sp>
    </p:spTree>
    <p:extLst>
      <p:ext uri="{BB962C8B-B14F-4D97-AF65-F5344CB8AC3E}">
        <p14:creationId xmlns:p14="http://schemas.microsoft.com/office/powerpoint/2010/main" val="120086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0-#ppt_w/2"/>
                                          </p:val>
                                        </p:tav>
                                        <p:tav tm="100000">
                                          <p:val>
                                            <p:strVal val="#ppt_x"/>
                                          </p:val>
                                        </p:tav>
                                      </p:tavLst>
                                    </p:anim>
                                    <p:anim calcmode="lin" valueType="num">
                                      <p:cBhvr additive="base">
                                        <p:cTn id="8" dur="20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200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tmplLst>
          <p:tmpl>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Discussion Poi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48EF80-4ED8-87C7-8343-A4571F21A72C}"/>
              </a:ext>
            </a:extLst>
          </p:cNvPr>
          <p:cNvSpPr/>
          <p:nvPr userDrawn="1"/>
        </p:nvSpPr>
        <p:spPr>
          <a:xfrm>
            <a:off x="-1" y="0"/>
            <a:ext cx="8816741" cy="5143500"/>
          </a:xfrm>
          <a:prstGeom prst="rect">
            <a:avLst/>
          </a:prstGeom>
          <a:solidFill>
            <a:srgbClr val="9EE3F8">
              <a:alpha val="67889"/>
            </a:srgbClr>
          </a:solidFill>
          <a:ln w="1682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Rectangle 1">
            <a:extLst>
              <a:ext uri="{FF2B5EF4-FFF2-40B4-BE49-F238E27FC236}">
                <a16:creationId xmlns:a16="http://schemas.microsoft.com/office/drawing/2014/main" id="{5FCB16ED-AA5D-839E-D3B5-CAB3A4CB2E5F}"/>
              </a:ext>
            </a:extLst>
          </p:cNvPr>
          <p:cNvSpPr/>
          <p:nvPr userDrawn="1"/>
        </p:nvSpPr>
        <p:spPr>
          <a:xfrm>
            <a:off x="79514" y="77190"/>
            <a:ext cx="8659134" cy="4990416"/>
          </a:xfrm>
          <a:prstGeom prst="rect">
            <a:avLst/>
          </a:prstGeom>
          <a:noFill/>
          <a:ln w="168275">
            <a:solidFill>
              <a:srgbClr val="0E98C0">
                <a:alpha val="33021"/>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559778" y="2462909"/>
            <a:ext cx="3895383" cy="718241"/>
          </a:xfrm>
          <a:prstGeom prst="rect">
            <a:avLst/>
          </a:prstGeom>
        </p:spPr>
        <p:txBody>
          <a:bodyPr lIns="0" tIns="0" rIns="0" bIns="0"/>
          <a:lstStyle>
            <a:lvl1pPr marL="0" indent="0">
              <a:lnSpc>
                <a:spcPct val="110000"/>
              </a:lnSpc>
              <a:spcBef>
                <a:spcPts val="500"/>
              </a:spcBef>
              <a:spcAft>
                <a:spcPts val="0"/>
              </a:spcAft>
              <a:buFontTx/>
              <a:buNone/>
              <a:tabLst/>
              <a:defRPr sz="1400" b="0"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pic>
        <p:nvPicPr>
          <p:cNvPr id="6" name="Picture 5">
            <a:extLst>
              <a:ext uri="{FF2B5EF4-FFF2-40B4-BE49-F238E27FC236}">
                <a16:creationId xmlns:a16="http://schemas.microsoft.com/office/drawing/2014/main" id="{A1BAB40E-4B0C-30A2-15D1-F99C4BE7152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953832" y="1057218"/>
            <a:ext cx="3118177" cy="3105265"/>
          </a:xfrm>
          <a:prstGeom prst="rect">
            <a:avLst/>
          </a:prstGeom>
        </p:spPr>
      </p:pic>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582639" y="2429516"/>
            <a:ext cx="3793783" cy="312417"/>
          </a:xfrm>
        </p:spPr>
        <p:txBody>
          <a:bodyPr/>
          <a:lstStyle>
            <a:lvl1pPr algn="ctr">
              <a:defRPr sz="2600" b="1" i="0">
                <a:solidFill>
                  <a:schemeClr val="tx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Discussion Point:</a:t>
            </a:r>
          </a:p>
        </p:txBody>
      </p:sp>
      <p:sp>
        <p:nvSpPr>
          <p:cNvPr id="5" name="Text Placeholder 5">
            <a:extLst>
              <a:ext uri="{FF2B5EF4-FFF2-40B4-BE49-F238E27FC236}">
                <a16:creationId xmlns:a16="http://schemas.microsoft.com/office/drawing/2014/main" id="{B43F15E5-BB1E-2825-CF6A-B95B568416DB}"/>
              </a:ext>
            </a:extLst>
          </p:cNvPr>
          <p:cNvSpPr>
            <a:spLocks noGrp="1"/>
          </p:cNvSpPr>
          <p:nvPr>
            <p:ph type="body" sz="quarter" idx="11" hasCustomPrompt="1"/>
          </p:nvPr>
        </p:nvSpPr>
        <p:spPr>
          <a:xfrm>
            <a:off x="540728" y="3323969"/>
            <a:ext cx="3895383" cy="718241"/>
          </a:xfrm>
          <a:prstGeom prst="rect">
            <a:avLst/>
          </a:prstGeom>
        </p:spPr>
        <p:txBody>
          <a:bodyPr lIns="0" tIns="0" rIns="0" bIns="0"/>
          <a:lstStyle>
            <a:lvl1pPr marL="0" indent="0">
              <a:lnSpc>
                <a:spcPct val="110000"/>
              </a:lnSpc>
              <a:spcBef>
                <a:spcPts val="500"/>
              </a:spcBef>
              <a:spcAft>
                <a:spcPts val="0"/>
              </a:spcAft>
              <a:buFontTx/>
              <a:buNone/>
              <a:tabLst/>
              <a:defRPr sz="1800" b="0" i="1">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Q: Question Lorem ipsum dolor sit </a:t>
            </a:r>
            <a:r>
              <a:rPr lang="en-US" dirty="0" err="1"/>
              <a:t>amet</a:t>
            </a:r>
            <a:r>
              <a:rPr lang="en-US" dirty="0"/>
              <a:t>?</a:t>
            </a:r>
          </a:p>
        </p:txBody>
      </p:sp>
      <p:sp>
        <p:nvSpPr>
          <p:cNvPr id="7" name="Slide Number Placeholder 4">
            <a:extLst>
              <a:ext uri="{FF2B5EF4-FFF2-40B4-BE49-F238E27FC236}">
                <a16:creationId xmlns:a16="http://schemas.microsoft.com/office/drawing/2014/main" id="{1379500A-CB57-8A6C-E7DA-BDEDEACDE0F1}"/>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424957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64" presetClass="path" presetSubtype="0" accel="50000" decel="50000" fill="hold" grpId="0" nodeType="afterEffect">
                                  <p:stCondLst>
                                    <p:cond delay="0"/>
                                  </p:stCondLst>
                                  <p:childTnLst>
                                    <p:animMotion origin="layout" path="M 3.88889E-6 4.93827E-6 L -0.03871 -0.09969 " pathEditMode="relative" rAng="0" ptsTypes="AA">
                                      <p:cBhvr>
                                        <p:cTn id="10" dur="1000" fill="hold"/>
                                        <p:tgtEl>
                                          <p:spTgt spid="3"/>
                                        </p:tgtEl>
                                        <p:attrNameLst>
                                          <p:attrName>ppt_x</p:attrName>
                                          <p:attrName>ppt_y</p:attrName>
                                        </p:attrNameLst>
                                      </p:cBhvr>
                                      <p:rCtr x="-1910" y="-5031"/>
                                    </p:animMotion>
                                  </p:childTnLst>
                                </p:cTn>
                              </p:par>
                            </p:childTnLst>
                          </p:cTn>
                        </p:par>
                        <p:par>
                          <p:cTn id="11" fill="hold">
                            <p:stCondLst>
                              <p:cond delay="2000"/>
                            </p:stCondLst>
                            <p:childTnLst>
                              <p:par>
                                <p:cTn id="12" presetID="10" presetClass="entr" presetSubtype="0" fill="hold" grpId="0" nodeType="after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childTnLst>
                                </p:cTn>
                              </p:par>
                            </p:childTnLst>
                          </p:cTn>
                        </p:par>
                        <p:par>
                          <p:cTn id="15" fill="hold">
                            <p:stCondLst>
                              <p:cond delay="3000"/>
                            </p:stCondLst>
                            <p:childTnLst>
                              <p:par>
                                <p:cTn id="16" presetID="10" presetClass="entr" presetSubtype="0" fill="hold" grpId="0" nodeType="after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4">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3" grpId="0"/>
      <p:bldP spid="5" grpId="0" build="p" bldLvl="4">
        <p:tmplLst>
          <p:tmpl lvl="1">
            <p:tnLst>
              <p:par>
                <p:cTn presetID="10" presetClass="entr" presetSubtype="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 text with photo right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1E5A9F-2A33-29DF-C7C2-797DEE7FCFBF}"/>
              </a:ext>
            </a:extLst>
          </p:cNvPr>
          <p:cNvSpPr/>
          <p:nvPr userDrawn="1"/>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0"/>
            <a:ext cx="8663940" cy="941696"/>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207130"/>
            <a:ext cx="7992705" cy="548637"/>
          </a:xfrm>
        </p:spPr>
        <p:txBody>
          <a:bodyPr/>
          <a:lstStyle>
            <a:lvl1pPr>
              <a:defRPr>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292614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ght text with photo right 2">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64885BA6-9F8D-E426-0D57-730723BC9DA9}"/>
              </a:ext>
            </a:extLst>
          </p:cNvPr>
          <p:cNvSpPr>
            <a:spLocks noGrp="1"/>
          </p:cNvSpPr>
          <p:nvPr>
            <p:ph type="pic" sz="quarter" idx="11"/>
          </p:nvPr>
        </p:nvSpPr>
        <p:spPr>
          <a:xfrm>
            <a:off x="4661211" y="0"/>
            <a:ext cx="4158471" cy="5143500"/>
          </a:xfrm>
          <a:prstGeom prst="rect">
            <a:avLst/>
          </a:prstGeom>
        </p:spPr>
        <p:txBody>
          <a:bodyPr/>
          <a:lstStyle>
            <a:lvl1pPr marL="0" indent="0">
              <a:buFontTx/>
              <a:buNone/>
              <a:defRPr>
                <a:latin typeface="Verdana" panose="020B0604030504040204" pitchFamily="34" charset="0"/>
              </a:defRPr>
            </a:lvl1pPr>
          </a:lstStyle>
          <a:p>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0" y="84841"/>
            <a:ext cx="8653807" cy="4977354"/>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5" y="329050"/>
            <a:ext cx="7992705" cy="548637"/>
          </a:xfrm>
        </p:spPr>
        <p:txBody>
          <a:bodyPr/>
          <a:lstStyle>
            <a:lvl1pPr>
              <a:defRPr>
                <a:solidFill>
                  <a:schemeClr val="tx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168239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nodePh="1">
                                  <p:stCondLst>
                                    <p:cond delay="1000"/>
                                  </p:stCondLst>
                                  <p:endCondLst>
                                    <p:cond evt="begin" delay="0">
                                      <p:tn val="15"/>
                                    </p:cond>
                                  </p:end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ight text with photo top">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C8C18912-3205-B14C-BDD1-0127182E1C58}"/>
              </a:ext>
            </a:extLst>
          </p:cNvPr>
          <p:cNvSpPr>
            <a:spLocks noGrp="1"/>
          </p:cNvSpPr>
          <p:nvPr>
            <p:ph type="pic" sz="quarter" idx="11"/>
          </p:nvPr>
        </p:nvSpPr>
        <p:spPr>
          <a:xfrm>
            <a:off x="1" y="0"/>
            <a:ext cx="8663048" cy="2387600"/>
          </a:xfrm>
          <a:prstGeom prst="rect">
            <a:avLst/>
          </a:prstGeom>
        </p:spPr>
        <p:txBody>
          <a:bodyPr/>
          <a:lstStyle>
            <a:lvl1pPr marL="0" indent="0">
              <a:buFontTx/>
              <a:buNone/>
              <a:defRPr>
                <a:latin typeface="Verdana" panose="020B0604030504040204" pitchFamily="34" charset="0"/>
              </a:defRPr>
            </a:lvl1pPr>
          </a:lstStyle>
          <a:p>
            <a:endParaRPr lang="en-US" dirty="0"/>
          </a:p>
        </p:txBody>
      </p:sp>
      <p:sp>
        <p:nvSpPr>
          <p:cNvPr id="8" name="Rectangle 7">
            <a:extLst>
              <a:ext uri="{FF2B5EF4-FFF2-40B4-BE49-F238E27FC236}">
                <a16:creationId xmlns:a16="http://schemas.microsoft.com/office/drawing/2014/main" id="{67DCF7FB-F706-14FC-31E5-2E30DEB3DF10}"/>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428263" y="1406954"/>
            <a:ext cx="7964821" cy="548637"/>
          </a:xfrm>
        </p:spPr>
        <p:txBody>
          <a:bodyPr/>
          <a:lstStyle>
            <a:lvl1pPr>
              <a:defRPr>
                <a:solidFill>
                  <a:schemeClr val="tx1"/>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213674AE-C2EC-BEBF-F187-B9230299CFBF}"/>
              </a:ext>
            </a:extLst>
          </p:cNvPr>
          <p:cNvSpPr>
            <a:spLocks noGrp="1"/>
          </p:cNvSpPr>
          <p:nvPr>
            <p:ph type="body" sz="quarter" idx="10" hasCustomPrompt="1"/>
          </p:nvPr>
        </p:nvSpPr>
        <p:spPr>
          <a:xfrm>
            <a:off x="354012" y="2578102"/>
            <a:ext cx="4197351" cy="2190749"/>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83" indent="0">
              <a:buFontTx/>
              <a:buNone/>
              <a:defRPr sz="1400"/>
            </a:lvl2pPr>
            <a:lvl3pPr marL="685765" indent="0">
              <a:buFontTx/>
              <a:buNone/>
              <a:defRPr sz="1400"/>
            </a:lvl3pPr>
            <a:lvl4pPr marL="1028648" indent="0">
              <a:buFontTx/>
              <a:buNone/>
              <a:defRPr sz="1400"/>
            </a:lvl4pPr>
            <a:lvl5pPr marL="1371532"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
        <p:nvSpPr>
          <p:cNvPr id="4" name="Picture Placeholder 3">
            <a:extLst>
              <a:ext uri="{FF2B5EF4-FFF2-40B4-BE49-F238E27FC236}">
                <a16:creationId xmlns:a16="http://schemas.microsoft.com/office/drawing/2014/main" id="{745389EE-06DB-3FF2-3ADD-B0E7C0CFEA1F}"/>
              </a:ext>
            </a:extLst>
          </p:cNvPr>
          <p:cNvSpPr>
            <a:spLocks noGrp="1"/>
          </p:cNvSpPr>
          <p:nvPr>
            <p:ph type="pic" sz="quarter" idx="12"/>
          </p:nvPr>
        </p:nvSpPr>
        <p:spPr>
          <a:xfrm>
            <a:off x="4749801" y="2603500"/>
            <a:ext cx="3746500" cy="2222500"/>
          </a:xfrm>
          <a:prstGeom prst="rect">
            <a:avLst/>
          </a:prstGeom>
        </p:spPr>
        <p:txBody>
          <a:bodyPr/>
          <a:lstStyle>
            <a:lvl1pPr marL="0" indent="0">
              <a:buFontTx/>
              <a:buNone/>
              <a:defRPr>
                <a:latin typeface="Verdana" panose="020B0604030504040204" pitchFamily="34" charset="0"/>
              </a:defRPr>
            </a:lvl1pPr>
          </a:lstStyle>
          <a:p>
            <a:endParaRPr lang="en-US" dirty="0"/>
          </a:p>
        </p:txBody>
      </p:sp>
    </p:spTree>
    <p:extLst>
      <p:ext uri="{BB962C8B-B14F-4D97-AF65-F5344CB8AC3E}">
        <p14:creationId xmlns:p14="http://schemas.microsoft.com/office/powerpoint/2010/main" val="2724242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0-#ppt_w/2"/>
                                          </p:val>
                                        </p:tav>
                                        <p:tav tm="100000">
                                          <p:val>
                                            <p:strVal val="#ppt_x"/>
                                          </p:val>
                                        </p:tav>
                                      </p:tavLst>
                                    </p:anim>
                                    <p:anim calcmode="lin" valueType="num">
                                      <p:cBhvr additive="base">
                                        <p:cTn id="8" dur="2000" fill="hold"/>
                                        <p:tgtEl>
                                          <p:spTgt spid="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2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2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nodePh="1">
                                  <p:stCondLst>
                                    <p:cond delay="0"/>
                                  </p:stCondLst>
                                  <p:endCondLst>
                                    <p:cond evt="begin" delay="0">
                                      <p:tn val="20"/>
                                    </p:cond>
                                  </p:end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 grpId="0"/>
      <p:bldP spid="6" grpId="0">
        <p:tmplLst>
          <p:tmpl>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4"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Video/Media">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DCF7FB-F706-14FC-31E5-2E30DEB3DF10}"/>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hasCustomPrompt="1"/>
          </p:nvPr>
        </p:nvSpPr>
        <p:spPr>
          <a:xfrm>
            <a:off x="428263" y="425647"/>
            <a:ext cx="7964821" cy="548637"/>
          </a:xfrm>
        </p:spPr>
        <p:txBody>
          <a:bodyPr/>
          <a:lstStyle>
            <a:lvl1pPr algn="ctr">
              <a:defRPr>
                <a:solidFill>
                  <a:schemeClr val="tx1"/>
                </a:solidFill>
              </a:defRPr>
            </a:lvl1pPr>
          </a:lstStyle>
          <a:p>
            <a:r>
              <a:rPr lang="en-US" dirty="0"/>
              <a:t>Video Title</a:t>
            </a:r>
          </a:p>
        </p:txBody>
      </p:sp>
      <p:sp>
        <p:nvSpPr>
          <p:cNvPr id="4" name="Media Placeholder 3">
            <a:extLst>
              <a:ext uri="{FF2B5EF4-FFF2-40B4-BE49-F238E27FC236}">
                <a16:creationId xmlns:a16="http://schemas.microsoft.com/office/drawing/2014/main" id="{6914BD51-4633-4B09-59DA-6798417CFE2D}"/>
              </a:ext>
            </a:extLst>
          </p:cNvPr>
          <p:cNvSpPr>
            <a:spLocks noGrp="1"/>
          </p:cNvSpPr>
          <p:nvPr>
            <p:ph type="media" sz="quarter" idx="10"/>
          </p:nvPr>
        </p:nvSpPr>
        <p:spPr>
          <a:xfrm>
            <a:off x="434975" y="1092200"/>
            <a:ext cx="7972425" cy="3668713"/>
          </a:xfrm>
          <a:prstGeom prst="rect">
            <a:avLst/>
          </a:prstGeom>
        </p:spPr>
        <p:txBody>
          <a:bodyPr/>
          <a:lstStyle>
            <a:lvl1pPr marL="0" indent="0">
              <a:buFontTx/>
              <a:buNone/>
              <a:defRPr sz="1400">
                <a:latin typeface="Verdana" panose="020B0604030504040204" pitchFamily="34" charset="0"/>
              </a:defRPr>
            </a:lvl1pPr>
          </a:lstStyle>
          <a:p>
            <a:endParaRPr lang="en-US" dirty="0"/>
          </a:p>
        </p:txBody>
      </p:sp>
    </p:spTree>
    <p:extLst>
      <p:ext uri="{BB962C8B-B14F-4D97-AF65-F5344CB8AC3E}">
        <p14:creationId xmlns:p14="http://schemas.microsoft.com/office/powerpoint/2010/main" val="49926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nodePh="1">
                                  <p:stCondLst>
                                    <p:cond delay="0"/>
                                  </p:stCondLst>
                                  <p:endCondLst>
                                    <p:cond evt="begin" delay="0">
                                      <p:tn val="11"/>
                                    </p:cond>
                                  </p:end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4"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rge Char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DCF7FB-F706-14FC-31E5-2E30DEB3DF10}"/>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hasCustomPrompt="1"/>
          </p:nvPr>
        </p:nvSpPr>
        <p:spPr>
          <a:xfrm>
            <a:off x="428263" y="425647"/>
            <a:ext cx="7964821" cy="548637"/>
          </a:xfrm>
        </p:spPr>
        <p:txBody>
          <a:bodyPr/>
          <a:lstStyle>
            <a:lvl1pPr algn="ctr">
              <a:defRPr>
                <a:solidFill>
                  <a:schemeClr val="tx1"/>
                </a:solidFill>
              </a:defRPr>
            </a:lvl1pPr>
          </a:lstStyle>
          <a:p>
            <a:r>
              <a:rPr lang="en-US" dirty="0"/>
              <a:t>Chart Title</a:t>
            </a:r>
          </a:p>
        </p:txBody>
      </p:sp>
      <p:sp>
        <p:nvSpPr>
          <p:cNvPr id="5" name="Table Placeholder 4">
            <a:extLst>
              <a:ext uri="{FF2B5EF4-FFF2-40B4-BE49-F238E27FC236}">
                <a16:creationId xmlns:a16="http://schemas.microsoft.com/office/drawing/2014/main" id="{5464C611-DA4C-0379-65FC-F53A919AEE77}"/>
              </a:ext>
            </a:extLst>
          </p:cNvPr>
          <p:cNvSpPr>
            <a:spLocks noGrp="1"/>
          </p:cNvSpPr>
          <p:nvPr>
            <p:ph type="tbl" sz="quarter" idx="10"/>
          </p:nvPr>
        </p:nvSpPr>
        <p:spPr>
          <a:xfrm>
            <a:off x="423746" y="1092200"/>
            <a:ext cx="7983654" cy="3690938"/>
          </a:xfrm>
          <a:prstGeom prst="rect">
            <a:avLst/>
          </a:prstGeom>
        </p:spPr>
        <p:txBody>
          <a:bodyPr/>
          <a:lstStyle>
            <a:lvl1pPr marL="0" indent="0">
              <a:buFontTx/>
              <a:buNone/>
              <a:defRPr>
                <a:latin typeface="Verdana" panose="020B0604030504040204" pitchFamily="34" charset="0"/>
              </a:defRPr>
            </a:lvl1pPr>
          </a:lstStyle>
          <a:p>
            <a:endParaRPr lang="en-US" dirty="0"/>
          </a:p>
        </p:txBody>
      </p:sp>
    </p:spTree>
    <p:extLst>
      <p:ext uri="{BB962C8B-B14F-4D97-AF65-F5344CB8AC3E}">
        <p14:creationId xmlns:p14="http://schemas.microsoft.com/office/powerpoint/2010/main" val="24769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5"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nfographic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8D97BA3-89EA-6FA3-E147-8ACB8225C02A}"/>
              </a:ext>
            </a:extLst>
          </p:cNvPr>
          <p:cNvSpPr/>
          <p:nvPr userDrawn="1"/>
        </p:nvSpPr>
        <p:spPr>
          <a:xfrm>
            <a:off x="161753" y="1477926"/>
            <a:ext cx="8496987" cy="3144874"/>
          </a:xfrm>
          <a:prstGeom prst="rect">
            <a:avLst/>
          </a:prstGeom>
          <a:solidFill>
            <a:srgbClr val="9EE3F8">
              <a:alpha val="7725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4" name="Picture Placeholder 23">
            <a:extLst>
              <a:ext uri="{FF2B5EF4-FFF2-40B4-BE49-F238E27FC236}">
                <a16:creationId xmlns:a16="http://schemas.microsoft.com/office/drawing/2014/main" id="{762F4A41-88AE-E5CE-EB74-BF5BBE93F7C0}"/>
              </a:ext>
            </a:extLst>
          </p:cNvPr>
          <p:cNvSpPr>
            <a:spLocks noGrp="1"/>
          </p:cNvSpPr>
          <p:nvPr>
            <p:ph type="pic" sz="quarter" idx="19"/>
          </p:nvPr>
        </p:nvSpPr>
        <p:spPr>
          <a:xfrm>
            <a:off x="3035300" y="1828800"/>
            <a:ext cx="2908300" cy="2451100"/>
          </a:xfrm>
          <a:prstGeom prst="rect">
            <a:avLst/>
          </a:prstGeom>
        </p:spPr>
        <p:txBody>
          <a:bodyPr/>
          <a:lstStyle>
            <a:lvl1pPr marL="0" indent="0">
              <a:buFontTx/>
              <a:buNone/>
              <a:defRPr sz="1400">
                <a:latin typeface="Verdana" panose="020B0604030504040204" pitchFamily="34" charset="0"/>
              </a:defRPr>
            </a:lvl1pPr>
          </a:lstStyle>
          <a:p>
            <a:endParaRPr lang="en-US" dirty="0"/>
          </a:p>
        </p:txBody>
      </p:sp>
      <p:sp>
        <p:nvSpPr>
          <p:cNvPr id="9" name="Rectangle 8">
            <a:extLst>
              <a:ext uri="{FF2B5EF4-FFF2-40B4-BE49-F238E27FC236}">
                <a16:creationId xmlns:a16="http://schemas.microsoft.com/office/drawing/2014/main" id="{3EAA550A-E532-89E1-D9F7-326B37770D83}"/>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177801" y="259084"/>
            <a:ext cx="8470900" cy="548637"/>
          </a:xfrm>
        </p:spPr>
        <p:txBody>
          <a:bodyPr/>
          <a:lstStyle>
            <a:lvl1pPr algn="ctr">
              <a:defRPr/>
            </a:lvl1pPr>
          </a:lstStyle>
          <a:p>
            <a:r>
              <a:rPr lang="en-US" dirty="0"/>
              <a:t>Infographic 1</a:t>
            </a:r>
          </a:p>
        </p:txBody>
      </p:sp>
      <p:sp>
        <p:nvSpPr>
          <p:cNvPr id="3" name="Text Placeholder 5">
            <a:extLst>
              <a:ext uri="{FF2B5EF4-FFF2-40B4-BE49-F238E27FC236}">
                <a16:creationId xmlns:a16="http://schemas.microsoft.com/office/drawing/2014/main" id="{193A67C6-FE89-F031-3E45-186EB4DB08A4}"/>
              </a:ext>
            </a:extLst>
          </p:cNvPr>
          <p:cNvSpPr>
            <a:spLocks noGrp="1"/>
          </p:cNvSpPr>
          <p:nvPr>
            <p:ph type="body" sz="quarter" idx="10" hasCustomPrompt="1"/>
          </p:nvPr>
        </p:nvSpPr>
        <p:spPr>
          <a:xfrm>
            <a:off x="462257" y="2055627"/>
            <a:ext cx="1772943"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4" name="Text Placeholder 7">
            <a:extLst>
              <a:ext uri="{FF2B5EF4-FFF2-40B4-BE49-F238E27FC236}">
                <a16:creationId xmlns:a16="http://schemas.microsoft.com/office/drawing/2014/main" id="{B51D8EFF-AE3C-27F7-CE74-A95A042BD829}"/>
              </a:ext>
            </a:extLst>
          </p:cNvPr>
          <p:cNvSpPr>
            <a:spLocks noGrp="1"/>
          </p:cNvSpPr>
          <p:nvPr>
            <p:ph type="body" sz="quarter" idx="11" hasCustomPrompt="1"/>
          </p:nvPr>
        </p:nvSpPr>
        <p:spPr>
          <a:xfrm>
            <a:off x="165100" y="946238"/>
            <a:ext cx="8496300" cy="380682"/>
          </a:xfrm>
          <a:prstGeom prst="rect">
            <a:avLst/>
          </a:prstGeom>
        </p:spPr>
        <p:txBody>
          <a:bodyPr lIns="0" tIns="0" rIns="0" bIns="0" anchor="ctr"/>
          <a:lstStyle>
            <a:lvl1pPr marL="0" indent="0" algn="ctr">
              <a:buFontTx/>
              <a:buNone/>
              <a:defRPr sz="1600" b="1" i="0">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err="1"/>
              <a:t>Subheader</a:t>
            </a:r>
            <a:endParaRPr lang="en-US" dirty="0"/>
          </a:p>
        </p:txBody>
      </p:sp>
      <p:sp>
        <p:nvSpPr>
          <p:cNvPr id="10" name="Text Placeholder 5">
            <a:extLst>
              <a:ext uri="{FF2B5EF4-FFF2-40B4-BE49-F238E27FC236}">
                <a16:creationId xmlns:a16="http://schemas.microsoft.com/office/drawing/2014/main" id="{5827434E-D063-6EED-B829-F70A87C146C4}"/>
              </a:ext>
            </a:extLst>
          </p:cNvPr>
          <p:cNvSpPr>
            <a:spLocks noGrp="1"/>
          </p:cNvSpPr>
          <p:nvPr>
            <p:ph type="body" sz="quarter" idx="12" hasCustomPrompt="1"/>
          </p:nvPr>
        </p:nvSpPr>
        <p:spPr>
          <a:xfrm>
            <a:off x="466308" y="1750828"/>
            <a:ext cx="1862222"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11" name="Text Placeholder 5">
            <a:extLst>
              <a:ext uri="{FF2B5EF4-FFF2-40B4-BE49-F238E27FC236}">
                <a16:creationId xmlns:a16="http://schemas.microsoft.com/office/drawing/2014/main" id="{D2D55FF8-2BE6-640F-DD6C-995A976B0840}"/>
              </a:ext>
            </a:extLst>
          </p:cNvPr>
          <p:cNvSpPr>
            <a:spLocks noGrp="1"/>
          </p:cNvSpPr>
          <p:nvPr>
            <p:ph type="body" sz="quarter" idx="13" hasCustomPrompt="1"/>
          </p:nvPr>
        </p:nvSpPr>
        <p:spPr>
          <a:xfrm>
            <a:off x="457201" y="3505199"/>
            <a:ext cx="1778000"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p>
        </p:txBody>
      </p:sp>
      <p:sp>
        <p:nvSpPr>
          <p:cNvPr id="12" name="Text Placeholder 5">
            <a:extLst>
              <a:ext uri="{FF2B5EF4-FFF2-40B4-BE49-F238E27FC236}">
                <a16:creationId xmlns:a16="http://schemas.microsoft.com/office/drawing/2014/main" id="{1525525F-58F1-C003-3898-62ECDFA81520}"/>
              </a:ext>
            </a:extLst>
          </p:cNvPr>
          <p:cNvSpPr>
            <a:spLocks noGrp="1"/>
          </p:cNvSpPr>
          <p:nvPr>
            <p:ph type="body" sz="quarter" idx="14" hasCustomPrompt="1"/>
          </p:nvPr>
        </p:nvSpPr>
        <p:spPr>
          <a:xfrm>
            <a:off x="461252" y="3200401"/>
            <a:ext cx="1888543" cy="233916"/>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13" name="Text Placeholder 5">
            <a:extLst>
              <a:ext uri="{FF2B5EF4-FFF2-40B4-BE49-F238E27FC236}">
                <a16:creationId xmlns:a16="http://schemas.microsoft.com/office/drawing/2014/main" id="{E8A7B1D6-F791-C42D-E5A2-F6B20B6F4B76}"/>
              </a:ext>
            </a:extLst>
          </p:cNvPr>
          <p:cNvSpPr>
            <a:spLocks noGrp="1"/>
          </p:cNvSpPr>
          <p:nvPr>
            <p:ph type="body" sz="quarter" idx="15" hasCustomPrompt="1"/>
          </p:nvPr>
        </p:nvSpPr>
        <p:spPr>
          <a:xfrm>
            <a:off x="6678402" y="2048538"/>
            <a:ext cx="1750855"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p>
        </p:txBody>
      </p:sp>
      <p:sp>
        <p:nvSpPr>
          <p:cNvPr id="14" name="Text Placeholder 5">
            <a:extLst>
              <a:ext uri="{FF2B5EF4-FFF2-40B4-BE49-F238E27FC236}">
                <a16:creationId xmlns:a16="http://schemas.microsoft.com/office/drawing/2014/main" id="{24F27A23-01CF-91C8-7021-F74CF4EE8BD4}"/>
              </a:ext>
            </a:extLst>
          </p:cNvPr>
          <p:cNvSpPr>
            <a:spLocks noGrp="1"/>
          </p:cNvSpPr>
          <p:nvPr>
            <p:ph type="body" sz="quarter" idx="16" hasCustomPrompt="1"/>
          </p:nvPr>
        </p:nvSpPr>
        <p:spPr>
          <a:xfrm>
            <a:off x="6681947" y="1743741"/>
            <a:ext cx="1757944" cy="244549"/>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15" name="Text Placeholder 5">
            <a:extLst>
              <a:ext uri="{FF2B5EF4-FFF2-40B4-BE49-F238E27FC236}">
                <a16:creationId xmlns:a16="http://schemas.microsoft.com/office/drawing/2014/main" id="{BD652DFC-9408-5FD5-2A82-631AF977A06C}"/>
              </a:ext>
            </a:extLst>
          </p:cNvPr>
          <p:cNvSpPr>
            <a:spLocks noGrp="1"/>
          </p:cNvSpPr>
          <p:nvPr>
            <p:ph type="body" sz="quarter" idx="17" hasCustomPrompt="1"/>
          </p:nvPr>
        </p:nvSpPr>
        <p:spPr>
          <a:xfrm>
            <a:off x="6671313" y="3498110"/>
            <a:ext cx="1757944"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sit </a:t>
            </a:r>
            <a:r>
              <a:rPr lang="en-US" dirty="0" err="1"/>
              <a:t>amet</a:t>
            </a:r>
            <a:endParaRPr lang="en-US" dirty="0"/>
          </a:p>
        </p:txBody>
      </p:sp>
      <p:sp>
        <p:nvSpPr>
          <p:cNvPr id="16" name="Text Placeholder 5">
            <a:extLst>
              <a:ext uri="{FF2B5EF4-FFF2-40B4-BE49-F238E27FC236}">
                <a16:creationId xmlns:a16="http://schemas.microsoft.com/office/drawing/2014/main" id="{F4703E25-EE39-617B-7A53-85E9AD98DFAB}"/>
              </a:ext>
            </a:extLst>
          </p:cNvPr>
          <p:cNvSpPr>
            <a:spLocks noGrp="1"/>
          </p:cNvSpPr>
          <p:nvPr>
            <p:ph type="body" sz="quarter" idx="18" hasCustomPrompt="1"/>
          </p:nvPr>
        </p:nvSpPr>
        <p:spPr>
          <a:xfrm>
            <a:off x="6674857" y="3193313"/>
            <a:ext cx="1775665" cy="241005"/>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5" name="Oval 4">
            <a:extLst>
              <a:ext uri="{FF2B5EF4-FFF2-40B4-BE49-F238E27FC236}">
                <a16:creationId xmlns:a16="http://schemas.microsoft.com/office/drawing/2014/main" id="{4CE9307C-B1CC-B5EC-D4CA-FC4E04979C6F}"/>
              </a:ext>
            </a:extLst>
          </p:cNvPr>
          <p:cNvSpPr/>
          <p:nvPr userDrawn="1"/>
        </p:nvSpPr>
        <p:spPr>
          <a:xfrm>
            <a:off x="2360299" y="1740883"/>
            <a:ext cx="1128047"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6" name="Oval 5">
            <a:extLst>
              <a:ext uri="{FF2B5EF4-FFF2-40B4-BE49-F238E27FC236}">
                <a16:creationId xmlns:a16="http://schemas.microsoft.com/office/drawing/2014/main" id="{199774E0-4418-1795-E07C-96634E54044C}"/>
              </a:ext>
            </a:extLst>
          </p:cNvPr>
          <p:cNvSpPr/>
          <p:nvPr userDrawn="1"/>
        </p:nvSpPr>
        <p:spPr>
          <a:xfrm>
            <a:off x="2367421" y="3211793"/>
            <a:ext cx="1128047"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7" name="Oval 6">
            <a:extLst>
              <a:ext uri="{FF2B5EF4-FFF2-40B4-BE49-F238E27FC236}">
                <a16:creationId xmlns:a16="http://schemas.microsoft.com/office/drawing/2014/main" id="{F51B729D-6FCF-88D7-3886-B9D640F22842}"/>
              </a:ext>
            </a:extLst>
          </p:cNvPr>
          <p:cNvSpPr/>
          <p:nvPr userDrawn="1"/>
        </p:nvSpPr>
        <p:spPr>
          <a:xfrm>
            <a:off x="5390258" y="1748005"/>
            <a:ext cx="1128047"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8" name="Oval 7">
            <a:extLst>
              <a:ext uri="{FF2B5EF4-FFF2-40B4-BE49-F238E27FC236}">
                <a16:creationId xmlns:a16="http://schemas.microsoft.com/office/drawing/2014/main" id="{CAC5DBA8-7DD6-7ED0-0F87-4B472F626707}"/>
              </a:ext>
            </a:extLst>
          </p:cNvPr>
          <p:cNvSpPr/>
          <p:nvPr userDrawn="1"/>
        </p:nvSpPr>
        <p:spPr>
          <a:xfrm>
            <a:off x="5397379" y="3218915"/>
            <a:ext cx="1128047"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Tree>
    <p:extLst>
      <p:ext uri="{BB962C8B-B14F-4D97-AF65-F5344CB8AC3E}">
        <p14:creationId xmlns:p14="http://schemas.microsoft.com/office/powerpoint/2010/main" val="79535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childTnLst>
                                </p:cTn>
                              </p:par>
                              <p:par>
                                <p:cTn id="16" presetID="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1000" fill="hold"/>
                                        <p:tgtEl>
                                          <p:spTgt spid="21"/>
                                        </p:tgtEl>
                                        <p:attrNameLst>
                                          <p:attrName>ppt_x</p:attrName>
                                        </p:attrNameLst>
                                      </p:cBhvr>
                                      <p:tavLst>
                                        <p:tav tm="0">
                                          <p:val>
                                            <p:strVal val="0-#ppt_w/2"/>
                                          </p:val>
                                        </p:tav>
                                        <p:tav tm="100000">
                                          <p:val>
                                            <p:strVal val="#ppt_x"/>
                                          </p:val>
                                        </p:tav>
                                      </p:tavLst>
                                    </p:anim>
                                    <p:anim calcmode="lin" valueType="num">
                                      <p:cBhvr additive="base">
                                        <p:cTn id="19" dur="1000" fill="hold"/>
                                        <p:tgtEl>
                                          <p:spTgt spid="21"/>
                                        </p:tgtEl>
                                        <p:attrNameLst>
                                          <p:attrName>ppt_y</p:attrName>
                                        </p:attrNameLst>
                                      </p:cBhvr>
                                      <p:tavLst>
                                        <p:tav tm="0">
                                          <p:val>
                                            <p:strVal val="#ppt_y"/>
                                          </p:val>
                                        </p:tav>
                                        <p:tav tm="100000">
                                          <p:val>
                                            <p:strVal val="#ppt_y"/>
                                          </p:val>
                                        </p:tav>
                                      </p:tavLst>
                                    </p:anim>
                                  </p:childTnLst>
                                </p:cTn>
                              </p:par>
                              <p:par>
                                <p:cTn id="20" presetID="10" presetClass="entr" presetSubtype="0" fill="hold" grpId="0" nodeType="withEffect">
                                  <p:stCondLst>
                                    <p:cond delay="10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childTnLst>
                                </p:cTn>
                              </p:par>
                              <p:par>
                                <p:cTn id="23" presetID="10" presetClass="entr" presetSubtype="0" fill="hold" grpId="0" nodeType="withEffect">
                                  <p:stCondLst>
                                    <p:cond delay="10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childTnLst>
                                </p:cTn>
                              </p:par>
                              <p:par>
                                <p:cTn id="26" presetID="10" presetClass="entr" presetSubtype="0" fill="hold" grpId="0" nodeType="withEffect">
                                  <p:stCondLst>
                                    <p:cond delay="10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childTnLst>
                                </p:cTn>
                              </p:par>
                              <p:par>
                                <p:cTn id="29" presetID="10" presetClass="entr" presetSubtype="0" fill="hold" grpId="0" nodeType="withEffect">
                                  <p:stCondLst>
                                    <p:cond delay="10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childTnLst>
                                </p:cTn>
                              </p:par>
                              <p:par>
                                <p:cTn id="32" presetID="10" presetClass="entr" presetSubtype="0" fill="hold" grpId="0" nodeType="withEffect">
                                  <p:stCondLst>
                                    <p:cond delay="100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1000"/>
                                        <p:tgtEl>
                                          <p:spTgt spid="14"/>
                                        </p:tgtEl>
                                      </p:cBhvr>
                                    </p:animEffect>
                                  </p:childTnLst>
                                </p:cTn>
                              </p:par>
                              <p:par>
                                <p:cTn id="35" presetID="10" presetClass="entr" presetSubtype="0" fill="hold" grpId="0" nodeType="withEffect">
                                  <p:stCondLst>
                                    <p:cond delay="10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childTnLst>
                                </p:cTn>
                              </p:par>
                              <p:par>
                                <p:cTn id="38" presetID="10" presetClass="entr" presetSubtype="0" fill="hold" grpId="0" nodeType="withEffect">
                                  <p:stCondLst>
                                    <p:cond delay="100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1000"/>
                                        <p:tgtEl>
                                          <p:spTgt spid="16"/>
                                        </p:tgtEl>
                                      </p:cBhvr>
                                    </p:animEffect>
                                  </p:childTnLst>
                                </p:cTn>
                              </p:par>
                              <p:par>
                                <p:cTn id="41" presetID="10" presetClass="entr" presetSubtype="0" fill="hold" grpId="0" nodeType="withEffect">
                                  <p:stCondLst>
                                    <p:cond delay="10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000"/>
                                        <p:tgtEl>
                                          <p:spTgt spid="15"/>
                                        </p:tgtEl>
                                      </p:cBhvr>
                                    </p:animEffect>
                                  </p:childTnLst>
                                </p:cTn>
                              </p:par>
                              <p:par>
                                <p:cTn id="44" presetID="10" presetClass="entr" presetSubtype="0" fill="hold" grpId="0" nodeType="withEffect">
                                  <p:stCondLst>
                                    <p:cond delay="100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1000"/>
                                        <p:tgtEl>
                                          <p:spTgt spid="6"/>
                                        </p:tgtEl>
                                      </p:cBhvr>
                                    </p:animEffect>
                                  </p:childTnLst>
                                </p:cTn>
                              </p:par>
                              <p:par>
                                <p:cTn id="47" presetID="10" presetClass="entr" presetSubtype="0" fill="hold" grpId="0" nodeType="withEffect">
                                  <p:stCondLst>
                                    <p:cond delay="10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1000"/>
                                        <p:tgtEl>
                                          <p:spTgt spid="5"/>
                                        </p:tgtEl>
                                      </p:cBhvr>
                                    </p:animEffect>
                                  </p:childTnLst>
                                </p:cTn>
                              </p:par>
                              <p:par>
                                <p:cTn id="50" presetID="10" presetClass="entr" presetSubtype="0" fill="hold" grpId="0" nodeType="withEffect">
                                  <p:stCondLst>
                                    <p:cond delay="100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1000"/>
                                        <p:tgtEl>
                                          <p:spTgt spid="7"/>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childTnLst>
                                </p:cTn>
                              </p:par>
                            </p:childTnLst>
                          </p:cTn>
                        </p:par>
                        <p:par>
                          <p:cTn id="56" fill="hold">
                            <p:stCondLst>
                              <p:cond delay="3500"/>
                            </p:stCondLst>
                            <p:childTnLst>
                              <p:par>
                                <p:cTn id="57" presetID="10" presetClass="entr" presetSubtype="0" fill="hold" grpId="0" nodeType="afterEffect" nodePh="1">
                                  <p:stCondLst>
                                    <p:cond delay="0"/>
                                  </p:stCondLst>
                                  <p:endCondLst>
                                    <p:cond evt="begin" delay="0">
                                      <p:tn val="57"/>
                                    </p:cond>
                                  </p:endCondLst>
                                  <p:childTnLst>
                                    <p:set>
                                      <p:cBhvr>
                                        <p:cTn id="58" dur="1" fill="hold">
                                          <p:stCondLst>
                                            <p:cond delay="0"/>
                                          </p:stCondLst>
                                        </p:cTn>
                                        <p:tgtEl>
                                          <p:spTgt spid="24"/>
                                        </p:tgtEl>
                                        <p:attrNameLst>
                                          <p:attrName>style.visibility</p:attrName>
                                        </p:attrNameLst>
                                      </p:cBhvr>
                                      <p:to>
                                        <p:strVal val="visible"/>
                                      </p:to>
                                    </p:set>
                                    <p:animEffect transition="in" filter="fade">
                                      <p:cBhvr>
                                        <p:cTn id="59"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p:bldP spid="9" grpId="0" animBg="1"/>
      <p:bldP spid="2" grpId="0"/>
      <p:bldP spid="3" grpId="0">
        <p:tmplLst>
          <p:tmpl>
            <p:tnLst>
              <p:par>
                <p:cTn presetID="10" presetClass="entr" presetSubtype="0" fill="hold" nodeType="withEffect">
                  <p:stCondLst>
                    <p:cond delay="100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Lst>
      </p:bldP>
      <p:bldP spid="4" grpId="0" build="p">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10" grpId="0">
        <p:tmplLst>
          <p:tmpl>
            <p:tnLst>
              <p:par>
                <p:cTn presetID="10" presetClass="entr" presetSubtype="0" fill="hold" nodeType="withEffect">
                  <p:stCondLst>
                    <p:cond delay="100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childTnLst>
                </p:cTn>
              </p:par>
            </p:tnLst>
          </p:tmpl>
        </p:tmplLst>
      </p:bldP>
      <p:bldP spid="11" grpId="0">
        <p:tmplLst>
          <p:tmpl>
            <p:tnLst>
              <p:par>
                <p:cTn presetID="10" presetClass="entr" presetSubtype="0" fill="hold" nodeType="withEffect">
                  <p:stCondLst>
                    <p:cond delay="100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childTnLst>
                </p:cTn>
              </p:par>
            </p:tnLst>
          </p:tmpl>
        </p:tmplLst>
      </p:bldP>
      <p:bldP spid="12" grpId="0">
        <p:tmplLst>
          <p:tmpl>
            <p:tnLst>
              <p:par>
                <p:cTn presetID="10" presetClass="entr" presetSubtype="0" fill="hold" nodeType="withEffect">
                  <p:stCondLst>
                    <p:cond delay="1000"/>
                  </p:stCondLst>
                  <p:childTnLst>
                    <p:set>
                      <p:cBhvr>
                        <p:cTn dur="1" fill="hold">
                          <p:stCondLst>
                            <p:cond delay="0"/>
                          </p:stCondLst>
                        </p:cTn>
                        <p:tgtEl>
                          <p:spTgt spid="12"/>
                        </p:tgtEl>
                        <p:attrNameLst>
                          <p:attrName>style.visibility</p:attrName>
                        </p:attrNameLst>
                      </p:cBhvr>
                      <p:to>
                        <p:strVal val="visible"/>
                      </p:to>
                    </p:set>
                    <p:animEffect transition="in" filter="fade">
                      <p:cBhvr>
                        <p:cTn dur="1000"/>
                        <p:tgtEl>
                          <p:spTgt spid="12"/>
                        </p:tgtEl>
                      </p:cBhvr>
                    </p:animEffect>
                  </p:childTnLst>
                </p:cTn>
              </p:par>
            </p:tnLst>
          </p:tmpl>
        </p:tmplLst>
      </p:bldP>
      <p:bldP spid="13" grpId="0">
        <p:tmplLst>
          <p:tmpl>
            <p:tnLst>
              <p:par>
                <p:cTn presetID="10" presetClass="entr" presetSubtype="0" fill="hold" nodeType="withEffect">
                  <p:stCondLst>
                    <p:cond delay="1000"/>
                  </p:stCondLst>
                  <p:childTnLst>
                    <p:set>
                      <p:cBhvr>
                        <p:cTn dur="1" fill="hold">
                          <p:stCondLst>
                            <p:cond delay="0"/>
                          </p:stCondLst>
                        </p:cTn>
                        <p:tgtEl>
                          <p:spTgt spid="13"/>
                        </p:tgtEl>
                        <p:attrNameLst>
                          <p:attrName>style.visibility</p:attrName>
                        </p:attrNameLst>
                      </p:cBhvr>
                      <p:to>
                        <p:strVal val="visible"/>
                      </p:to>
                    </p:set>
                    <p:animEffect transition="in" filter="fade">
                      <p:cBhvr>
                        <p:cTn dur="1000"/>
                        <p:tgtEl>
                          <p:spTgt spid="13"/>
                        </p:tgtEl>
                      </p:cBhvr>
                    </p:animEffect>
                  </p:childTnLst>
                </p:cTn>
              </p:par>
            </p:tnLst>
          </p:tmpl>
        </p:tmplLst>
      </p:bldP>
      <p:bldP spid="14" grpId="0">
        <p:tmplLst>
          <p:tmpl>
            <p:tnLst>
              <p:par>
                <p:cTn presetID="10" presetClass="entr" presetSubtype="0" fill="hold" nodeType="withEffect">
                  <p:stCondLst>
                    <p:cond delay="1000"/>
                  </p:stCondLst>
                  <p:childTnLst>
                    <p:set>
                      <p:cBhvr>
                        <p:cTn dur="1" fill="hold">
                          <p:stCondLst>
                            <p:cond delay="0"/>
                          </p:stCondLst>
                        </p:cTn>
                        <p:tgtEl>
                          <p:spTgt spid="14"/>
                        </p:tgtEl>
                        <p:attrNameLst>
                          <p:attrName>style.visibility</p:attrName>
                        </p:attrNameLst>
                      </p:cBhvr>
                      <p:to>
                        <p:strVal val="visible"/>
                      </p:to>
                    </p:set>
                    <p:animEffect transition="in" filter="fade">
                      <p:cBhvr>
                        <p:cTn dur="1000"/>
                        <p:tgtEl>
                          <p:spTgt spid="14"/>
                        </p:tgtEl>
                      </p:cBhvr>
                    </p:animEffect>
                  </p:childTnLst>
                </p:cTn>
              </p:par>
            </p:tnLst>
          </p:tmpl>
        </p:tmplLst>
      </p:bldP>
      <p:bldP spid="15" grpId="0">
        <p:tmplLst>
          <p:tmpl>
            <p:tnLst>
              <p:par>
                <p:cTn presetID="10" presetClass="entr" presetSubtype="0" fill="hold" nodeType="withEffect">
                  <p:stCondLst>
                    <p:cond delay="1000"/>
                  </p:stCondLst>
                  <p:childTnLst>
                    <p:set>
                      <p:cBhvr>
                        <p:cTn dur="1" fill="hold">
                          <p:stCondLst>
                            <p:cond delay="0"/>
                          </p:stCondLst>
                        </p:cTn>
                        <p:tgtEl>
                          <p:spTgt spid="15"/>
                        </p:tgtEl>
                        <p:attrNameLst>
                          <p:attrName>style.visibility</p:attrName>
                        </p:attrNameLst>
                      </p:cBhvr>
                      <p:to>
                        <p:strVal val="visible"/>
                      </p:to>
                    </p:set>
                    <p:animEffect transition="in" filter="fade">
                      <p:cBhvr>
                        <p:cTn dur="1000"/>
                        <p:tgtEl>
                          <p:spTgt spid="15"/>
                        </p:tgtEl>
                      </p:cBhvr>
                    </p:animEffect>
                  </p:childTnLst>
                </p:cTn>
              </p:par>
            </p:tnLst>
          </p:tmpl>
        </p:tmplLst>
      </p:bldP>
      <p:bldP spid="16" grpId="0">
        <p:tmplLst>
          <p:tmpl>
            <p:tnLst>
              <p:par>
                <p:cTn presetID="10" presetClass="entr" presetSubtype="0" fill="hold" nodeType="withEffect">
                  <p:stCondLst>
                    <p:cond delay="1000"/>
                  </p:stCondLst>
                  <p:childTnLst>
                    <p:set>
                      <p:cBhvr>
                        <p:cTn dur="1" fill="hold">
                          <p:stCondLst>
                            <p:cond delay="0"/>
                          </p:stCondLst>
                        </p:cTn>
                        <p:tgtEl>
                          <p:spTgt spid="16"/>
                        </p:tgtEl>
                        <p:attrNameLst>
                          <p:attrName>style.visibility</p:attrName>
                        </p:attrNameLst>
                      </p:cBhvr>
                      <p:to>
                        <p:strVal val="visible"/>
                      </p:to>
                    </p:set>
                    <p:animEffect transition="in" filter="fade">
                      <p:cBhvr>
                        <p:cTn dur="1000"/>
                        <p:tgtEl>
                          <p:spTgt spid="16"/>
                        </p:tgtEl>
                      </p:cBhvr>
                    </p:animEffect>
                  </p:childTnLst>
                </p:cTn>
              </p:par>
            </p:tnLst>
          </p:tmpl>
        </p:tmplLst>
      </p:bldP>
      <p:bldP spid="5" grpId="0" animBg="1"/>
      <p:bldP spid="6" grpId="0" animBg="1"/>
      <p:bldP spid="7" grpId="0" animBg="1"/>
      <p:bldP spid="8" grpId="0"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nfographic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189D70-32D7-E796-0F46-C4B3132159B9}"/>
              </a:ext>
            </a:extLst>
          </p:cNvPr>
          <p:cNvPicPr>
            <a:picLocks noChangeAspect="1"/>
          </p:cNvPicPr>
          <p:nvPr userDrawn="1"/>
        </p:nvPicPr>
        <p:blipFill>
          <a:blip r:embed="rId2" cstate="print">
            <a:alphaModFix amt="66000"/>
            <a:extLst>
              <a:ext uri="{28A0092B-C50C-407E-A947-70E740481C1C}">
                <a14:useLocalDpi xmlns:a14="http://schemas.microsoft.com/office/drawing/2010/main" val="0"/>
              </a:ext>
            </a:extLst>
          </a:blip>
          <a:srcRect l="-25817" t="8056" r="33399" b="8826"/>
          <a:stretch/>
        </p:blipFill>
        <p:spPr>
          <a:xfrm>
            <a:off x="5445197" y="158045"/>
            <a:ext cx="3212957" cy="4825936"/>
          </a:xfrm>
          <a:prstGeom prst="rect">
            <a:avLst/>
          </a:prstGeom>
        </p:spPr>
      </p:pic>
      <p:grpSp>
        <p:nvGrpSpPr>
          <p:cNvPr id="13" name="Group 12">
            <a:extLst>
              <a:ext uri="{FF2B5EF4-FFF2-40B4-BE49-F238E27FC236}">
                <a16:creationId xmlns:a16="http://schemas.microsoft.com/office/drawing/2014/main" id="{A0CA7386-A70E-71EF-A8FE-7EF1A1E26544}"/>
              </a:ext>
            </a:extLst>
          </p:cNvPr>
          <p:cNvGrpSpPr/>
          <p:nvPr userDrawn="1"/>
        </p:nvGrpSpPr>
        <p:grpSpPr>
          <a:xfrm>
            <a:off x="171448" y="812513"/>
            <a:ext cx="6637950" cy="1002317"/>
            <a:chOff x="171448" y="1523713"/>
            <a:chExt cx="6637950" cy="1002317"/>
          </a:xfrm>
        </p:grpSpPr>
        <p:sp>
          <p:nvSpPr>
            <p:cNvPr id="8" name="Rectangle 22">
              <a:extLst>
                <a:ext uri="{FF2B5EF4-FFF2-40B4-BE49-F238E27FC236}">
                  <a16:creationId xmlns:a16="http://schemas.microsoft.com/office/drawing/2014/main" id="{38A1EF1E-BBD9-F269-F5C1-22B22B5DC184}"/>
                </a:ext>
              </a:extLst>
            </p:cNvPr>
            <p:cNvSpPr>
              <a:spLocks noChangeArrowheads="1"/>
            </p:cNvSpPr>
            <p:nvPr userDrawn="1"/>
          </p:nvSpPr>
          <p:spPr bwMode="auto">
            <a:xfrm rot="5400000" flipH="1" flipV="1">
              <a:off x="2819083" y="-907736"/>
              <a:ext cx="520701" cy="5815972"/>
            </a:xfrm>
            <a:prstGeom prst="rect">
              <a:avLst/>
            </a:prstGeom>
            <a:gradFill>
              <a:gsLst>
                <a:gs pos="0">
                  <a:srgbClr val="096580">
                    <a:alpha val="63684"/>
                  </a:srgbClr>
                </a:gs>
                <a:gs pos="34000">
                  <a:schemeClr val="bg2">
                    <a:lumMod val="5000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3" name="Oval 2">
              <a:extLst>
                <a:ext uri="{FF2B5EF4-FFF2-40B4-BE49-F238E27FC236}">
                  <a16:creationId xmlns:a16="http://schemas.microsoft.com/office/drawing/2014/main" id="{2C92EC12-84B4-16D9-BBB2-4A9B9CF0060F}"/>
                </a:ext>
              </a:extLst>
            </p:cNvPr>
            <p:cNvSpPr/>
            <p:nvPr userDrawn="1"/>
          </p:nvSpPr>
          <p:spPr>
            <a:xfrm>
              <a:off x="5807080" y="1523713"/>
              <a:ext cx="1002318" cy="1002317"/>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grpSp>
      <p:grpSp>
        <p:nvGrpSpPr>
          <p:cNvPr id="14" name="Group 13">
            <a:extLst>
              <a:ext uri="{FF2B5EF4-FFF2-40B4-BE49-F238E27FC236}">
                <a16:creationId xmlns:a16="http://schemas.microsoft.com/office/drawing/2014/main" id="{0A222324-0580-4690-50C2-CA9B4830D638}"/>
              </a:ext>
            </a:extLst>
          </p:cNvPr>
          <p:cNvGrpSpPr/>
          <p:nvPr userDrawn="1"/>
        </p:nvGrpSpPr>
        <p:grpSpPr>
          <a:xfrm>
            <a:off x="168556" y="2172048"/>
            <a:ext cx="6640842" cy="1002317"/>
            <a:chOff x="168556" y="2641948"/>
            <a:chExt cx="6640842" cy="1002317"/>
          </a:xfrm>
        </p:grpSpPr>
        <p:sp>
          <p:nvSpPr>
            <p:cNvPr id="5" name="Rectangle 22">
              <a:extLst>
                <a:ext uri="{FF2B5EF4-FFF2-40B4-BE49-F238E27FC236}">
                  <a16:creationId xmlns:a16="http://schemas.microsoft.com/office/drawing/2014/main" id="{F7294E63-F803-18D4-00C2-649CC7452C14}"/>
                </a:ext>
              </a:extLst>
            </p:cNvPr>
            <p:cNvSpPr>
              <a:spLocks noChangeArrowheads="1"/>
            </p:cNvSpPr>
            <p:nvPr userDrawn="1"/>
          </p:nvSpPr>
          <p:spPr bwMode="auto">
            <a:xfrm rot="5400000" flipH="1" flipV="1">
              <a:off x="2817639" y="221117"/>
              <a:ext cx="520700" cy="5818865"/>
            </a:xfrm>
            <a:prstGeom prst="rect">
              <a:avLst/>
            </a:prstGeom>
            <a:gradFill>
              <a:gsLst>
                <a:gs pos="0">
                  <a:srgbClr val="096580">
                    <a:alpha val="63684"/>
                  </a:srgbClr>
                </a:gs>
                <a:gs pos="35000">
                  <a:schemeClr val="bg2">
                    <a:lumMod val="5000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9" name="Oval 8">
              <a:extLst>
                <a:ext uri="{FF2B5EF4-FFF2-40B4-BE49-F238E27FC236}">
                  <a16:creationId xmlns:a16="http://schemas.microsoft.com/office/drawing/2014/main" id="{17E01DDC-65EC-9187-425B-64CD1E1F125A}"/>
                </a:ext>
              </a:extLst>
            </p:cNvPr>
            <p:cNvSpPr/>
            <p:nvPr userDrawn="1"/>
          </p:nvSpPr>
          <p:spPr>
            <a:xfrm>
              <a:off x="5807080" y="2641948"/>
              <a:ext cx="1002318" cy="1002317"/>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grpSp>
      <p:grpSp>
        <p:nvGrpSpPr>
          <p:cNvPr id="15" name="Group 14">
            <a:extLst>
              <a:ext uri="{FF2B5EF4-FFF2-40B4-BE49-F238E27FC236}">
                <a16:creationId xmlns:a16="http://schemas.microsoft.com/office/drawing/2014/main" id="{6F00B78F-8EB2-5F1F-F084-8BFB43EA6EC9}"/>
              </a:ext>
            </a:extLst>
          </p:cNvPr>
          <p:cNvGrpSpPr/>
          <p:nvPr userDrawn="1"/>
        </p:nvGrpSpPr>
        <p:grpSpPr>
          <a:xfrm>
            <a:off x="168554" y="3443953"/>
            <a:ext cx="6640845" cy="1002317"/>
            <a:chOff x="168554" y="3748753"/>
            <a:chExt cx="6640845" cy="1002317"/>
          </a:xfrm>
        </p:grpSpPr>
        <p:sp>
          <p:nvSpPr>
            <p:cNvPr id="6" name="Rectangle 22">
              <a:extLst>
                <a:ext uri="{FF2B5EF4-FFF2-40B4-BE49-F238E27FC236}">
                  <a16:creationId xmlns:a16="http://schemas.microsoft.com/office/drawing/2014/main" id="{FB41A2F2-25D4-9E49-B6B7-87AC19219D96}"/>
                </a:ext>
              </a:extLst>
            </p:cNvPr>
            <p:cNvSpPr>
              <a:spLocks noChangeArrowheads="1"/>
            </p:cNvSpPr>
            <p:nvPr userDrawn="1"/>
          </p:nvSpPr>
          <p:spPr bwMode="auto">
            <a:xfrm rot="5400000" flipH="1" flipV="1">
              <a:off x="2808113" y="1373641"/>
              <a:ext cx="520700" cy="5799818"/>
            </a:xfrm>
            <a:prstGeom prst="rect">
              <a:avLst/>
            </a:prstGeom>
            <a:gradFill>
              <a:gsLst>
                <a:gs pos="0">
                  <a:srgbClr val="096580">
                    <a:alpha val="63684"/>
                  </a:srgbClr>
                </a:gs>
                <a:gs pos="35000">
                  <a:schemeClr val="bg2">
                    <a:lumMod val="5000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11" name="Oval 10">
              <a:extLst>
                <a:ext uri="{FF2B5EF4-FFF2-40B4-BE49-F238E27FC236}">
                  <a16:creationId xmlns:a16="http://schemas.microsoft.com/office/drawing/2014/main" id="{F8DAF8FF-7B50-E7A7-5D6C-FBA6BFC0C784}"/>
                </a:ext>
              </a:extLst>
            </p:cNvPr>
            <p:cNvSpPr/>
            <p:nvPr userDrawn="1"/>
          </p:nvSpPr>
          <p:spPr>
            <a:xfrm>
              <a:off x="5807081" y="3748753"/>
              <a:ext cx="1002318" cy="1002317"/>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grpSp>
      <p:sp>
        <p:nvSpPr>
          <p:cNvPr id="12" name="Rectangle 11">
            <a:extLst>
              <a:ext uri="{FF2B5EF4-FFF2-40B4-BE49-F238E27FC236}">
                <a16:creationId xmlns:a16="http://schemas.microsoft.com/office/drawing/2014/main" id="{A973B2D8-F79B-F504-592C-1BB697638A67}"/>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83963" y="271784"/>
            <a:ext cx="7865383" cy="548637"/>
          </a:xfrm>
        </p:spPr>
        <p:txBody>
          <a:bodyPr/>
          <a:lstStyle/>
          <a:p>
            <a:r>
              <a:rPr lang="en-US" dirty="0"/>
              <a:t>Infographic 2</a:t>
            </a:r>
          </a:p>
        </p:txBody>
      </p:sp>
      <p:sp>
        <p:nvSpPr>
          <p:cNvPr id="10" name="Text Placeholder 5">
            <a:extLst>
              <a:ext uri="{FF2B5EF4-FFF2-40B4-BE49-F238E27FC236}">
                <a16:creationId xmlns:a16="http://schemas.microsoft.com/office/drawing/2014/main" id="{5827434E-D063-6EED-B829-F70A87C146C4}"/>
              </a:ext>
            </a:extLst>
          </p:cNvPr>
          <p:cNvSpPr>
            <a:spLocks noGrp="1"/>
          </p:cNvSpPr>
          <p:nvPr>
            <p:ph type="body" sz="quarter" idx="12" hasCustomPrompt="1"/>
          </p:nvPr>
        </p:nvSpPr>
        <p:spPr>
          <a:xfrm>
            <a:off x="585383" y="1191692"/>
            <a:ext cx="2006037" cy="269358"/>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53" name="Text Placeholder 5">
            <a:extLst>
              <a:ext uri="{FF2B5EF4-FFF2-40B4-BE49-F238E27FC236}">
                <a16:creationId xmlns:a16="http://schemas.microsoft.com/office/drawing/2014/main" id="{5D00105E-5271-013F-5C14-3590CDC283D6}"/>
              </a:ext>
            </a:extLst>
          </p:cNvPr>
          <p:cNvSpPr>
            <a:spLocks noGrp="1"/>
          </p:cNvSpPr>
          <p:nvPr>
            <p:ph type="body" sz="quarter" idx="26" hasCustomPrompt="1"/>
          </p:nvPr>
        </p:nvSpPr>
        <p:spPr>
          <a:xfrm>
            <a:off x="585385" y="2533214"/>
            <a:ext cx="2006037" cy="269358"/>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57" name="Text Placeholder 5">
            <a:extLst>
              <a:ext uri="{FF2B5EF4-FFF2-40B4-BE49-F238E27FC236}">
                <a16:creationId xmlns:a16="http://schemas.microsoft.com/office/drawing/2014/main" id="{640C4796-7656-E685-9F0B-7276BCB6491E}"/>
              </a:ext>
            </a:extLst>
          </p:cNvPr>
          <p:cNvSpPr>
            <a:spLocks noGrp="1"/>
          </p:cNvSpPr>
          <p:nvPr>
            <p:ph type="body" sz="quarter" idx="29" hasCustomPrompt="1"/>
          </p:nvPr>
        </p:nvSpPr>
        <p:spPr>
          <a:xfrm>
            <a:off x="585386" y="3842616"/>
            <a:ext cx="2006037" cy="269358"/>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16" name="Text Placeholder 5">
            <a:extLst>
              <a:ext uri="{FF2B5EF4-FFF2-40B4-BE49-F238E27FC236}">
                <a16:creationId xmlns:a16="http://schemas.microsoft.com/office/drawing/2014/main" id="{C7E3014F-3E45-54C9-6055-A84957E2E126}"/>
              </a:ext>
            </a:extLst>
          </p:cNvPr>
          <p:cNvSpPr>
            <a:spLocks noGrp="1"/>
          </p:cNvSpPr>
          <p:nvPr>
            <p:ph type="body" sz="quarter" idx="10" hasCustomPrompt="1"/>
          </p:nvPr>
        </p:nvSpPr>
        <p:spPr>
          <a:xfrm>
            <a:off x="598350" y="1674627"/>
            <a:ext cx="5078550" cy="560573"/>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Lorem ipsum dolor sit </a:t>
            </a:r>
            <a:r>
              <a:rPr lang="en-US" dirty="0" err="1"/>
              <a:t>amet</a:t>
            </a:r>
            <a:r>
              <a:rPr lang="en-US" dirty="0"/>
              <a:t>, </a:t>
            </a:r>
            <a:r>
              <a:rPr lang="en-US" dirty="0" err="1"/>
              <a:t>consectetur</a:t>
            </a:r>
            <a:r>
              <a:rPr lang="en-US" dirty="0"/>
              <a:t> </a:t>
            </a:r>
            <a:r>
              <a:rPr lang="en-US" dirty="0" err="1"/>
              <a:t>adipiscing</a:t>
            </a:r>
            <a:endParaRPr lang="en-US" dirty="0"/>
          </a:p>
        </p:txBody>
      </p:sp>
      <p:sp>
        <p:nvSpPr>
          <p:cNvPr id="17" name="Text Placeholder 5">
            <a:extLst>
              <a:ext uri="{FF2B5EF4-FFF2-40B4-BE49-F238E27FC236}">
                <a16:creationId xmlns:a16="http://schemas.microsoft.com/office/drawing/2014/main" id="{558CB67A-3838-A446-AF31-FC2BC7B40F2E}"/>
              </a:ext>
            </a:extLst>
          </p:cNvPr>
          <p:cNvSpPr>
            <a:spLocks noGrp="1"/>
          </p:cNvSpPr>
          <p:nvPr>
            <p:ph type="body" sz="quarter" idx="30" hasCustomPrompt="1"/>
          </p:nvPr>
        </p:nvSpPr>
        <p:spPr>
          <a:xfrm>
            <a:off x="611050" y="3020827"/>
            <a:ext cx="5065850" cy="560573"/>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Lorem ipsum dolor sit </a:t>
            </a:r>
            <a:r>
              <a:rPr lang="en-US" dirty="0" err="1"/>
              <a:t>amet</a:t>
            </a:r>
            <a:r>
              <a:rPr lang="en-US" dirty="0"/>
              <a:t>, </a:t>
            </a:r>
            <a:r>
              <a:rPr lang="en-US" dirty="0" err="1"/>
              <a:t>consectetur</a:t>
            </a:r>
            <a:r>
              <a:rPr lang="en-US" dirty="0"/>
              <a:t> </a:t>
            </a:r>
            <a:r>
              <a:rPr lang="en-US" dirty="0" err="1"/>
              <a:t>adipiscing</a:t>
            </a:r>
            <a:endParaRPr lang="en-US" dirty="0"/>
          </a:p>
        </p:txBody>
      </p:sp>
      <p:sp>
        <p:nvSpPr>
          <p:cNvPr id="18" name="Text Placeholder 5">
            <a:extLst>
              <a:ext uri="{FF2B5EF4-FFF2-40B4-BE49-F238E27FC236}">
                <a16:creationId xmlns:a16="http://schemas.microsoft.com/office/drawing/2014/main" id="{99C5DC0C-BE48-CB77-A73D-3F35804D728E}"/>
              </a:ext>
            </a:extLst>
          </p:cNvPr>
          <p:cNvSpPr>
            <a:spLocks noGrp="1"/>
          </p:cNvSpPr>
          <p:nvPr>
            <p:ph type="body" sz="quarter" idx="31" hasCustomPrompt="1"/>
          </p:nvPr>
        </p:nvSpPr>
        <p:spPr>
          <a:xfrm>
            <a:off x="611050" y="4303527"/>
            <a:ext cx="5065850" cy="560573"/>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Lorem ipsum dolor sit </a:t>
            </a:r>
            <a:r>
              <a:rPr lang="en-US" dirty="0" err="1"/>
              <a:t>amet</a:t>
            </a:r>
            <a:r>
              <a:rPr lang="en-US" dirty="0"/>
              <a:t>, </a:t>
            </a:r>
            <a:r>
              <a:rPr lang="en-US" dirty="0" err="1"/>
              <a:t>consectetur</a:t>
            </a:r>
            <a:r>
              <a:rPr lang="en-US" dirty="0"/>
              <a:t> </a:t>
            </a:r>
            <a:r>
              <a:rPr lang="en-US" dirty="0" err="1"/>
              <a:t>adipiscing</a:t>
            </a:r>
            <a:endParaRPr lang="en-US" dirty="0"/>
          </a:p>
        </p:txBody>
      </p:sp>
    </p:spTree>
    <p:extLst>
      <p:ext uri="{BB962C8B-B14F-4D97-AF65-F5344CB8AC3E}">
        <p14:creationId xmlns:p14="http://schemas.microsoft.com/office/powerpoint/2010/main" val="411514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1500"/>
                            </p:stCondLst>
                            <p:childTnLst>
                              <p:par>
                                <p:cTn id="13" presetID="2" presetClass="entr" presetSubtype="8"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000" fill="hold"/>
                                        <p:tgtEl>
                                          <p:spTgt spid="13"/>
                                        </p:tgtEl>
                                        <p:attrNameLst>
                                          <p:attrName>ppt_x</p:attrName>
                                        </p:attrNameLst>
                                      </p:cBhvr>
                                      <p:tavLst>
                                        <p:tav tm="0">
                                          <p:val>
                                            <p:strVal val="0-#ppt_w/2"/>
                                          </p:val>
                                        </p:tav>
                                        <p:tav tm="100000">
                                          <p:val>
                                            <p:strVal val="#ppt_x"/>
                                          </p:val>
                                        </p:tav>
                                      </p:tavLst>
                                    </p:anim>
                                    <p:anim calcmode="lin" valueType="num">
                                      <p:cBhvr additive="base">
                                        <p:cTn id="16" dur="1000" fill="hold"/>
                                        <p:tgtEl>
                                          <p:spTgt spid="13"/>
                                        </p:tgtEl>
                                        <p:attrNameLst>
                                          <p:attrName>ppt_y</p:attrName>
                                        </p:attrNameLst>
                                      </p:cBhvr>
                                      <p:tavLst>
                                        <p:tav tm="0">
                                          <p:val>
                                            <p:strVal val="#ppt_y"/>
                                          </p:val>
                                        </p:tav>
                                        <p:tav tm="100000">
                                          <p:val>
                                            <p:strVal val="#ppt_y"/>
                                          </p:val>
                                        </p:tav>
                                      </p:tavLst>
                                    </p:anim>
                                  </p:childTnLst>
                                </p:cTn>
                              </p:par>
                              <p:par>
                                <p:cTn id="17" presetID="10"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fade">
                                      <p:cBhvr>
                                        <p:cTn id="23" dur="1000"/>
                                        <p:tgtEl>
                                          <p:spTgt spid="10">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xEl>
                                              <p:pRg st="0" end="0"/>
                                            </p:txEl>
                                          </p:spTgt>
                                        </p:tgtEl>
                                        <p:attrNameLst>
                                          <p:attrName>style.visibility</p:attrName>
                                        </p:attrNameLst>
                                      </p:cBhvr>
                                      <p:to>
                                        <p:strVal val="visible"/>
                                      </p:to>
                                    </p:set>
                                    <p:animEffect transition="in" filter="fade">
                                      <p:cBhvr>
                                        <p:cTn id="26" dur="1000"/>
                                        <p:tgtEl>
                                          <p:spTgt spid="16">
                                            <p:txEl>
                                              <p:pRg st="0" end="0"/>
                                            </p:txEl>
                                          </p:spTgt>
                                        </p:tgtEl>
                                      </p:cBhvr>
                                    </p:animEffect>
                                  </p:childTnLst>
                                </p:cTn>
                              </p:par>
                            </p:childTnLst>
                          </p:cTn>
                        </p:par>
                        <p:par>
                          <p:cTn id="27" fill="hold">
                            <p:stCondLst>
                              <p:cond delay="3500"/>
                            </p:stCondLst>
                            <p:childTnLst>
                              <p:par>
                                <p:cTn id="28" presetID="2" presetClass="entr" presetSubtype="8"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1000" fill="hold"/>
                                        <p:tgtEl>
                                          <p:spTgt spid="14"/>
                                        </p:tgtEl>
                                        <p:attrNameLst>
                                          <p:attrName>ppt_x</p:attrName>
                                        </p:attrNameLst>
                                      </p:cBhvr>
                                      <p:tavLst>
                                        <p:tav tm="0">
                                          <p:val>
                                            <p:strVal val="0-#ppt_w/2"/>
                                          </p:val>
                                        </p:tav>
                                        <p:tav tm="100000">
                                          <p:val>
                                            <p:strVal val="#ppt_x"/>
                                          </p:val>
                                        </p:tav>
                                      </p:tavLst>
                                    </p:anim>
                                    <p:anim calcmode="lin" valueType="num">
                                      <p:cBhvr additive="base">
                                        <p:cTn id="31" dur="1000" fill="hold"/>
                                        <p:tgtEl>
                                          <p:spTgt spid="14"/>
                                        </p:tgtEl>
                                        <p:attrNameLst>
                                          <p:attrName>ppt_y</p:attrName>
                                        </p:attrNameLst>
                                      </p:cBhvr>
                                      <p:tavLst>
                                        <p:tav tm="0">
                                          <p:val>
                                            <p:strVal val="#ppt_y"/>
                                          </p:val>
                                        </p:tav>
                                        <p:tav tm="100000">
                                          <p:val>
                                            <p:strVal val="#ppt_y"/>
                                          </p:val>
                                        </p:tav>
                                      </p:tavLst>
                                    </p:anim>
                                  </p:childTnLst>
                                </p:cTn>
                              </p:par>
                            </p:childTnLst>
                          </p:cTn>
                        </p:par>
                        <p:par>
                          <p:cTn id="32" fill="hold">
                            <p:stCondLst>
                              <p:cond delay="4500"/>
                            </p:stCondLst>
                            <p:childTnLst>
                              <p:par>
                                <p:cTn id="33" presetID="10" presetClass="entr" presetSubtype="0" fill="hold" grpId="0" nodeType="afterEffect">
                                  <p:stCondLst>
                                    <p:cond delay="0"/>
                                  </p:stCondLst>
                                  <p:childTnLst>
                                    <p:set>
                                      <p:cBhvr>
                                        <p:cTn id="34" dur="1" fill="hold">
                                          <p:stCondLst>
                                            <p:cond delay="0"/>
                                          </p:stCondLst>
                                        </p:cTn>
                                        <p:tgtEl>
                                          <p:spTgt spid="53">
                                            <p:txEl>
                                              <p:pRg st="0" end="0"/>
                                            </p:txEl>
                                          </p:spTgt>
                                        </p:tgtEl>
                                        <p:attrNameLst>
                                          <p:attrName>style.visibility</p:attrName>
                                        </p:attrNameLst>
                                      </p:cBhvr>
                                      <p:to>
                                        <p:strVal val="visible"/>
                                      </p:to>
                                    </p:set>
                                    <p:animEffect transition="in" filter="fade">
                                      <p:cBhvr>
                                        <p:cTn id="35" dur="1000"/>
                                        <p:tgtEl>
                                          <p:spTgt spid="53">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xEl>
                                              <p:pRg st="0" end="0"/>
                                            </p:txEl>
                                          </p:spTgt>
                                        </p:tgtEl>
                                        <p:attrNameLst>
                                          <p:attrName>style.visibility</p:attrName>
                                        </p:attrNameLst>
                                      </p:cBhvr>
                                      <p:to>
                                        <p:strVal val="visible"/>
                                      </p:to>
                                    </p:set>
                                    <p:animEffect transition="in" filter="fade">
                                      <p:cBhvr>
                                        <p:cTn id="38" dur="1000"/>
                                        <p:tgtEl>
                                          <p:spTgt spid="17">
                                            <p:txEl>
                                              <p:pRg st="0" end="0"/>
                                            </p:txEl>
                                          </p:spTgt>
                                        </p:tgtEl>
                                      </p:cBhvr>
                                    </p:animEffect>
                                  </p:childTnLst>
                                </p:cTn>
                              </p:par>
                            </p:childTnLst>
                          </p:cTn>
                        </p:par>
                        <p:par>
                          <p:cTn id="39" fill="hold">
                            <p:stCondLst>
                              <p:cond delay="5500"/>
                            </p:stCondLst>
                            <p:childTnLst>
                              <p:par>
                                <p:cTn id="40" presetID="2" presetClass="entr" presetSubtype="8" fill="hold" nodeType="after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1000" fill="hold"/>
                                        <p:tgtEl>
                                          <p:spTgt spid="15"/>
                                        </p:tgtEl>
                                        <p:attrNameLst>
                                          <p:attrName>ppt_x</p:attrName>
                                        </p:attrNameLst>
                                      </p:cBhvr>
                                      <p:tavLst>
                                        <p:tav tm="0">
                                          <p:val>
                                            <p:strVal val="0-#ppt_w/2"/>
                                          </p:val>
                                        </p:tav>
                                        <p:tav tm="100000">
                                          <p:val>
                                            <p:strVal val="#ppt_x"/>
                                          </p:val>
                                        </p:tav>
                                      </p:tavLst>
                                    </p:anim>
                                    <p:anim calcmode="lin" valueType="num">
                                      <p:cBhvr additive="base">
                                        <p:cTn id="43" dur="1000" fill="hold"/>
                                        <p:tgtEl>
                                          <p:spTgt spid="15"/>
                                        </p:tgtEl>
                                        <p:attrNameLst>
                                          <p:attrName>ppt_y</p:attrName>
                                        </p:attrNameLst>
                                      </p:cBhvr>
                                      <p:tavLst>
                                        <p:tav tm="0">
                                          <p:val>
                                            <p:strVal val="#ppt_y"/>
                                          </p:val>
                                        </p:tav>
                                        <p:tav tm="100000">
                                          <p:val>
                                            <p:strVal val="#ppt_y"/>
                                          </p:val>
                                        </p:tav>
                                      </p:tavLst>
                                    </p:anim>
                                  </p:childTnLst>
                                </p:cTn>
                              </p:par>
                            </p:childTnLst>
                          </p:cTn>
                        </p:par>
                        <p:par>
                          <p:cTn id="44" fill="hold">
                            <p:stCondLst>
                              <p:cond delay="6500"/>
                            </p:stCondLst>
                            <p:childTnLst>
                              <p:par>
                                <p:cTn id="45" presetID="10" presetClass="entr" presetSubtype="0" fill="hold" grpId="0" nodeType="afterEffect">
                                  <p:stCondLst>
                                    <p:cond delay="0"/>
                                  </p:stCondLst>
                                  <p:childTnLst>
                                    <p:set>
                                      <p:cBhvr>
                                        <p:cTn id="46" dur="1" fill="hold">
                                          <p:stCondLst>
                                            <p:cond delay="0"/>
                                          </p:stCondLst>
                                        </p:cTn>
                                        <p:tgtEl>
                                          <p:spTgt spid="57">
                                            <p:txEl>
                                              <p:pRg st="0" end="0"/>
                                            </p:txEl>
                                          </p:spTgt>
                                        </p:tgtEl>
                                        <p:attrNameLst>
                                          <p:attrName>style.visibility</p:attrName>
                                        </p:attrNameLst>
                                      </p:cBhvr>
                                      <p:to>
                                        <p:strVal val="visible"/>
                                      </p:to>
                                    </p:set>
                                    <p:animEffect transition="in" filter="fade">
                                      <p:cBhvr>
                                        <p:cTn id="47" dur="1000"/>
                                        <p:tgtEl>
                                          <p:spTgt spid="57">
                                            <p:txEl>
                                              <p:pRg st="0" end="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xEl>
                                              <p:pRg st="0" end="0"/>
                                            </p:txEl>
                                          </p:spTgt>
                                        </p:tgtEl>
                                        <p:attrNameLst>
                                          <p:attrName>style.visibility</p:attrName>
                                        </p:attrNameLst>
                                      </p:cBhvr>
                                      <p:to>
                                        <p:strVal val="visible"/>
                                      </p:to>
                                    </p:set>
                                    <p:animEffect transition="in" filter="fade">
                                      <p:cBhvr>
                                        <p:cTn id="50" dur="10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childTnLst>
                </p:cTn>
              </p:par>
            </p:tnLst>
          </p:tmpl>
        </p:tmplLst>
      </p:bldP>
      <p:bldP spid="53" grpId="0" build="p">
        <p:tmplLst>
          <p:tmpl lvl="1">
            <p:tnLst>
              <p:par>
                <p:cTn presetID="10" presetClass="entr" presetSubtype="0" fill="hold" nodeType="afterEffect">
                  <p:stCondLst>
                    <p:cond delay="0"/>
                  </p:stCondLst>
                  <p:childTnLst>
                    <p:set>
                      <p:cBhvr>
                        <p:cTn dur="1" fill="hold">
                          <p:stCondLst>
                            <p:cond delay="0"/>
                          </p:stCondLst>
                        </p:cTn>
                        <p:tgtEl>
                          <p:spTgt spid="53"/>
                        </p:tgtEl>
                        <p:attrNameLst>
                          <p:attrName>style.visibility</p:attrName>
                        </p:attrNameLst>
                      </p:cBhvr>
                      <p:to>
                        <p:strVal val="visible"/>
                      </p:to>
                    </p:set>
                    <p:animEffect transition="in" filter="fade">
                      <p:cBhvr>
                        <p:cTn dur="1000"/>
                        <p:tgtEl>
                          <p:spTgt spid="53"/>
                        </p:tgtEl>
                      </p:cBhvr>
                    </p:animEffect>
                  </p:childTnLst>
                </p:cTn>
              </p:par>
            </p:tnLst>
          </p:tmpl>
        </p:tmplLst>
      </p:bldP>
      <p:bldP spid="57" grpId="0" build="p">
        <p:tmplLst>
          <p:tmpl lvl="1">
            <p:tnLst>
              <p:par>
                <p:cTn presetID="10" presetClass="entr" presetSubtype="0" fill="hold" nodeType="afterEffect">
                  <p:stCondLst>
                    <p:cond delay="0"/>
                  </p:stCondLst>
                  <p:childTnLst>
                    <p:set>
                      <p:cBhvr>
                        <p:cTn dur="1" fill="hold">
                          <p:stCondLst>
                            <p:cond delay="0"/>
                          </p:stCondLst>
                        </p:cTn>
                        <p:tgtEl>
                          <p:spTgt spid="57"/>
                        </p:tgtEl>
                        <p:attrNameLst>
                          <p:attrName>style.visibility</p:attrName>
                        </p:attrNameLst>
                      </p:cBhvr>
                      <p:to>
                        <p:strVal val="visible"/>
                      </p:to>
                    </p:set>
                    <p:animEffect transition="in" filter="fade">
                      <p:cBhvr>
                        <p:cTn dur="1000"/>
                        <p:tgtEl>
                          <p:spTgt spid="57"/>
                        </p:tgtEl>
                      </p:cBhvr>
                    </p:animEffect>
                  </p:childTnLst>
                </p:cTn>
              </p:par>
            </p:tnLst>
          </p:tmpl>
        </p:tmplLst>
      </p:bldP>
      <p:bldP spid="16" grpId="0" build="p">
        <p:tmplLst>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1000"/>
                        <p:tgtEl>
                          <p:spTgt spid="16"/>
                        </p:tgtEl>
                      </p:cBhvr>
                    </p:animEffect>
                  </p:childTnLst>
                </p:cTn>
              </p:par>
            </p:tnLst>
          </p:tmpl>
        </p:tmplLst>
      </p:bldP>
      <p:bldP spid="17" grpId="0" build="p">
        <p:tmplLst>
          <p:tmpl lvl="1">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1000"/>
                        <p:tgtEl>
                          <p:spTgt spid="17"/>
                        </p:tgtEl>
                      </p:cBhvr>
                    </p:animEffect>
                  </p:childTnLst>
                </p:cTn>
              </p:par>
            </p:tnLst>
          </p:tmpl>
        </p:tmplLst>
      </p:bldP>
      <p:bldP spid="18" grpId="0" build="p">
        <p:tmplLst>
          <p:tmpl lvl="1">
            <p:tnLst>
              <p:par>
                <p:cTn presetID="10" presetClass="entr" presetSubtype="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1000"/>
                        <p:tgtEl>
                          <p:spTgt spid="18"/>
                        </p:tgtEl>
                      </p:cBhvr>
                    </p:animEffect>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nfographic 3">
    <p:spTree>
      <p:nvGrpSpPr>
        <p:cNvPr id="1" name=""/>
        <p:cNvGrpSpPr/>
        <p:nvPr/>
      </p:nvGrpSpPr>
      <p:grpSpPr>
        <a:xfrm>
          <a:off x="0" y="0"/>
          <a:ext cx="0" cy="0"/>
          <a:chOff x="0" y="0"/>
          <a:chExt cx="0" cy="0"/>
        </a:xfrm>
      </p:grpSpPr>
      <p:sp>
        <p:nvSpPr>
          <p:cNvPr id="20" name="Bent-Up Arrow 19">
            <a:extLst>
              <a:ext uri="{FF2B5EF4-FFF2-40B4-BE49-F238E27FC236}">
                <a16:creationId xmlns:a16="http://schemas.microsoft.com/office/drawing/2014/main" id="{4C705394-226B-D5BF-966C-F03315BF7CA1}"/>
              </a:ext>
            </a:extLst>
          </p:cNvPr>
          <p:cNvSpPr/>
          <p:nvPr userDrawn="1"/>
        </p:nvSpPr>
        <p:spPr>
          <a:xfrm rot="10800000" flipV="1">
            <a:off x="5036038" y="3295163"/>
            <a:ext cx="1063868" cy="521635"/>
          </a:xfrm>
          <a:prstGeom prst="bentUpArrow">
            <a:avLst>
              <a:gd name="adj1" fmla="val 6739"/>
              <a:gd name="adj2" fmla="val 16304"/>
              <a:gd name="adj3" fmla="val 3108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1" name="Bent-Up Arrow 20">
            <a:extLst>
              <a:ext uri="{FF2B5EF4-FFF2-40B4-BE49-F238E27FC236}">
                <a16:creationId xmlns:a16="http://schemas.microsoft.com/office/drawing/2014/main" id="{86AA0B0A-8586-5AEC-4B38-717FD48481E1}"/>
              </a:ext>
            </a:extLst>
          </p:cNvPr>
          <p:cNvSpPr/>
          <p:nvPr userDrawn="1"/>
        </p:nvSpPr>
        <p:spPr>
          <a:xfrm rot="10800000" flipH="1" flipV="1">
            <a:off x="2783253" y="3272694"/>
            <a:ext cx="937846" cy="521635"/>
          </a:xfrm>
          <a:prstGeom prst="bentUpArrow">
            <a:avLst>
              <a:gd name="adj1" fmla="val 6739"/>
              <a:gd name="adj2" fmla="val 16304"/>
              <a:gd name="adj3" fmla="val 3108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2" name="Bent-Up Arrow 21">
            <a:extLst>
              <a:ext uri="{FF2B5EF4-FFF2-40B4-BE49-F238E27FC236}">
                <a16:creationId xmlns:a16="http://schemas.microsoft.com/office/drawing/2014/main" id="{4CD0D346-E117-8C99-0553-E6D2F0CF5421}"/>
              </a:ext>
            </a:extLst>
          </p:cNvPr>
          <p:cNvSpPr/>
          <p:nvPr userDrawn="1"/>
        </p:nvSpPr>
        <p:spPr>
          <a:xfrm rot="10800000">
            <a:off x="5042876" y="1448779"/>
            <a:ext cx="1063868" cy="521635"/>
          </a:xfrm>
          <a:prstGeom prst="bentUpArrow">
            <a:avLst>
              <a:gd name="adj1" fmla="val 6739"/>
              <a:gd name="adj2" fmla="val 16304"/>
              <a:gd name="adj3" fmla="val 3108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3" name="Bent-Up Arrow 22">
            <a:extLst>
              <a:ext uri="{FF2B5EF4-FFF2-40B4-BE49-F238E27FC236}">
                <a16:creationId xmlns:a16="http://schemas.microsoft.com/office/drawing/2014/main" id="{3AC79E0F-B277-F015-1865-FC240A296308}"/>
              </a:ext>
            </a:extLst>
          </p:cNvPr>
          <p:cNvSpPr/>
          <p:nvPr userDrawn="1"/>
        </p:nvSpPr>
        <p:spPr>
          <a:xfrm rot="10800000" flipH="1">
            <a:off x="2777391" y="1451710"/>
            <a:ext cx="937846" cy="521635"/>
          </a:xfrm>
          <a:prstGeom prst="bentUpArrow">
            <a:avLst>
              <a:gd name="adj1" fmla="val 6739"/>
              <a:gd name="adj2" fmla="val 16304"/>
              <a:gd name="adj3" fmla="val 3108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17" name="Rectangle 22">
            <a:extLst>
              <a:ext uri="{FF2B5EF4-FFF2-40B4-BE49-F238E27FC236}">
                <a16:creationId xmlns:a16="http://schemas.microsoft.com/office/drawing/2014/main" id="{BC103B5E-A3F3-86CE-02EA-113FDB32D4B8}"/>
              </a:ext>
            </a:extLst>
          </p:cNvPr>
          <p:cNvSpPr>
            <a:spLocks noChangeArrowheads="1"/>
          </p:cNvSpPr>
          <p:nvPr userDrawn="1"/>
        </p:nvSpPr>
        <p:spPr bwMode="auto">
          <a:xfrm rot="5400000" flipH="1" flipV="1">
            <a:off x="860425" y="1978023"/>
            <a:ext cx="1409701" cy="2787652"/>
          </a:xfrm>
          <a:prstGeom prst="rect">
            <a:avLst/>
          </a:prstGeom>
          <a:gradFill>
            <a:gsLst>
              <a:gs pos="0">
                <a:schemeClr val="tx1">
                  <a:alpha val="73669"/>
                </a:schemeClr>
              </a:gs>
              <a:gs pos="40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18" name="Rectangle 22">
            <a:extLst>
              <a:ext uri="{FF2B5EF4-FFF2-40B4-BE49-F238E27FC236}">
                <a16:creationId xmlns:a16="http://schemas.microsoft.com/office/drawing/2014/main" id="{57A121B2-1B34-648D-0EFE-034C3C284FBC}"/>
              </a:ext>
            </a:extLst>
          </p:cNvPr>
          <p:cNvSpPr>
            <a:spLocks noChangeArrowheads="1"/>
          </p:cNvSpPr>
          <p:nvPr userDrawn="1"/>
        </p:nvSpPr>
        <p:spPr bwMode="auto">
          <a:xfrm rot="16200000" flipV="1">
            <a:off x="6550027" y="403223"/>
            <a:ext cx="1409701" cy="2787652"/>
          </a:xfrm>
          <a:prstGeom prst="rect">
            <a:avLst/>
          </a:prstGeom>
          <a:gradFill>
            <a:gsLst>
              <a:gs pos="0">
                <a:schemeClr val="tx1">
                  <a:alpha val="73669"/>
                </a:schemeClr>
              </a:gs>
              <a:gs pos="40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19" name="Rectangle 22">
            <a:extLst>
              <a:ext uri="{FF2B5EF4-FFF2-40B4-BE49-F238E27FC236}">
                <a16:creationId xmlns:a16="http://schemas.microsoft.com/office/drawing/2014/main" id="{E0835258-97B0-50BC-9EFC-FDC8D6E13BDF}"/>
              </a:ext>
            </a:extLst>
          </p:cNvPr>
          <p:cNvSpPr>
            <a:spLocks noChangeArrowheads="1"/>
          </p:cNvSpPr>
          <p:nvPr userDrawn="1"/>
        </p:nvSpPr>
        <p:spPr bwMode="auto">
          <a:xfrm rot="16200000" flipV="1">
            <a:off x="6550027" y="1978024"/>
            <a:ext cx="1409701" cy="2787652"/>
          </a:xfrm>
          <a:prstGeom prst="rect">
            <a:avLst/>
          </a:prstGeom>
          <a:gradFill>
            <a:gsLst>
              <a:gs pos="0">
                <a:schemeClr val="tx1">
                  <a:alpha val="73669"/>
                </a:schemeClr>
              </a:gs>
              <a:gs pos="40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16" name="Rectangle 22">
            <a:extLst>
              <a:ext uri="{FF2B5EF4-FFF2-40B4-BE49-F238E27FC236}">
                <a16:creationId xmlns:a16="http://schemas.microsoft.com/office/drawing/2014/main" id="{49D4123C-8F95-E508-328C-DF30EB1730F2}"/>
              </a:ext>
            </a:extLst>
          </p:cNvPr>
          <p:cNvSpPr>
            <a:spLocks noChangeArrowheads="1"/>
          </p:cNvSpPr>
          <p:nvPr userDrawn="1"/>
        </p:nvSpPr>
        <p:spPr bwMode="auto">
          <a:xfrm rot="5400000" flipH="1" flipV="1">
            <a:off x="860425" y="403222"/>
            <a:ext cx="1409701" cy="2787652"/>
          </a:xfrm>
          <a:prstGeom prst="rect">
            <a:avLst/>
          </a:prstGeom>
          <a:gradFill>
            <a:gsLst>
              <a:gs pos="0">
                <a:schemeClr val="tx1">
                  <a:alpha val="73669"/>
                </a:schemeClr>
              </a:gs>
              <a:gs pos="40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15" name="Rectangle 14">
            <a:extLst>
              <a:ext uri="{FF2B5EF4-FFF2-40B4-BE49-F238E27FC236}">
                <a16:creationId xmlns:a16="http://schemas.microsoft.com/office/drawing/2014/main" id="{1859506E-887F-A693-15E5-953C7E032E3B}"/>
              </a:ext>
            </a:extLst>
          </p:cNvPr>
          <p:cNvSpPr/>
          <p:nvPr userDrawn="1"/>
        </p:nvSpPr>
        <p:spPr>
          <a:xfrm>
            <a:off x="165100" y="4305300"/>
            <a:ext cx="8496300" cy="406400"/>
          </a:xfrm>
          <a:prstGeom prst="rect">
            <a:avLst/>
          </a:prstGeom>
          <a:gradFill>
            <a:gsLst>
              <a:gs pos="0">
                <a:schemeClr val="bg2">
                  <a:lumMod val="75000"/>
                  <a:alpha val="0"/>
                </a:schemeClr>
              </a:gs>
              <a:gs pos="99000">
                <a:schemeClr val="bg2">
                  <a:lumMod val="75000"/>
                  <a:alpha val="0"/>
                </a:schemeClr>
              </a:gs>
              <a:gs pos="55000">
                <a:schemeClr val="bg2">
                  <a:lumMod val="75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5" name="Rectangle 4">
            <a:extLst>
              <a:ext uri="{FF2B5EF4-FFF2-40B4-BE49-F238E27FC236}">
                <a16:creationId xmlns:a16="http://schemas.microsoft.com/office/drawing/2014/main" id="{B482FF3F-9D29-0097-A3DD-B0F08AB5B75D}"/>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2" name="Text Placeholder 7">
            <a:extLst>
              <a:ext uri="{FF2B5EF4-FFF2-40B4-BE49-F238E27FC236}">
                <a16:creationId xmlns:a16="http://schemas.microsoft.com/office/drawing/2014/main" id="{75EB3219-C619-266D-D291-1B7164F88530}"/>
              </a:ext>
            </a:extLst>
          </p:cNvPr>
          <p:cNvSpPr>
            <a:spLocks noGrp="1"/>
          </p:cNvSpPr>
          <p:nvPr>
            <p:ph type="body" sz="quarter" idx="12" hasCustomPrompt="1"/>
          </p:nvPr>
        </p:nvSpPr>
        <p:spPr>
          <a:xfrm>
            <a:off x="3124202" y="2120900"/>
            <a:ext cx="2481608" cy="1003300"/>
          </a:xfrm>
          <a:prstGeom prst="rect">
            <a:avLst/>
          </a:prstGeom>
        </p:spPr>
        <p:txBody>
          <a:bodyPr lIns="0" tIns="0" rIns="0" bIns="0" anchor="ctr"/>
          <a:lstStyle>
            <a:lvl1pPr marL="0" indent="0" algn="ctr">
              <a:lnSpc>
                <a:spcPct val="100000"/>
              </a:lnSpc>
              <a:spcBef>
                <a:spcPts val="0"/>
              </a:spcBef>
              <a:spcAft>
                <a:spcPts val="0"/>
              </a:spcAft>
              <a:buFontTx/>
              <a:buNone/>
              <a:defRPr sz="2000" b="1"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Lorem ipsum dolor sit </a:t>
            </a:r>
            <a:r>
              <a:rPr lang="en-US" dirty="0" err="1"/>
              <a:t>amet</a:t>
            </a:r>
            <a:r>
              <a:rPr lang="en-US" dirty="0"/>
              <a:t> Lorem ipsum </a:t>
            </a:r>
          </a:p>
        </p:txBody>
      </p:sp>
      <p:sp>
        <p:nvSpPr>
          <p:cNvPr id="4" name="Title 1">
            <a:extLst>
              <a:ext uri="{FF2B5EF4-FFF2-40B4-BE49-F238E27FC236}">
                <a16:creationId xmlns:a16="http://schemas.microsoft.com/office/drawing/2014/main" id="{6623B338-2E4C-21C1-AD6B-ABA4AB8E2A87}"/>
              </a:ext>
            </a:extLst>
          </p:cNvPr>
          <p:cNvSpPr>
            <a:spLocks noGrp="1"/>
          </p:cNvSpPr>
          <p:nvPr>
            <p:ph type="title" hasCustomPrompt="1"/>
          </p:nvPr>
        </p:nvSpPr>
        <p:spPr>
          <a:xfrm>
            <a:off x="376496" y="255741"/>
            <a:ext cx="8043203" cy="548637"/>
          </a:xfrm>
        </p:spPr>
        <p:txBody>
          <a:bodyPr/>
          <a:lstStyle>
            <a:lvl1pPr algn="ctr">
              <a:defRPr/>
            </a:lvl1pPr>
          </a:lstStyle>
          <a:p>
            <a:r>
              <a:rPr lang="en-US" dirty="0"/>
              <a:t>Infographic 3</a:t>
            </a:r>
          </a:p>
        </p:txBody>
      </p:sp>
      <p:sp>
        <p:nvSpPr>
          <p:cNvPr id="6" name="Text Placeholder 5">
            <a:extLst>
              <a:ext uri="{FF2B5EF4-FFF2-40B4-BE49-F238E27FC236}">
                <a16:creationId xmlns:a16="http://schemas.microsoft.com/office/drawing/2014/main" id="{54A0E347-9124-5952-1796-06916F6C4956}"/>
              </a:ext>
            </a:extLst>
          </p:cNvPr>
          <p:cNvSpPr>
            <a:spLocks noGrp="1"/>
          </p:cNvSpPr>
          <p:nvPr>
            <p:ph type="body" sz="quarter" idx="10" hasCustomPrompt="1"/>
          </p:nvPr>
        </p:nvSpPr>
        <p:spPr>
          <a:xfrm>
            <a:off x="484051" y="1509527"/>
            <a:ext cx="1998949"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7" name="Text Placeholder 5">
            <a:extLst>
              <a:ext uri="{FF2B5EF4-FFF2-40B4-BE49-F238E27FC236}">
                <a16:creationId xmlns:a16="http://schemas.microsoft.com/office/drawing/2014/main" id="{A496D7A8-6400-DBAB-D5AC-84C819766E26}"/>
              </a:ext>
            </a:extLst>
          </p:cNvPr>
          <p:cNvSpPr>
            <a:spLocks noGrp="1"/>
          </p:cNvSpPr>
          <p:nvPr>
            <p:ph type="body" sz="quarter" idx="40" hasCustomPrompt="1"/>
          </p:nvPr>
        </p:nvSpPr>
        <p:spPr>
          <a:xfrm>
            <a:off x="487594" y="1204728"/>
            <a:ext cx="2006037"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8" name="Text Placeholder 5">
            <a:extLst>
              <a:ext uri="{FF2B5EF4-FFF2-40B4-BE49-F238E27FC236}">
                <a16:creationId xmlns:a16="http://schemas.microsoft.com/office/drawing/2014/main" id="{EB46C3C8-B5DC-1379-B2CA-FDEA5DFE21F5}"/>
              </a:ext>
            </a:extLst>
          </p:cNvPr>
          <p:cNvSpPr>
            <a:spLocks noGrp="1"/>
          </p:cNvSpPr>
          <p:nvPr>
            <p:ph type="body" sz="quarter" idx="13" hasCustomPrompt="1"/>
          </p:nvPr>
        </p:nvSpPr>
        <p:spPr>
          <a:xfrm>
            <a:off x="476961" y="3098799"/>
            <a:ext cx="2027303"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p>
        </p:txBody>
      </p:sp>
      <p:sp>
        <p:nvSpPr>
          <p:cNvPr id="9" name="Text Placeholder 5">
            <a:extLst>
              <a:ext uri="{FF2B5EF4-FFF2-40B4-BE49-F238E27FC236}">
                <a16:creationId xmlns:a16="http://schemas.microsoft.com/office/drawing/2014/main" id="{4D671AD8-A2CE-1AD7-D632-FC72EFEC7977}"/>
              </a:ext>
            </a:extLst>
          </p:cNvPr>
          <p:cNvSpPr>
            <a:spLocks noGrp="1"/>
          </p:cNvSpPr>
          <p:nvPr>
            <p:ph type="body" sz="quarter" idx="14" hasCustomPrompt="1"/>
          </p:nvPr>
        </p:nvSpPr>
        <p:spPr>
          <a:xfrm>
            <a:off x="480505" y="2794001"/>
            <a:ext cx="2034391" cy="233916"/>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10" name="Text Placeholder 5">
            <a:extLst>
              <a:ext uri="{FF2B5EF4-FFF2-40B4-BE49-F238E27FC236}">
                <a16:creationId xmlns:a16="http://schemas.microsoft.com/office/drawing/2014/main" id="{14495FCD-874B-32A3-E27C-52B1802AEFD7}"/>
              </a:ext>
            </a:extLst>
          </p:cNvPr>
          <p:cNvSpPr>
            <a:spLocks noGrp="1"/>
          </p:cNvSpPr>
          <p:nvPr>
            <p:ph type="body" sz="quarter" idx="15" hasCustomPrompt="1"/>
          </p:nvPr>
        </p:nvSpPr>
        <p:spPr>
          <a:xfrm>
            <a:off x="6195803" y="1515138"/>
            <a:ext cx="1750855"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p>
        </p:txBody>
      </p:sp>
      <p:sp>
        <p:nvSpPr>
          <p:cNvPr id="11" name="Text Placeholder 5">
            <a:extLst>
              <a:ext uri="{FF2B5EF4-FFF2-40B4-BE49-F238E27FC236}">
                <a16:creationId xmlns:a16="http://schemas.microsoft.com/office/drawing/2014/main" id="{4CD20299-6B93-4049-D94C-28CA1C3CFB18}"/>
              </a:ext>
            </a:extLst>
          </p:cNvPr>
          <p:cNvSpPr>
            <a:spLocks noGrp="1"/>
          </p:cNvSpPr>
          <p:nvPr>
            <p:ph type="body" sz="quarter" idx="16" hasCustomPrompt="1"/>
          </p:nvPr>
        </p:nvSpPr>
        <p:spPr>
          <a:xfrm>
            <a:off x="6199348" y="1210341"/>
            <a:ext cx="1757944" cy="244549"/>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12" name="Text Placeholder 5">
            <a:extLst>
              <a:ext uri="{FF2B5EF4-FFF2-40B4-BE49-F238E27FC236}">
                <a16:creationId xmlns:a16="http://schemas.microsoft.com/office/drawing/2014/main" id="{4A60DD8A-D017-1EBB-F9D5-5BE45658C568}"/>
              </a:ext>
            </a:extLst>
          </p:cNvPr>
          <p:cNvSpPr>
            <a:spLocks noGrp="1"/>
          </p:cNvSpPr>
          <p:nvPr>
            <p:ph type="body" sz="quarter" idx="17" hasCustomPrompt="1"/>
          </p:nvPr>
        </p:nvSpPr>
        <p:spPr>
          <a:xfrm>
            <a:off x="6176014" y="3091710"/>
            <a:ext cx="1757944"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sit </a:t>
            </a:r>
            <a:r>
              <a:rPr lang="en-US" dirty="0" err="1"/>
              <a:t>amet</a:t>
            </a:r>
            <a:endParaRPr lang="en-US" dirty="0"/>
          </a:p>
        </p:txBody>
      </p:sp>
      <p:sp>
        <p:nvSpPr>
          <p:cNvPr id="13" name="Text Placeholder 5">
            <a:extLst>
              <a:ext uri="{FF2B5EF4-FFF2-40B4-BE49-F238E27FC236}">
                <a16:creationId xmlns:a16="http://schemas.microsoft.com/office/drawing/2014/main" id="{B56EA8E3-3C51-0775-806B-52B1FFF1B85E}"/>
              </a:ext>
            </a:extLst>
          </p:cNvPr>
          <p:cNvSpPr>
            <a:spLocks noGrp="1"/>
          </p:cNvSpPr>
          <p:nvPr>
            <p:ph type="body" sz="quarter" idx="18" hasCustomPrompt="1"/>
          </p:nvPr>
        </p:nvSpPr>
        <p:spPr>
          <a:xfrm>
            <a:off x="6179558" y="2786913"/>
            <a:ext cx="1775665" cy="241005"/>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14" name="Text Placeholder 7">
            <a:extLst>
              <a:ext uri="{FF2B5EF4-FFF2-40B4-BE49-F238E27FC236}">
                <a16:creationId xmlns:a16="http://schemas.microsoft.com/office/drawing/2014/main" id="{69389F7A-0AD3-D7BC-FD70-1FC038CD1D2E}"/>
              </a:ext>
            </a:extLst>
          </p:cNvPr>
          <p:cNvSpPr>
            <a:spLocks noGrp="1"/>
          </p:cNvSpPr>
          <p:nvPr>
            <p:ph type="body" sz="quarter" idx="41" hasCustomPrompt="1"/>
          </p:nvPr>
        </p:nvSpPr>
        <p:spPr>
          <a:xfrm>
            <a:off x="2794000" y="4356100"/>
            <a:ext cx="3302000" cy="303969"/>
          </a:xfrm>
          <a:prstGeom prst="rect">
            <a:avLst/>
          </a:prstGeom>
        </p:spPr>
        <p:txBody>
          <a:bodyPr lIns="0" tIns="0" rIns="0" bIns="0" anchor="ctr"/>
          <a:lstStyle>
            <a:lvl1pPr marL="0" indent="0" algn="ctr">
              <a:lnSpc>
                <a:spcPct val="100000"/>
              </a:lnSpc>
              <a:spcBef>
                <a:spcPts val="0"/>
              </a:spcBef>
              <a:spcAft>
                <a:spcPts val="0"/>
              </a:spcAft>
              <a:buFontTx/>
              <a:buNone/>
              <a:defRPr sz="1500" b="1" i="1">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Lorem ipsum dolor sit </a:t>
            </a:r>
            <a:r>
              <a:rPr lang="en-US" dirty="0" err="1"/>
              <a:t>amet</a:t>
            </a:r>
            <a:endParaRPr lang="en-US" dirty="0"/>
          </a:p>
        </p:txBody>
      </p:sp>
    </p:spTree>
    <p:extLst>
      <p:ext uri="{BB962C8B-B14F-4D97-AF65-F5344CB8AC3E}">
        <p14:creationId xmlns:p14="http://schemas.microsoft.com/office/powerpoint/2010/main" val="2499590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500"/>
                                        <p:tgtEl>
                                          <p:spTgt spid="7">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500"/>
                                        <p:tgtEl>
                                          <p:spTgt spid="9">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par>
                          <p:cTn id="32" fill="hold">
                            <p:stCondLst>
                              <p:cond delay="2500"/>
                            </p:stCondLst>
                            <p:childTnLst>
                              <p:par>
                                <p:cTn id="33" presetID="10" presetClass="entr" presetSubtype="0" fill="hold" grpId="0" nodeType="after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animEffect transition="in" filter="fade">
                                      <p:cBhvr>
                                        <p:cTn id="35" dur="500"/>
                                        <p:tgtEl>
                                          <p:spTgt spid="11">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xEl>
                                              <p:pRg st="0" end="0"/>
                                            </p:txEl>
                                          </p:spTgt>
                                        </p:tgtEl>
                                        <p:attrNameLst>
                                          <p:attrName>style.visibility</p:attrName>
                                        </p:attrNameLst>
                                      </p:cBhvr>
                                      <p:to>
                                        <p:strVal val="visible"/>
                                      </p:to>
                                    </p:set>
                                    <p:animEffect transition="in" filter="fade">
                                      <p:cBhvr>
                                        <p:cTn id="38" dur="500"/>
                                        <p:tgtEl>
                                          <p:spTgt spid="10">
                                            <p:txEl>
                                              <p:pRg st="0" end="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par>
                          <p:cTn id="42" fill="hold">
                            <p:stCondLst>
                              <p:cond delay="3000"/>
                            </p:stCondLst>
                            <p:childTnLst>
                              <p:par>
                                <p:cTn id="43" presetID="10" presetClass="entr" presetSubtype="0" fill="hold" grpId="0" nodeType="afterEffect">
                                  <p:stCondLst>
                                    <p:cond delay="0"/>
                                  </p:stCondLst>
                                  <p:childTnLst>
                                    <p:set>
                                      <p:cBhvr>
                                        <p:cTn id="44" dur="1" fill="hold">
                                          <p:stCondLst>
                                            <p:cond delay="0"/>
                                          </p:stCondLst>
                                        </p:cTn>
                                        <p:tgtEl>
                                          <p:spTgt spid="12">
                                            <p:txEl>
                                              <p:pRg st="0" end="0"/>
                                            </p:txEl>
                                          </p:spTgt>
                                        </p:tgtEl>
                                        <p:attrNameLst>
                                          <p:attrName>style.visibility</p:attrName>
                                        </p:attrNameLst>
                                      </p:cBhvr>
                                      <p:to>
                                        <p:strVal val="visible"/>
                                      </p:to>
                                    </p:set>
                                    <p:animEffect transition="in" filter="fade">
                                      <p:cBhvr>
                                        <p:cTn id="45" dur="500"/>
                                        <p:tgtEl>
                                          <p:spTgt spid="12">
                                            <p:txEl>
                                              <p:pRg st="0" end="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Effect transition="in" filter="fade">
                                      <p:cBhvr>
                                        <p:cTn id="48" dur="500"/>
                                        <p:tgtEl>
                                          <p:spTgt spid="13">
                                            <p:txEl>
                                              <p:pRg st="0" end="0"/>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3500"/>
                            </p:stCondLst>
                            <p:childTnLst>
                              <p:par>
                                <p:cTn id="53" presetID="22" presetClass="entr" presetSubtype="8"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left)">
                                      <p:cBhvr>
                                        <p:cTn id="55" dur="1000"/>
                                        <p:tgtEl>
                                          <p:spTgt spid="23"/>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1000"/>
                                        <p:tgtEl>
                                          <p:spTgt spid="21"/>
                                        </p:tgtEl>
                                      </p:cBhvr>
                                    </p:animEffect>
                                  </p:childTnLst>
                                </p:cTn>
                              </p:par>
                              <p:par>
                                <p:cTn id="59" presetID="22" presetClass="entr" presetSubtype="2"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wipe(right)">
                                      <p:cBhvr>
                                        <p:cTn id="61" dur="1000"/>
                                        <p:tgtEl>
                                          <p:spTgt spid="22"/>
                                        </p:tgtEl>
                                      </p:cBhvr>
                                    </p:animEffect>
                                  </p:childTnLst>
                                </p:cTn>
                              </p:par>
                              <p:par>
                                <p:cTn id="62" presetID="22" presetClass="entr" presetSubtype="2"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right)">
                                      <p:cBhvr>
                                        <p:cTn id="64" dur="1000"/>
                                        <p:tgtEl>
                                          <p:spTgt spid="20"/>
                                        </p:tgtEl>
                                      </p:cBhvr>
                                    </p:animEffect>
                                  </p:childTnLst>
                                </p:cTn>
                              </p:par>
                            </p:childTnLst>
                          </p:cTn>
                        </p:par>
                        <p:par>
                          <p:cTn id="65" fill="hold">
                            <p:stCondLst>
                              <p:cond delay="4500"/>
                            </p:stCondLst>
                            <p:childTnLst>
                              <p:par>
                                <p:cTn id="66" presetID="10" presetClass="entr" presetSubtype="0" fill="hold" grpId="0" nodeType="afterEffect">
                                  <p:stCondLst>
                                    <p:cond delay="250"/>
                                  </p:stCondLst>
                                  <p:childTnLst>
                                    <p:set>
                                      <p:cBhvr>
                                        <p:cTn id="67" dur="1" fill="hold">
                                          <p:stCondLst>
                                            <p:cond delay="0"/>
                                          </p:stCondLst>
                                        </p:cTn>
                                        <p:tgtEl>
                                          <p:spTgt spid="32">
                                            <p:txEl>
                                              <p:pRg st="0" end="0"/>
                                            </p:txEl>
                                          </p:spTgt>
                                        </p:tgtEl>
                                        <p:attrNameLst>
                                          <p:attrName>style.visibility</p:attrName>
                                        </p:attrNameLst>
                                      </p:cBhvr>
                                      <p:to>
                                        <p:strVal val="visible"/>
                                      </p:to>
                                    </p:set>
                                    <p:animEffect transition="in" filter="fade">
                                      <p:cBhvr>
                                        <p:cTn id="68" dur="2000"/>
                                        <p:tgtEl>
                                          <p:spTgt spid="32">
                                            <p:txEl>
                                              <p:pRg st="0" end="0"/>
                                            </p:txEl>
                                          </p:spTgt>
                                        </p:tgtEl>
                                      </p:cBhvr>
                                    </p:animEffect>
                                  </p:childTnLst>
                                </p:cTn>
                              </p:par>
                              <p:par>
                                <p:cTn id="69" presetID="2" presetClass="entr" presetSubtype="4" fill="hold" grpId="0" nodeType="withEffect">
                                  <p:stCondLst>
                                    <p:cond delay="0"/>
                                  </p:stCondLst>
                                  <p:childTnLst>
                                    <p:set>
                                      <p:cBhvr>
                                        <p:cTn id="70" dur="1" fill="hold">
                                          <p:stCondLst>
                                            <p:cond delay="0"/>
                                          </p:stCondLst>
                                        </p:cTn>
                                        <p:tgtEl>
                                          <p:spTgt spid="14">
                                            <p:txEl>
                                              <p:pRg st="0" end="0"/>
                                            </p:txEl>
                                          </p:spTgt>
                                        </p:tgtEl>
                                        <p:attrNameLst>
                                          <p:attrName>style.visibility</p:attrName>
                                        </p:attrNameLst>
                                      </p:cBhvr>
                                      <p:to>
                                        <p:strVal val="visible"/>
                                      </p:to>
                                    </p:set>
                                    <p:anim calcmode="lin" valueType="num">
                                      <p:cBhvr additive="base">
                                        <p:cTn id="71"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4">
                                            <p:txEl>
                                              <p:pRg st="0" end="0"/>
                                            </p:tx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 calcmode="lin" valueType="num">
                                      <p:cBhvr additive="base">
                                        <p:cTn id="75" dur="500" fill="hold"/>
                                        <p:tgtEl>
                                          <p:spTgt spid="15"/>
                                        </p:tgtEl>
                                        <p:attrNameLst>
                                          <p:attrName>ppt_x</p:attrName>
                                        </p:attrNameLst>
                                      </p:cBhvr>
                                      <p:tavLst>
                                        <p:tav tm="0">
                                          <p:val>
                                            <p:strVal val="#ppt_x"/>
                                          </p:val>
                                        </p:tav>
                                        <p:tav tm="100000">
                                          <p:val>
                                            <p:strVal val="#ppt_x"/>
                                          </p:val>
                                        </p:tav>
                                      </p:tavLst>
                                    </p:anim>
                                    <p:anim calcmode="lin" valueType="num">
                                      <p:cBhvr additive="base">
                                        <p:cTn id="7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17" grpId="0" animBg="1"/>
      <p:bldP spid="18" grpId="0" animBg="1"/>
      <p:bldP spid="19" grpId="0" animBg="1"/>
      <p:bldP spid="16" grpId="0" animBg="1"/>
      <p:bldP spid="15" grpId="0" animBg="1"/>
      <p:bldP spid="5" grpId="0" animBg="1"/>
      <p:bldP spid="32" grpId="0" build="p">
        <p:tmplLst>
          <p:tmpl lvl="1">
            <p:tnLst>
              <p:par>
                <p:cTn presetID="10" presetClass="entr" presetSubtype="0" fill="hold" nodeType="afterEffect">
                  <p:stCondLst>
                    <p:cond delay="250"/>
                  </p:stCondLst>
                  <p:childTnLst>
                    <p:set>
                      <p:cBhvr>
                        <p:cTn dur="1" fill="hold">
                          <p:stCondLst>
                            <p:cond delay="0"/>
                          </p:stCondLst>
                        </p:cTn>
                        <p:tgtEl>
                          <p:spTgt spid="32"/>
                        </p:tgtEl>
                        <p:attrNameLst>
                          <p:attrName>style.visibility</p:attrName>
                        </p:attrNameLst>
                      </p:cBhvr>
                      <p:to>
                        <p:strVal val="visible"/>
                      </p:to>
                    </p:set>
                    <p:animEffect transition="in" filter="fade">
                      <p:cBhvr>
                        <p:cTn dur="2000"/>
                        <p:tgtEl>
                          <p:spTgt spid="32"/>
                        </p:tgtEl>
                      </p:cBhvr>
                    </p:animEffect>
                  </p:childTnLst>
                </p:cTn>
              </p:par>
            </p:tnLst>
          </p:tmpl>
        </p:tmplLst>
      </p:bldP>
      <p:bldP spid="4" grpId="0"/>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8" grpId="0" build="p">
        <p:tmplLst>
          <p:tmpl lvl="1">
            <p:tnLst>
              <p:par>
                <p:cTn presetID="10" presetClass="entr" presetSubtype="0"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2" grpId="0" build="p">
        <p:tmplLst>
          <p:tmpl lvl="1">
            <p:tnLst>
              <p:par>
                <p:cTn presetID="10" presetClass="entr" presetSubtype="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p:tmplLst>
          <p:tmpl lvl="1">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build="p">
        <p:tmplLst>
          <p:tmpl lvl="1">
            <p:tnLst>
              <p:par>
                <p:cTn presetID="2" presetClass="entr" presetSubtype="4"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ppt_x"/>
                          </p:val>
                        </p:tav>
                        <p:tav tm="100000">
                          <p:val>
                            <p:strVal val="#ppt_x"/>
                          </p:val>
                        </p:tav>
                      </p:tavLst>
                    </p:anim>
                    <p:anim calcmode="lin" valueType="num">
                      <p:cBhvr additive="base">
                        <p:cTn dur="500" fill="hold"/>
                        <p:tgtEl>
                          <p:spTgt spid="14"/>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nfographic 4">
    <p:spTree>
      <p:nvGrpSpPr>
        <p:cNvPr id="1" name=""/>
        <p:cNvGrpSpPr/>
        <p:nvPr/>
      </p:nvGrpSpPr>
      <p:grpSpPr>
        <a:xfrm>
          <a:off x="0" y="0"/>
          <a:ext cx="0" cy="0"/>
          <a:chOff x="0" y="0"/>
          <a:chExt cx="0" cy="0"/>
        </a:xfrm>
      </p:grpSpPr>
      <p:sp>
        <p:nvSpPr>
          <p:cNvPr id="13" name="Text Placeholder 5">
            <a:extLst>
              <a:ext uri="{FF2B5EF4-FFF2-40B4-BE49-F238E27FC236}">
                <a16:creationId xmlns:a16="http://schemas.microsoft.com/office/drawing/2014/main" id="{AFCFEE05-576C-F9DB-87FC-813B040979B4}"/>
              </a:ext>
            </a:extLst>
          </p:cNvPr>
          <p:cNvSpPr>
            <a:spLocks noGrp="1"/>
          </p:cNvSpPr>
          <p:nvPr>
            <p:ph type="body" sz="quarter" idx="43" hasCustomPrompt="1"/>
          </p:nvPr>
        </p:nvSpPr>
        <p:spPr>
          <a:xfrm>
            <a:off x="3698875" y="1264323"/>
            <a:ext cx="4759324" cy="714985"/>
          </a:xfrm>
          <a:prstGeom prst="rect">
            <a:avLst/>
          </a:prstGeom>
          <a:solidFill>
            <a:schemeClr val="bg1">
              <a:lumMod val="85000"/>
            </a:schemeClr>
          </a:solidFill>
          <a:ln w="31750">
            <a:noFill/>
          </a:ln>
        </p:spPr>
        <p:txBody>
          <a:bodyPr lIns="0" tIns="0" rIns="0" bIns="0" anchor="ctr"/>
          <a:lstStyle>
            <a:lvl1pPr indent="0">
              <a:buFontTx/>
              <a:buNone/>
              <a:defRPr sz="1200" b="0">
                <a:solidFill>
                  <a:schemeClr val="tx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15" name="Text Placeholder 5">
            <a:extLst>
              <a:ext uri="{FF2B5EF4-FFF2-40B4-BE49-F238E27FC236}">
                <a16:creationId xmlns:a16="http://schemas.microsoft.com/office/drawing/2014/main" id="{3E700417-8191-901C-6FA2-BB7566898B24}"/>
              </a:ext>
            </a:extLst>
          </p:cNvPr>
          <p:cNvSpPr>
            <a:spLocks noGrp="1"/>
          </p:cNvSpPr>
          <p:nvPr>
            <p:ph type="body" sz="quarter" idx="44" hasCustomPrompt="1"/>
          </p:nvPr>
        </p:nvSpPr>
        <p:spPr>
          <a:xfrm>
            <a:off x="3708400" y="2188248"/>
            <a:ext cx="4759324" cy="714985"/>
          </a:xfrm>
          <a:prstGeom prst="rect">
            <a:avLst/>
          </a:prstGeom>
          <a:solidFill>
            <a:schemeClr val="bg1">
              <a:lumMod val="85000"/>
            </a:schemeClr>
          </a:solidFill>
          <a:ln w="31750">
            <a:noFill/>
          </a:ln>
        </p:spPr>
        <p:txBody>
          <a:bodyPr lIns="0" tIns="0" rIns="0" bIns="0" anchor="ctr"/>
          <a:lstStyle>
            <a:lvl1pPr indent="0">
              <a:buFontTx/>
              <a:buNone/>
              <a:defRPr sz="1200" b="0">
                <a:solidFill>
                  <a:schemeClr val="tx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24" name="Text Placeholder 5">
            <a:extLst>
              <a:ext uri="{FF2B5EF4-FFF2-40B4-BE49-F238E27FC236}">
                <a16:creationId xmlns:a16="http://schemas.microsoft.com/office/drawing/2014/main" id="{151B8F24-8E30-1979-A7E3-A599218327E6}"/>
              </a:ext>
            </a:extLst>
          </p:cNvPr>
          <p:cNvSpPr>
            <a:spLocks noGrp="1"/>
          </p:cNvSpPr>
          <p:nvPr>
            <p:ph type="body" sz="quarter" idx="45" hasCustomPrompt="1"/>
          </p:nvPr>
        </p:nvSpPr>
        <p:spPr>
          <a:xfrm>
            <a:off x="3708400" y="3145511"/>
            <a:ext cx="4759324" cy="714985"/>
          </a:xfrm>
          <a:prstGeom prst="rect">
            <a:avLst/>
          </a:prstGeom>
          <a:solidFill>
            <a:schemeClr val="bg1">
              <a:lumMod val="85000"/>
            </a:schemeClr>
          </a:solidFill>
          <a:ln w="31750">
            <a:noFill/>
          </a:ln>
        </p:spPr>
        <p:txBody>
          <a:bodyPr lIns="0" tIns="0" rIns="0" bIns="0" anchor="ctr"/>
          <a:lstStyle>
            <a:lvl1pPr indent="0">
              <a:buFontTx/>
              <a:buNone/>
              <a:defRPr sz="1200" b="0">
                <a:solidFill>
                  <a:schemeClr val="tx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25" name="Text Placeholder 5">
            <a:extLst>
              <a:ext uri="{FF2B5EF4-FFF2-40B4-BE49-F238E27FC236}">
                <a16:creationId xmlns:a16="http://schemas.microsoft.com/office/drawing/2014/main" id="{E13DD2B6-DD78-B34A-4511-DE945CFF5DBB}"/>
              </a:ext>
            </a:extLst>
          </p:cNvPr>
          <p:cNvSpPr>
            <a:spLocks noGrp="1"/>
          </p:cNvSpPr>
          <p:nvPr>
            <p:ph type="body" sz="quarter" idx="46" hasCustomPrompt="1"/>
          </p:nvPr>
        </p:nvSpPr>
        <p:spPr>
          <a:xfrm>
            <a:off x="3708400" y="4088485"/>
            <a:ext cx="4759324" cy="714985"/>
          </a:xfrm>
          <a:prstGeom prst="rect">
            <a:avLst/>
          </a:prstGeom>
          <a:solidFill>
            <a:schemeClr val="bg1">
              <a:lumMod val="85000"/>
            </a:schemeClr>
          </a:solidFill>
          <a:ln w="31750">
            <a:noFill/>
          </a:ln>
        </p:spPr>
        <p:txBody>
          <a:bodyPr lIns="0" tIns="0" rIns="0" bIns="0" anchor="ctr"/>
          <a:lstStyle>
            <a:lvl1pPr indent="0">
              <a:buFontTx/>
              <a:buNone/>
              <a:defRPr sz="1200" b="0">
                <a:solidFill>
                  <a:schemeClr val="tx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3" name="Rectangle 2">
            <a:extLst>
              <a:ext uri="{FF2B5EF4-FFF2-40B4-BE49-F238E27FC236}">
                <a16:creationId xmlns:a16="http://schemas.microsoft.com/office/drawing/2014/main" id="{2D017A55-60E0-7B06-D871-B1056302770A}"/>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DC9CD928-E648-71FC-9BF8-8FD4A9E25A2E}"/>
              </a:ext>
            </a:extLst>
          </p:cNvPr>
          <p:cNvSpPr>
            <a:spLocks noGrp="1"/>
          </p:cNvSpPr>
          <p:nvPr>
            <p:ph type="title" hasCustomPrompt="1"/>
          </p:nvPr>
        </p:nvSpPr>
        <p:spPr>
          <a:xfrm>
            <a:off x="346416" y="323921"/>
            <a:ext cx="8043203" cy="548637"/>
          </a:xfrm>
        </p:spPr>
        <p:txBody>
          <a:bodyPr/>
          <a:lstStyle/>
          <a:p>
            <a:r>
              <a:rPr lang="en-US" dirty="0"/>
              <a:t>Infographic 4</a:t>
            </a:r>
          </a:p>
        </p:txBody>
      </p:sp>
      <p:sp>
        <p:nvSpPr>
          <p:cNvPr id="6" name="Text Placeholder 5">
            <a:extLst>
              <a:ext uri="{FF2B5EF4-FFF2-40B4-BE49-F238E27FC236}">
                <a16:creationId xmlns:a16="http://schemas.microsoft.com/office/drawing/2014/main" id="{03785D04-4946-0656-3181-7B395AE85D19}"/>
              </a:ext>
            </a:extLst>
          </p:cNvPr>
          <p:cNvSpPr>
            <a:spLocks noGrp="1"/>
          </p:cNvSpPr>
          <p:nvPr>
            <p:ph type="body" sz="quarter" idx="39" hasCustomPrompt="1"/>
          </p:nvPr>
        </p:nvSpPr>
        <p:spPr>
          <a:xfrm>
            <a:off x="409659" y="1283373"/>
            <a:ext cx="2943456" cy="714985"/>
          </a:xfrm>
          <a:prstGeom prst="roundRect">
            <a:avLst>
              <a:gd name="adj" fmla="val 15080"/>
            </a:avLst>
          </a:prstGeom>
          <a:solidFill>
            <a:schemeClr val="tx1"/>
          </a:solidFill>
          <a:ln w="31750">
            <a:solidFill>
              <a:srgbClr val="7BDAF5"/>
            </a:solidFill>
          </a:ln>
        </p:spPr>
        <p:txBody>
          <a:bodyPr lIns="0" tIns="0" rIns="0" bIns="0" anchor="ctr"/>
          <a:lstStyle>
            <a:lvl1pPr indent="0">
              <a:buFontTx/>
              <a:buNone/>
              <a:defRPr sz="1200" b="1">
                <a:solidFill>
                  <a:schemeClr val="bg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10" name="Text Placeholder 5">
            <a:extLst>
              <a:ext uri="{FF2B5EF4-FFF2-40B4-BE49-F238E27FC236}">
                <a16:creationId xmlns:a16="http://schemas.microsoft.com/office/drawing/2014/main" id="{F8D6F759-F1F4-D12E-16FE-FE43D412D969}"/>
              </a:ext>
            </a:extLst>
          </p:cNvPr>
          <p:cNvSpPr>
            <a:spLocks noGrp="1"/>
          </p:cNvSpPr>
          <p:nvPr>
            <p:ph type="body" sz="quarter" idx="40" hasCustomPrompt="1"/>
          </p:nvPr>
        </p:nvSpPr>
        <p:spPr>
          <a:xfrm>
            <a:off x="409659" y="2215236"/>
            <a:ext cx="2943456" cy="714985"/>
          </a:xfrm>
          <a:prstGeom prst="roundRect">
            <a:avLst>
              <a:gd name="adj" fmla="val 15080"/>
            </a:avLst>
          </a:prstGeom>
          <a:solidFill>
            <a:schemeClr val="tx1"/>
          </a:solidFill>
          <a:ln w="31750">
            <a:solidFill>
              <a:schemeClr val="bg2">
                <a:lumMod val="60000"/>
                <a:lumOff val="40000"/>
              </a:schemeClr>
            </a:solidFill>
          </a:ln>
        </p:spPr>
        <p:txBody>
          <a:bodyPr lIns="0" tIns="0" rIns="0" bIns="0" anchor="ctr"/>
          <a:lstStyle>
            <a:lvl1pPr indent="0">
              <a:buFontTx/>
              <a:buNone/>
              <a:defRPr sz="1200" b="1">
                <a:solidFill>
                  <a:schemeClr val="bg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11" name="Text Placeholder 5">
            <a:extLst>
              <a:ext uri="{FF2B5EF4-FFF2-40B4-BE49-F238E27FC236}">
                <a16:creationId xmlns:a16="http://schemas.microsoft.com/office/drawing/2014/main" id="{E9F42CFD-14B4-FD67-9711-D2F36ECA12CC}"/>
              </a:ext>
            </a:extLst>
          </p:cNvPr>
          <p:cNvSpPr>
            <a:spLocks noGrp="1"/>
          </p:cNvSpPr>
          <p:nvPr>
            <p:ph type="body" sz="quarter" idx="41" hasCustomPrompt="1"/>
          </p:nvPr>
        </p:nvSpPr>
        <p:spPr>
          <a:xfrm>
            <a:off x="409659" y="3147099"/>
            <a:ext cx="2943456" cy="714985"/>
          </a:xfrm>
          <a:prstGeom prst="roundRect">
            <a:avLst>
              <a:gd name="adj" fmla="val 15080"/>
            </a:avLst>
          </a:prstGeom>
          <a:solidFill>
            <a:schemeClr val="tx1"/>
          </a:solidFill>
          <a:ln w="31750">
            <a:solidFill>
              <a:schemeClr val="bg2">
                <a:lumMod val="60000"/>
                <a:lumOff val="40000"/>
              </a:schemeClr>
            </a:solidFill>
          </a:ln>
        </p:spPr>
        <p:txBody>
          <a:bodyPr lIns="0" tIns="0" rIns="0" bIns="0" anchor="ctr"/>
          <a:lstStyle>
            <a:lvl1pPr indent="0">
              <a:buFontTx/>
              <a:buNone/>
              <a:defRPr sz="1200" b="1">
                <a:solidFill>
                  <a:schemeClr val="bg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12" name="Text Placeholder 5">
            <a:extLst>
              <a:ext uri="{FF2B5EF4-FFF2-40B4-BE49-F238E27FC236}">
                <a16:creationId xmlns:a16="http://schemas.microsoft.com/office/drawing/2014/main" id="{BBE23CCA-3F08-28C6-7B1C-B37A5697EE54}"/>
              </a:ext>
            </a:extLst>
          </p:cNvPr>
          <p:cNvSpPr>
            <a:spLocks noGrp="1"/>
          </p:cNvSpPr>
          <p:nvPr>
            <p:ph type="body" sz="quarter" idx="42" hasCustomPrompt="1"/>
          </p:nvPr>
        </p:nvSpPr>
        <p:spPr>
          <a:xfrm>
            <a:off x="409659" y="4078961"/>
            <a:ext cx="2943456" cy="714985"/>
          </a:xfrm>
          <a:prstGeom prst="roundRect">
            <a:avLst>
              <a:gd name="adj" fmla="val 15080"/>
            </a:avLst>
          </a:prstGeom>
          <a:solidFill>
            <a:schemeClr val="tx1"/>
          </a:solidFill>
          <a:ln w="31750">
            <a:solidFill>
              <a:schemeClr val="bg2">
                <a:lumMod val="60000"/>
                <a:lumOff val="40000"/>
              </a:schemeClr>
            </a:solidFill>
          </a:ln>
        </p:spPr>
        <p:txBody>
          <a:bodyPr lIns="0" tIns="0" rIns="0" bIns="0" anchor="ctr"/>
          <a:lstStyle>
            <a:lvl1pPr indent="0">
              <a:buFontTx/>
              <a:buNone/>
              <a:defRPr sz="1200" b="1">
                <a:solidFill>
                  <a:schemeClr val="bg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26" name="Triangle 25">
            <a:extLst>
              <a:ext uri="{FF2B5EF4-FFF2-40B4-BE49-F238E27FC236}">
                <a16:creationId xmlns:a16="http://schemas.microsoft.com/office/drawing/2014/main" id="{F5A9C9DE-9DB9-19EB-68D0-F6148F93C5FE}"/>
              </a:ext>
            </a:extLst>
          </p:cNvPr>
          <p:cNvSpPr/>
          <p:nvPr userDrawn="1"/>
        </p:nvSpPr>
        <p:spPr>
          <a:xfrm rot="5400000">
            <a:off x="3224339" y="1467759"/>
            <a:ext cx="561704" cy="317864"/>
          </a:xfrm>
          <a:prstGeom prst="triangle">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7" name="Triangle 26">
            <a:extLst>
              <a:ext uri="{FF2B5EF4-FFF2-40B4-BE49-F238E27FC236}">
                <a16:creationId xmlns:a16="http://schemas.microsoft.com/office/drawing/2014/main" id="{1E09287E-01A9-BAD3-FDDA-E10C79888CE2}"/>
              </a:ext>
            </a:extLst>
          </p:cNvPr>
          <p:cNvSpPr/>
          <p:nvPr userDrawn="1"/>
        </p:nvSpPr>
        <p:spPr>
          <a:xfrm rot="5400000">
            <a:off x="3225004" y="2414769"/>
            <a:ext cx="561704" cy="317864"/>
          </a:xfrm>
          <a:prstGeom prst="triangle">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8" name="Triangle 27">
            <a:extLst>
              <a:ext uri="{FF2B5EF4-FFF2-40B4-BE49-F238E27FC236}">
                <a16:creationId xmlns:a16="http://schemas.microsoft.com/office/drawing/2014/main" id="{38EF6871-ABA6-8973-7FEA-0C1D0265214D}"/>
              </a:ext>
            </a:extLst>
          </p:cNvPr>
          <p:cNvSpPr/>
          <p:nvPr userDrawn="1"/>
        </p:nvSpPr>
        <p:spPr>
          <a:xfrm rot="5400000">
            <a:off x="3228997" y="3353126"/>
            <a:ext cx="561704" cy="317864"/>
          </a:xfrm>
          <a:prstGeom prst="triangle">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9" name="Triangle 28">
            <a:extLst>
              <a:ext uri="{FF2B5EF4-FFF2-40B4-BE49-F238E27FC236}">
                <a16:creationId xmlns:a16="http://schemas.microsoft.com/office/drawing/2014/main" id="{E2A8BADC-2A43-07E4-F4DC-028D4A621F37}"/>
              </a:ext>
            </a:extLst>
          </p:cNvPr>
          <p:cNvSpPr/>
          <p:nvPr userDrawn="1"/>
        </p:nvSpPr>
        <p:spPr>
          <a:xfrm rot="5400000">
            <a:off x="3228997" y="4279506"/>
            <a:ext cx="561704" cy="317864"/>
          </a:xfrm>
          <a:prstGeom prst="triangle">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Tree>
    <p:extLst>
      <p:ext uri="{BB962C8B-B14F-4D97-AF65-F5344CB8AC3E}">
        <p14:creationId xmlns:p14="http://schemas.microsoft.com/office/powerpoint/2010/main" val="311658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1500"/>
                            </p:stCondLst>
                            <p:childTnLst>
                              <p:par>
                                <p:cTn id="13" presetID="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0-#ppt_w/2"/>
                                          </p:val>
                                        </p:tav>
                                        <p:tav tm="100000">
                                          <p:val>
                                            <p:strVal val="#ppt_x"/>
                                          </p:val>
                                        </p:tav>
                                      </p:tavLst>
                                    </p:anim>
                                    <p:anim calcmode="lin" valueType="num">
                                      <p:cBhvr additive="base">
                                        <p:cTn id="20" dur="500" fill="hold"/>
                                        <p:tgtEl>
                                          <p:spTgt spid="26"/>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par>
                          <p:cTn id="25" fill="hold">
                            <p:stCondLst>
                              <p:cond delay="2500"/>
                            </p:stCondLst>
                            <p:childTnLst>
                              <p:par>
                                <p:cTn id="26" presetID="2" presetClass="entr" presetSubtype="8"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0-#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fill="hold"/>
                                        <p:tgtEl>
                                          <p:spTgt spid="27"/>
                                        </p:tgtEl>
                                        <p:attrNameLst>
                                          <p:attrName>ppt_x</p:attrName>
                                        </p:attrNameLst>
                                      </p:cBhvr>
                                      <p:tavLst>
                                        <p:tav tm="0">
                                          <p:val>
                                            <p:strVal val="0-#ppt_w/2"/>
                                          </p:val>
                                        </p:tav>
                                        <p:tav tm="100000">
                                          <p:val>
                                            <p:strVal val="#ppt_x"/>
                                          </p:val>
                                        </p:tav>
                                      </p:tavLst>
                                    </p:anim>
                                    <p:anim calcmode="lin" valueType="num">
                                      <p:cBhvr additive="base">
                                        <p:cTn id="33" dur="500" fill="hold"/>
                                        <p:tgtEl>
                                          <p:spTgt spid="27"/>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par>
                          <p:cTn id="38" fill="hold">
                            <p:stCondLst>
                              <p:cond delay="3500"/>
                            </p:stCondLst>
                            <p:childTnLst>
                              <p:par>
                                <p:cTn id="39" presetID="2" presetClass="entr" presetSubtype="8"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0-#ppt_w/2"/>
                                          </p:val>
                                        </p:tav>
                                        <p:tav tm="100000">
                                          <p:val>
                                            <p:strVal val="#ppt_x"/>
                                          </p:val>
                                        </p:tav>
                                      </p:tavLst>
                                    </p:anim>
                                    <p:anim calcmode="lin" valueType="num">
                                      <p:cBhvr additive="base">
                                        <p:cTn id="42" dur="500" fill="hold"/>
                                        <p:tgtEl>
                                          <p:spTgt spid="11"/>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additive="base">
                                        <p:cTn id="45" dur="500" fill="hold"/>
                                        <p:tgtEl>
                                          <p:spTgt spid="28"/>
                                        </p:tgtEl>
                                        <p:attrNameLst>
                                          <p:attrName>ppt_x</p:attrName>
                                        </p:attrNameLst>
                                      </p:cBhvr>
                                      <p:tavLst>
                                        <p:tav tm="0">
                                          <p:val>
                                            <p:strVal val="0-#ppt_w/2"/>
                                          </p:val>
                                        </p:tav>
                                        <p:tav tm="100000">
                                          <p:val>
                                            <p:strVal val="#ppt_x"/>
                                          </p:val>
                                        </p:tav>
                                      </p:tavLst>
                                    </p:anim>
                                    <p:anim calcmode="lin" valueType="num">
                                      <p:cBhvr additive="base">
                                        <p:cTn id="46" dur="500" fill="hold"/>
                                        <p:tgtEl>
                                          <p:spTgt spid="28"/>
                                        </p:tgtEl>
                                        <p:attrNameLst>
                                          <p:attrName>ppt_y</p:attrName>
                                        </p:attrNameLst>
                                      </p:cBhvr>
                                      <p:tavLst>
                                        <p:tav tm="0">
                                          <p:val>
                                            <p:strVal val="#ppt_y"/>
                                          </p:val>
                                        </p:tav>
                                        <p:tav tm="100000">
                                          <p:val>
                                            <p:strVal val="#ppt_y"/>
                                          </p:val>
                                        </p:tav>
                                      </p:tavLst>
                                    </p:anim>
                                  </p:childTnLst>
                                </p:cTn>
                              </p:par>
                            </p:childTnLst>
                          </p:cTn>
                        </p:par>
                        <p:par>
                          <p:cTn id="47" fill="hold">
                            <p:stCondLst>
                              <p:cond delay="4000"/>
                            </p:stCondLst>
                            <p:childTnLst>
                              <p:par>
                                <p:cTn id="48" presetID="10" presetClass="entr" presetSubtype="0" fill="hold" grpId="0" nodeType="after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par>
                          <p:cTn id="51" fill="hold">
                            <p:stCondLst>
                              <p:cond delay="4500"/>
                            </p:stCondLst>
                            <p:childTnLst>
                              <p:par>
                                <p:cTn id="52" presetID="2" presetClass="entr" presetSubtype="8"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additive="base">
                                        <p:cTn id="54" dur="500" fill="hold"/>
                                        <p:tgtEl>
                                          <p:spTgt spid="12"/>
                                        </p:tgtEl>
                                        <p:attrNameLst>
                                          <p:attrName>ppt_x</p:attrName>
                                        </p:attrNameLst>
                                      </p:cBhvr>
                                      <p:tavLst>
                                        <p:tav tm="0">
                                          <p:val>
                                            <p:strVal val="0-#ppt_w/2"/>
                                          </p:val>
                                        </p:tav>
                                        <p:tav tm="100000">
                                          <p:val>
                                            <p:strVal val="#ppt_x"/>
                                          </p:val>
                                        </p:tav>
                                      </p:tavLst>
                                    </p:anim>
                                    <p:anim calcmode="lin" valueType="num">
                                      <p:cBhvr additive="base">
                                        <p:cTn id="55" dur="500" fill="hold"/>
                                        <p:tgtEl>
                                          <p:spTgt spid="12"/>
                                        </p:tgtEl>
                                        <p:attrNameLst>
                                          <p:attrName>ppt_y</p:attrName>
                                        </p:attrNameLst>
                                      </p:cBhvr>
                                      <p:tavLst>
                                        <p:tav tm="0">
                                          <p:val>
                                            <p:strVal val="#ppt_y"/>
                                          </p:val>
                                        </p:tav>
                                        <p:tav tm="100000">
                                          <p:val>
                                            <p:strVal val="#ppt_y"/>
                                          </p:val>
                                        </p:tav>
                                      </p:tavLst>
                                    </p:anim>
                                  </p:childTnLst>
                                </p:cTn>
                              </p:par>
                              <p:par>
                                <p:cTn id="56" presetID="2" presetClass="entr" presetSubtype="8"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 calcmode="lin" valueType="num">
                                      <p:cBhvr additive="base">
                                        <p:cTn id="58" dur="500" fill="hold"/>
                                        <p:tgtEl>
                                          <p:spTgt spid="29"/>
                                        </p:tgtEl>
                                        <p:attrNameLst>
                                          <p:attrName>ppt_x</p:attrName>
                                        </p:attrNameLst>
                                      </p:cBhvr>
                                      <p:tavLst>
                                        <p:tav tm="0">
                                          <p:val>
                                            <p:strVal val="0-#ppt_w/2"/>
                                          </p:val>
                                        </p:tav>
                                        <p:tav tm="100000">
                                          <p:val>
                                            <p:strVal val="#ppt_x"/>
                                          </p:val>
                                        </p:tav>
                                      </p:tavLst>
                                    </p:anim>
                                    <p:anim calcmode="lin" valueType="num">
                                      <p:cBhvr additive="base">
                                        <p:cTn id="59" dur="500" fill="hold"/>
                                        <p:tgtEl>
                                          <p:spTgt spid="29"/>
                                        </p:tgtEl>
                                        <p:attrNameLst>
                                          <p:attrName>ppt_y</p:attrName>
                                        </p:attrNameLst>
                                      </p:cBhvr>
                                      <p:tavLst>
                                        <p:tav tm="0">
                                          <p:val>
                                            <p:strVal val="#ppt_y"/>
                                          </p:val>
                                        </p:tav>
                                        <p:tav tm="100000">
                                          <p:val>
                                            <p:strVal val="#ppt_y"/>
                                          </p:val>
                                        </p:tav>
                                      </p:tavLst>
                                    </p:anim>
                                  </p:childTnLst>
                                </p:cTn>
                              </p:par>
                            </p:childTnLst>
                          </p:cTn>
                        </p:par>
                        <p:par>
                          <p:cTn id="60" fill="hold">
                            <p:stCondLst>
                              <p:cond delay="5000"/>
                            </p:stCondLst>
                            <p:childTnLst>
                              <p:par>
                                <p:cTn id="61" presetID="10" presetClass="entr" presetSubtype="0" fill="hold" grpId="0" nodeType="after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tmplLst>
          <p:tmpl>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5" grpId="0" animBg="1">
        <p:tmplLst>
          <p:tmpl>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24" grpId="0" animBg="1">
        <p:tmplLst>
          <p:tmpl>
            <p:tnLst>
              <p:par>
                <p:cTn presetID="10" presetClass="entr" presetSubtype="0"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animBg="1">
        <p:tmplLst>
          <p:tmpl>
            <p:tnLst>
              <p:par>
                <p:cTn presetID="10" presetClass="entr" presetSubtype="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3" grpId="0" animBg="1"/>
      <p:bldP spid="2" grpId="0"/>
      <p:bldP spid="6" grpId="0" animBg="1">
        <p:tmplLst>
          <p:tmpl>
            <p:tnLst>
              <p:par>
                <p:cTn presetID="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10" grpId="0" animBg="1">
        <p:tmplLst>
          <p:tmpl>
            <p:tnLst>
              <p:par>
                <p:cTn presetID="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uiExpand="1" animBg="1">
        <p:tmplLst>
          <p:tmpl>
            <p:tnLst>
              <p:par>
                <p:cTn presetID="2" presetClass="entr" presetSubtype="8"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0-#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2" grpId="0" animBg="1">
        <p:tmplLst>
          <p:tmpl>
            <p:tnLst>
              <p:par>
                <p:cTn presetID="2" presetClass="entr" presetSubtype="8"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0-#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26" grpId="0" animBg="1"/>
      <p:bldP spid="27" grpId="0" animBg="1"/>
      <p:bldP spid="28" grpId="0" animBg="1"/>
      <p:bldP spid="29"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nfographic 5">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4551C4C-74FB-CEA7-1DF5-C71078AB45C1}"/>
              </a:ext>
            </a:extLst>
          </p:cNvPr>
          <p:cNvSpPr>
            <a:spLocks noGrp="1"/>
          </p:cNvSpPr>
          <p:nvPr>
            <p:ph type="body" sz="quarter" idx="31" hasCustomPrompt="1"/>
          </p:nvPr>
        </p:nvSpPr>
        <p:spPr>
          <a:xfrm>
            <a:off x="560174" y="2381074"/>
            <a:ext cx="2479479" cy="1074392"/>
          </a:xfrm>
          <a:prstGeom prst="roundRect">
            <a:avLst/>
          </a:prstGeom>
          <a:solidFill>
            <a:schemeClr val="accent6">
              <a:lumMod val="10000"/>
            </a:schemeClr>
          </a:solidFill>
          <a:ln w="317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latin typeface="Verdana" panose="020B0604030504040204" pitchFamily="34" charset="0"/>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r>
              <a:rPr lang="en-US" dirty="0"/>
              <a:t>Lorem ipsum</a:t>
            </a:r>
          </a:p>
          <a:p>
            <a:pPr lvl="1"/>
            <a:r>
              <a:rPr lang="en-US" dirty="0"/>
              <a:t>Lorem ipsum</a:t>
            </a:r>
          </a:p>
          <a:p>
            <a:pPr lvl="1"/>
            <a:r>
              <a:rPr lang="en-US" dirty="0"/>
              <a:t>Lorem ipsum</a:t>
            </a:r>
          </a:p>
          <a:p>
            <a:pPr lvl="1"/>
            <a:r>
              <a:rPr lang="en-US" dirty="0"/>
              <a:t>Lorem ipsum</a:t>
            </a:r>
          </a:p>
        </p:txBody>
      </p:sp>
      <p:sp>
        <p:nvSpPr>
          <p:cNvPr id="22" name="Text Placeholder 17">
            <a:extLst>
              <a:ext uri="{FF2B5EF4-FFF2-40B4-BE49-F238E27FC236}">
                <a16:creationId xmlns:a16="http://schemas.microsoft.com/office/drawing/2014/main" id="{DE227FA7-7AD6-0B3B-2303-AC06E2B96771}"/>
              </a:ext>
            </a:extLst>
          </p:cNvPr>
          <p:cNvSpPr>
            <a:spLocks noGrp="1"/>
          </p:cNvSpPr>
          <p:nvPr>
            <p:ph type="body" sz="quarter" idx="32" hasCustomPrompt="1"/>
          </p:nvPr>
        </p:nvSpPr>
        <p:spPr>
          <a:xfrm>
            <a:off x="5878552" y="2382646"/>
            <a:ext cx="2479479" cy="1074392"/>
          </a:xfrm>
          <a:prstGeom prst="roundRect">
            <a:avLst/>
          </a:prstGeom>
          <a:solidFill>
            <a:schemeClr val="accent6">
              <a:lumMod val="10000"/>
            </a:schemeClr>
          </a:solidFill>
          <a:ln w="317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latin typeface="Verdana" panose="020B0604030504040204" pitchFamily="34" charset="0"/>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r>
              <a:rPr lang="en-US" dirty="0"/>
              <a:t>Lorem ipsum</a:t>
            </a:r>
          </a:p>
          <a:p>
            <a:pPr lvl="1"/>
            <a:r>
              <a:rPr lang="en-US" dirty="0"/>
              <a:t>Lorem ipsum</a:t>
            </a:r>
          </a:p>
          <a:p>
            <a:pPr lvl="1"/>
            <a:r>
              <a:rPr lang="en-US" dirty="0"/>
              <a:t>Lorem ipsum</a:t>
            </a:r>
          </a:p>
          <a:p>
            <a:pPr lvl="1"/>
            <a:r>
              <a:rPr lang="en-US" dirty="0"/>
              <a:t>Lorem ipsum</a:t>
            </a:r>
          </a:p>
        </p:txBody>
      </p:sp>
      <p:sp>
        <p:nvSpPr>
          <p:cNvPr id="23" name="Text Placeholder 17">
            <a:extLst>
              <a:ext uri="{FF2B5EF4-FFF2-40B4-BE49-F238E27FC236}">
                <a16:creationId xmlns:a16="http://schemas.microsoft.com/office/drawing/2014/main" id="{07FBCD5D-37B7-FC71-4382-0F8529232C3B}"/>
              </a:ext>
            </a:extLst>
          </p:cNvPr>
          <p:cNvSpPr>
            <a:spLocks noGrp="1"/>
          </p:cNvSpPr>
          <p:nvPr>
            <p:ph type="body" sz="quarter" idx="33" hasCustomPrompt="1"/>
          </p:nvPr>
        </p:nvSpPr>
        <p:spPr>
          <a:xfrm>
            <a:off x="3209598" y="1158732"/>
            <a:ext cx="2479479" cy="1074392"/>
          </a:xfrm>
          <a:prstGeom prst="roundRect">
            <a:avLst/>
          </a:prstGeom>
          <a:solidFill>
            <a:schemeClr val="accent6">
              <a:lumMod val="10000"/>
            </a:schemeClr>
          </a:solidFill>
          <a:ln w="317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latin typeface="Verdana" panose="020B0604030504040204" pitchFamily="34" charset="0"/>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r>
              <a:rPr lang="en-US" dirty="0"/>
              <a:t>Lorem ipsum</a:t>
            </a:r>
          </a:p>
          <a:p>
            <a:pPr lvl="1"/>
            <a:r>
              <a:rPr lang="en-US" dirty="0"/>
              <a:t>Lorem ipsum</a:t>
            </a:r>
          </a:p>
          <a:p>
            <a:pPr lvl="1"/>
            <a:r>
              <a:rPr lang="en-US" dirty="0"/>
              <a:t>Lorem ipsum</a:t>
            </a:r>
          </a:p>
          <a:p>
            <a:pPr lvl="1"/>
            <a:r>
              <a:rPr lang="en-US" dirty="0"/>
              <a:t>Lorem ipsum</a:t>
            </a:r>
          </a:p>
        </p:txBody>
      </p:sp>
      <p:sp>
        <p:nvSpPr>
          <p:cNvPr id="24" name="Text Placeholder 17">
            <a:extLst>
              <a:ext uri="{FF2B5EF4-FFF2-40B4-BE49-F238E27FC236}">
                <a16:creationId xmlns:a16="http://schemas.microsoft.com/office/drawing/2014/main" id="{118C5359-0B73-7851-4295-4694D58C74DA}"/>
              </a:ext>
            </a:extLst>
          </p:cNvPr>
          <p:cNvSpPr>
            <a:spLocks noGrp="1"/>
          </p:cNvSpPr>
          <p:nvPr>
            <p:ph type="body" sz="quarter" idx="34" hasCustomPrompt="1"/>
          </p:nvPr>
        </p:nvSpPr>
        <p:spPr>
          <a:xfrm>
            <a:off x="3209598" y="3605748"/>
            <a:ext cx="2479479" cy="1074392"/>
          </a:xfrm>
          <a:prstGeom prst="roundRect">
            <a:avLst/>
          </a:prstGeom>
          <a:solidFill>
            <a:schemeClr val="accent6">
              <a:lumMod val="10000"/>
            </a:schemeClr>
          </a:solidFill>
          <a:ln w="317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latin typeface="Verdana" panose="020B0604030504040204" pitchFamily="34" charset="0"/>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r>
              <a:rPr lang="en-US" dirty="0"/>
              <a:t>Lorem ipsum</a:t>
            </a:r>
          </a:p>
          <a:p>
            <a:pPr lvl="1"/>
            <a:r>
              <a:rPr lang="en-US" dirty="0"/>
              <a:t>Lorem ipsum</a:t>
            </a:r>
          </a:p>
          <a:p>
            <a:pPr lvl="1"/>
            <a:r>
              <a:rPr lang="en-US" dirty="0"/>
              <a:t>Lorem ipsum</a:t>
            </a:r>
          </a:p>
          <a:p>
            <a:pPr lvl="1"/>
            <a:r>
              <a:rPr lang="en-US" dirty="0"/>
              <a:t>Lorem ipsum</a:t>
            </a:r>
          </a:p>
        </p:txBody>
      </p:sp>
      <p:sp>
        <p:nvSpPr>
          <p:cNvPr id="3" name="Rectangle 2">
            <a:extLst>
              <a:ext uri="{FF2B5EF4-FFF2-40B4-BE49-F238E27FC236}">
                <a16:creationId xmlns:a16="http://schemas.microsoft.com/office/drawing/2014/main" id="{AA6EAEDA-8263-5DEA-3BDE-B65FF59F378B}"/>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55" name="Text Placeholder 7">
            <a:extLst>
              <a:ext uri="{FF2B5EF4-FFF2-40B4-BE49-F238E27FC236}">
                <a16:creationId xmlns:a16="http://schemas.microsoft.com/office/drawing/2014/main" id="{30615500-FDA4-077C-2849-4CB67D55EFBD}"/>
              </a:ext>
            </a:extLst>
          </p:cNvPr>
          <p:cNvSpPr>
            <a:spLocks noGrp="1"/>
          </p:cNvSpPr>
          <p:nvPr>
            <p:ph type="body" sz="quarter" idx="43" hasCustomPrompt="1"/>
          </p:nvPr>
        </p:nvSpPr>
        <p:spPr>
          <a:xfrm>
            <a:off x="5903936" y="1056957"/>
            <a:ext cx="2605063" cy="1165543"/>
          </a:xfrm>
          <a:prstGeom prst="rect">
            <a:avLst/>
          </a:prstGeom>
        </p:spPr>
        <p:txBody>
          <a:bodyPr lIns="0" tIns="0" rIns="0" bIns="0" anchor="t"/>
          <a:lstStyle>
            <a:lvl1pPr marL="0" indent="0">
              <a:lnSpc>
                <a:spcPct val="100000"/>
              </a:lnSpc>
              <a:buFontTx/>
              <a:buNone/>
              <a:defRPr sz="1400" b="0" i="0">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sp>
        <p:nvSpPr>
          <p:cNvPr id="2" name="Title 1">
            <a:extLst>
              <a:ext uri="{FF2B5EF4-FFF2-40B4-BE49-F238E27FC236}">
                <a16:creationId xmlns:a16="http://schemas.microsoft.com/office/drawing/2014/main" id="{601FF27E-E946-CE62-0805-277B31A96915}"/>
              </a:ext>
            </a:extLst>
          </p:cNvPr>
          <p:cNvSpPr>
            <a:spLocks noGrp="1"/>
          </p:cNvSpPr>
          <p:nvPr>
            <p:ph type="title" hasCustomPrompt="1"/>
          </p:nvPr>
        </p:nvSpPr>
        <p:spPr>
          <a:xfrm>
            <a:off x="372485" y="285821"/>
            <a:ext cx="8043203" cy="548637"/>
          </a:xfrm>
        </p:spPr>
        <p:txBody>
          <a:bodyPr/>
          <a:lstStyle>
            <a:lvl1pPr algn="ctr">
              <a:defRPr/>
            </a:lvl1pPr>
          </a:lstStyle>
          <a:p>
            <a:r>
              <a:rPr lang="en-US" dirty="0"/>
              <a:t>Infographic 5</a:t>
            </a:r>
          </a:p>
        </p:txBody>
      </p:sp>
      <p:sp>
        <p:nvSpPr>
          <p:cNvPr id="8" name="Text Placeholder 7">
            <a:extLst>
              <a:ext uri="{FF2B5EF4-FFF2-40B4-BE49-F238E27FC236}">
                <a16:creationId xmlns:a16="http://schemas.microsoft.com/office/drawing/2014/main" id="{35054F95-9BC8-47D3-E351-266376D4C674}"/>
              </a:ext>
            </a:extLst>
          </p:cNvPr>
          <p:cNvSpPr>
            <a:spLocks noGrp="1"/>
          </p:cNvSpPr>
          <p:nvPr>
            <p:ph type="body" sz="quarter" idx="44" hasCustomPrompt="1"/>
          </p:nvPr>
        </p:nvSpPr>
        <p:spPr>
          <a:xfrm>
            <a:off x="442936" y="1056957"/>
            <a:ext cx="2605063" cy="1165543"/>
          </a:xfrm>
          <a:prstGeom prst="rect">
            <a:avLst/>
          </a:prstGeom>
        </p:spPr>
        <p:txBody>
          <a:bodyPr lIns="0" tIns="0" rIns="0" bIns="0" anchor="t"/>
          <a:lstStyle>
            <a:lvl1pPr marL="0" indent="0">
              <a:lnSpc>
                <a:spcPct val="100000"/>
              </a:lnSpc>
              <a:buFontTx/>
              <a:buNone/>
              <a:defRPr sz="1400" b="0" i="0">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sp>
        <p:nvSpPr>
          <p:cNvPr id="9" name="Text Placeholder 7">
            <a:extLst>
              <a:ext uri="{FF2B5EF4-FFF2-40B4-BE49-F238E27FC236}">
                <a16:creationId xmlns:a16="http://schemas.microsoft.com/office/drawing/2014/main" id="{CF71AE22-6B27-8980-D677-A5086DA0E1F3}"/>
              </a:ext>
            </a:extLst>
          </p:cNvPr>
          <p:cNvSpPr>
            <a:spLocks noGrp="1"/>
          </p:cNvSpPr>
          <p:nvPr>
            <p:ph type="body" sz="quarter" idx="45" hasCustomPrompt="1"/>
          </p:nvPr>
        </p:nvSpPr>
        <p:spPr>
          <a:xfrm>
            <a:off x="5891236" y="3647757"/>
            <a:ext cx="2605063" cy="1165543"/>
          </a:xfrm>
          <a:prstGeom prst="rect">
            <a:avLst/>
          </a:prstGeom>
        </p:spPr>
        <p:txBody>
          <a:bodyPr lIns="0" tIns="0" rIns="0" bIns="0" anchor="t"/>
          <a:lstStyle>
            <a:lvl1pPr marL="0" indent="0">
              <a:lnSpc>
                <a:spcPct val="100000"/>
              </a:lnSpc>
              <a:buFontTx/>
              <a:buNone/>
              <a:defRPr sz="1400" b="0" i="0">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sp>
        <p:nvSpPr>
          <p:cNvPr id="10" name="Text Placeholder 7">
            <a:extLst>
              <a:ext uri="{FF2B5EF4-FFF2-40B4-BE49-F238E27FC236}">
                <a16:creationId xmlns:a16="http://schemas.microsoft.com/office/drawing/2014/main" id="{D63C18F2-1D79-2114-47E6-856CD18E8896}"/>
              </a:ext>
            </a:extLst>
          </p:cNvPr>
          <p:cNvSpPr>
            <a:spLocks noGrp="1"/>
          </p:cNvSpPr>
          <p:nvPr>
            <p:ph type="body" sz="quarter" idx="46" hasCustomPrompt="1"/>
          </p:nvPr>
        </p:nvSpPr>
        <p:spPr>
          <a:xfrm>
            <a:off x="430236" y="3647757"/>
            <a:ext cx="2605063" cy="1165543"/>
          </a:xfrm>
          <a:prstGeom prst="rect">
            <a:avLst/>
          </a:prstGeom>
        </p:spPr>
        <p:txBody>
          <a:bodyPr lIns="0" tIns="0" rIns="0" bIns="0" anchor="t"/>
          <a:lstStyle>
            <a:lvl1pPr marL="0" indent="0">
              <a:lnSpc>
                <a:spcPct val="100000"/>
              </a:lnSpc>
              <a:buFontTx/>
              <a:buNone/>
              <a:defRPr sz="1400" b="0" i="0">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sp>
        <p:nvSpPr>
          <p:cNvPr id="25" name="Text Placeholder 17">
            <a:extLst>
              <a:ext uri="{FF2B5EF4-FFF2-40B4-BE49-F238E27FC236}">
                <a16:creationId xmlns:a16="http://schemas.microsoft.com/office/drawing/2014/main" id="{8B4C6F58-EB3C-735A-DB92-7BA0E295D511}"/>
              </a:ext>
            </a:extLst>
          </p:cNvPr>
          <p:cNvSpPr>
            <a:spLocks noGrp="1"/>
          </p:cNvSpPr>
          <p:nvPr>
            <p:ph type="body" sz="quarter" idx="35" hasCustomPrompt="1"/>
          </p:nvPr>
        </p:nvSpPr>
        <p:spPr>
          <a:xfrm>
            <a:off x="3209598" y="2380289"/>
            <a:ext cx="2479479" cy="1074392"/>
          </a:xfrm>
          <a:prstGeom prst="roundRect">
            <a:avLst/>
          </a:prstGeom>
          <a:solidFill>
            <a:schemeClr val="bg2">
              <a:lumMod val="60000"/>
              <a:lumOff val="40000"/>
            </a:schemeClr>
          </a:solidFill>
          <a:ln w="19050">
            <a:noFill/>
          </a:ln>
        </p:spPr>
        <p:txBody>
          <a:bodyPr lIns="0" tIns="0" rIns="0" bIns="0" anchor="ctr"/>
          <a:lstStyle>
            <a:lvl1pPr marL="0" indent="0" algn="ctr">
              <a:lnSpc>
                <a:spcPct val="110000"/>
              </a:lnSpc>
              <a:spcBef>
                <a:spcPts val="0"/>
              </a:spcBef>
              <a:spcAft>
                <a:spcPts val="300"/>
              </a:spcAft>
              <a:buFontTx/>
              <a:buNone/>
              <a:defRPr sz="1350" b="1"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34950" indent="-227013" algn="ctr">
              <a:lnSpc>
                <a:spcPct val="110000"/>
              </a:lnSpc>
              <a:spcBef>
                <a:spcPts val="0"/>
              </a:spcBef>
              <a:buFont typeface="System Font Regular"/>
              <a:buChar char="▷"/>
              <a:tabLst/>
              <a:defRPr sz="1000">
                <a:solidFill>
                  <a:schemeClr val="tx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r>
              <a:rPr lang="en-US" dirty="0"/>
              <a:t>Lorem ipsum</a:t>
            </a:r>
          </a:p>
        </p:txBody>
      </p:sp>
    </p:spTree>
    <p:extLst>
      <p:ext uri="{BB962C8B-B14F-4D97-AF65-F5344CB8AC3E}">
        <p14:creationId xmlns:p14="http://schemas.microsoft.com/office/powerpoint/2010/main" val="3278958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25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175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10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10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childTnLst>
                                </p:cTn>
                              </p:par>
                            </p:childTnLst>
                          </p:cTn>
                        </p:par>
                        <p:par>
                          <p:cTn id="28" fill="hold">
                            <p:stCondLst>
                              <p:cond delay="2750"/>
                            </p:stCondLst>
                            <p:childTnLst>
                              <p:par>
                                <p:cTn id="29" presetID="10" presetClass="entr" presetSubtype="0"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par>
                          <p:cTn id="32" fill="hold">
                            <p:stCondLst>
                              <p:cond delay="325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par>
                          <p:cTn id="36" fill="hold">
                            <p:stCondLst>
                              <p:cond delay="3750"/>
                            </p:stCondLst>
                            <p:childTnLst>
                              <p:par>
                                <p:cTn id="37" presetID="10" presetClass="entr" presetSubtype="0" fill="hold" grpId="0" nodeType="after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500"/>
                                        <p:tgtEl>
                                          <p:spTgt spid="55"/>
                                        </p:tgtEl>
                                      </p:cBhvr>
                                    </p:animEffect>
                                  </p:childTnLst>
                                </p:cTn>
                              </p:par>
                            </p:childTnLst>
                          </p:cTn>
                        </p:par>
                        <p:par>
                          <p:cTn id="40" fill="hold">
                            <p:stCondLst>
                              <p:cond delay="4250"/>
                            </p:stCondLst>
                            <p:childTnLst>
                              <p:par>
                                <p:cTn id="41" presetID="10" presetClass="entr" presetSubtype="0"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tmplLst>
          <p:tmpl>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1000"/>
                        <p:tgtEl>
                          <p:spTgt spid="18"/>
                        </p:tgtEl>
                      </p:cBhvr>
                    </p:animEffect>
                  </p:childTnLst>
                </p:cTn>
              </p:par>
            </p:tnLst>
          </p:tmpl>
        </p:tmplLst>
      </p:bldP>
      <p:bldP spid="22" grpId="0" animBg="1">
        <p:tmplLst>
          <p:tmpl>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1000"/>
                        <p:tgtEl>
                          <p:spTgt spid="22"/>
                        </p:tgtEl>
                      </p:cBhvr>
                    </p:animEffect>
                  </p:childTnLst>
                </p:cTn>
              </p:par>
            </p:tnLst>
          </p:tmpl>
        </p:tmplLst>
      </p:bldP>
      <p:bldP spid="23" grpId="0" animBg="1">
        <p:tmplLst>
          <p:tmpl>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1000"/>
                        <p:tgtEl>
                          <p:spTgt spid="23"/>
                        </p:tgtEl>
                      </p:cBhvr>
                    </p:animEffect>
                  </p:childTnLst>
                </p:cTn>
              </p:par>
            </p:tnLst>
          </p:tmpl>
        </p:tmplLst>
      </p:bldP>
      <p:bldP spid="24" grpId="0" animBg="1">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1000"/>
                        <p:tgtEl>
                          <p:spTgt spid="24"/>
                        </p:tgtEl>
                      </p:cBhvr>
                    </p:animEffect>
                  </p:childTnLst>
                </p:cTn>
              </p:par>
            </p:tnLst>
          </p:tmpl>
        </p:tmplLst>
      </p:bldP>
      <p:bldP spid="3" grpId="0" animBg="1"/>
      <p:bldP spid="55" grpId="0">
        <p:tmplLst>
          <p:tmpl>
            <p:tnLst>
              <p:par>
                <p:cTn presetID="10" presetClass="entr" presetSubtype="0" fill="hold" nodeType="after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fade">
                      <p:cBhvr>
                        <p:cTn dur="500"/>
                        <p:tgtEl>
                          <p:spTgt spid="55"/>
                        </p:tgtEl>
                      </p:cBhvr>
                    </p:animEffect>
                  </p:childTnLst>
                </p:cTn>
              </p:par>
            </p:tnLst>
          </p:tmpl>
        </p:tmplLst>
      </p:bldP>
      <p:bldP spid="2" grpId="0"/>
      <p:bldP spid="8" grpId="0">
        <p:tmplLst>
          <p:tmpl>
            <p:tnLst>
              <p:par>
                <p:cTn presetID="10" presetClass="entr" presetSubtype="0"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tmplLst>
          <p:tmpl>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0" grpId="0">
        <p:tmplLst>
          <p:tmpl>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25" grpId="0" animBg="1">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1000"/>
                        <p:tgtEl>
                          <p:spTgt spid="25"/>
                        </p:tgtEl>
                      </p:cBhvr>
                    </p:animEffect>
                  </p:childTnLst>
                </p:cTn>
              </p:par>
            </p:tnLst>
          </p:tmpl>
        </p:tmplLst>
      </p:bldP>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nfographic 6">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F465A843-D000-6892-FD7A-0AA306DBE005}"/>
              </a:ext>
            </a:extLst>
          </p:cNvPr>
          <p:cNvSpPr/>
          <p:nvPr userDrawn="1"/>
        </p:nvSpPr>
        <p:spPr>
          <a:xfrm>
            <a:off x="1" y="1762760"/>
            <a:ext cx="8661399" cy="27838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4" name="Freeform 3">
            <a:extLst>
              <a:ext uri="{FF2B5EF4-FFF2-40B4-BE49-F238E27FC236}">
                <a16:creationId xmlns:a16="http://schemas.microsoft.com/office/drawing/2014/main" id="{C0C8E11B-C1EC-8803-DF69-D0926D87E4E0}"/>
              </a:ext>
            </a:extLst>
          </p:cNvPr>
          <p:cNvSpPr/>
          <p:nvPr userDrawn="1"/>
        </p:nvSpPr>
        <p:spPr>
          <a:xfrm>
            <a:off x="-744279" y="2272205"/>
            <a:ext cx="9435846" cy="1589715"/>
          </a:xfrm>
          <a:custGeom>
            <a:avLst/>
            <a:gdLst>
              <a:gd name="connsiteX0" fmla="*/ 0 w 8382000"/>
              <a:gd name="connsiteY0" fmla="*/ 38100 h 2045550"/>
              <a:gd name="connsiteX1" fmla="*/ 2413000 w 8382000"/>
              <a:gd name="connsiteY1" fmla="*/ 0 h 2045550"/>
              <a:gd name="connsiteX2" fmla="*/ 4419600 w 8382000"/>
              <a:gd name="connsiteY2" fmla="*/ 12700 h 2045550"/>
              <a:gd name="connsiteX3" fmla="*/ 6438900 w 8382000"/>
              <a:gd name="connsiteY3" fmla="*/ 215900 h 2045550"/>
              <a:gd name="connsiteX4" fmla="*/ 6616700 w 8382000"/>
              <a:gd name="connsiteY4" fmla="*/ 228600 h 2045550"/>
              <a:gd name="connsiteX5" fmla="*/ 7467600 w 8382000"/>
              <a:gd name="connsiteY5" fmla="*/ 304800 h 2045550"/>
              <a:gd name="connsiteX6" fmla="*/ 7861300 w 8382000"/>
              <a:gd name="connsiteY6" fmla="*/ 419100 h 2045550"/>
              <a:gd name="connsiteX7" fmla="*/ 7772400 w 8382000"/>
              <a:gd name="connsiteY7" fmla="*/ 965200 h 2045550"/>
              <a:gd name="connsiteX8" fmla="*/ 6553200 w 8382000"/>
              <a:gd name="connsiteY8" fmla="*/ 1206500 h 2045550"/>
              <a:gd name="connsiteX9" fmla="*/ 3873500 w 8382000"/>
              <a:gd name="connsiteY9" fmla="*/ 1028700 h 2045550"/>
              <a:gd name="connsiteX10" fmla="*/ 2819400 w 8382000"/>
              <a:gd name="connsiteY10" fmla="*/ 1054100 h 2045550"/>
              <a:gd name="connsiteX11" fmla="*/ 1841500 w 8382000"/>
              <a:gd name="connsiteY11" fmla="*/ 1066800 h 2045550"/>
              <a:gd name="connsiteX12" fmla="*/ 1016000 w 8382000"/>
              <a:gd name="connsiteY12" fmla="*/ 1104900 h 2045550"/>
              <a:gd name="connsiteX13" fmla="*/ 711200 w 8382000"/>
              <a:gd name="connsiteY13" fmla="*/ 1143000 h 2045550"/>
              <a:gd name="connsiteX14" fmla="*/ 431800 w 8382000"/>
              <a:gd name="connsiteY14" fmla="*/ 1524000 h 2045550"/>
              <a:gd name="connsiteX15" fmla="*/ 1270000 w 8382000"/>
              <a:gd name="connsiteY15" fmla="*/ 2044700 h 2045550"/>
              <a:gd name="connsiteX16" fmla="*/ 2565400 w 8382000"/>
              <a:gd name="connsiteY16" fmla="*/ 1943100 h 2045550"/>
              <a:gd name="connsiteX17" fmla="*/ 4711700 w 8382000"/>
              <a:gd name="connsiteY17" fmla="*/ 1866900 h 2045550"/>
              <a:gd name="connsiteX18" fmla="*/ 7302500 w 8382000"/>
              <a:gd name="connsiteY18" fmla="*/ 1930400 h 2045550"/>
              <a:gd name="connsiteX19" fmla="*/ 8382000 w 8382000"/>
              <a:gd name="connsiteY19" fmla="*/ 1955800 h 2045550"/>
              <a:gd name="connsiteX0" fmla="*/ 0 w 9543288"/>
              <a:gd name="connsiteY0" fmla="*/ 19812 h 2045550"/>
              <a:gd name="connsiteX1" fmla="*/ 3574288 w 9543288"/>
              <a:gd name="connsiteY1" fmla="*/ 0 h 2045550"/>
              <a:gd name="connsiteX2" fmla="*/ 5580888 w 9543288"/>
              <a:gd name="connsiteY2" fmla="*/ 12700 h 2045550"/>
              <a:gd name="connsiteX3" fmla="*/ 7600188 w 9543288"/>
              <a:gd name="connsiteY3" fmla="*/ 215900 h 2045550"/>
              <a:gd name="connsiteX4" fmla="*/ 7777988 w 9543288"/>
              <a:gd name="connsiteY4" fmla="*/ 228600 h 2045550"/>
              <a:gd name="connsiteX5" fmla="*/ 8628888 w 9543288"/>
              <a:gd name="connsiteY5" fmla="*/ 304800 h 2045550"/>
              <a:gd name="connsiteX6" fmla="*/ 9022588 w 9543288"/>
              <a:gd name="connsiteY6" fmla="*/ 419100 h 2045550"/>
              <a:gd name="connsiteX7" fmla="*/ 8933688 w 9543288"/>
              <a:gd name="connsiteY7" fmla="*/ 965200 h 2045550"/>
              <a:gd name="connsiteX8" fmla="*/ 7714488 w 9543288"/>
              <a:gd name="connsiteY8" fmla="*/ 1206500 h 2045550"/>
              <a:gd name="connsiteX9" fmla="*/ 5034788 w 9543288"/>
              <a:gd name="connsiteY9" fmla="*/ 1028700 h 2045550"/>
              <a:gd name="connsiteX10" fmla="*/ 3980688 w 9543288"/>
              <a:gd name="connsiteY10" fmla="*/ 1054100 h 2045550"/>
              <a:gd name="connsiteX11" fmla="*/ 3002788 w 9543288"/>
              <a:gd name="connsiteY11" fmla="*/ 1066800 h 2045550"/>
              <a:gd name="connsiteX12" fmla="*/ 2177288 w 9543288"/>
              <a:gd name="connsiteY12" fmla="*/ 1104900 h 2045550"/>
              <a:gd name="connsiteX13" fmla="*/ 1872488 w 9543288"/>
              <a:gd name="connsiteY13" fmla="*/ 1143000 h 2045550"/>
              <a:gd name="connsiteX14" fmla="*/ 1593088 w 9543288"/>
              <a:gd name="connsiteY14" fmla="*/ 1524000 h 2045550"/>
              <a:gd name="connsiteX15" fmla="*/ 2431288 w 9543288"/>
              <a:gd name="connsiteY15" fmla="*/ 2044700 h 2045550"/>
              <a:gd name="connsiteX16" fmla="*/ 3726688 w 9543288"/>
              <a:gd name="connsiteY16" fmla="*/ 1943100 h 2045550"/>
              <a:gd name="connsiteX17" fmla="*/ 5872988 w 9543288"/>
              <a:gd name="connsiteY17" fmla="*/ 1866900 h 2045550"/>
              <a:gd name="connsiteX18" fmla="*/ 8463788 w 9543288"/>
              <a:gd name="connsiteY18" fmla="*/ 1930400 h 2045550"/>
              <a:gd name="connsiteX19" fmla="*/ 9543288 w 9543288"/>
              <a:gd name="connsiteY19" fmla="*/ 1955800 h 2045550"/>
              <a:gd name="connsiteX0" fmla="*/ 0 w 9543288"/>
              <a:gd name="connsiteY0" fmla="*/ 46058 h 2071796"/>
              <a:gd name="connsiteX1" fmla="*/ 3574288 w 9543288"/>
              <a:gd name="connsiteY1" fmla="*/ 26246 h 2071796"/>
              <a:gd name="connsiteX2" fmla="*/ 5580888 w 9543288"/>
              <a:gd name="connsiteY2" fmla="*/ 38946 h 2071796"/>
              <a:gd name="connsiteX3" fmla="*/ 7828788 w 9543288"/>
              <a:gd name="connsiteY3" fmla="*/ 59266 h 2071796"/>
              <a:gd name="connsiteX4" fmla="*/ 7777988 w 9543288"/>
              <a:gd name="connsiteY4" fmla="*/ 254846 h 2071796"/>
              <a:gd name="connsiteX5" fmla="*/ 8628888 w 9543288"/>
              <a:gd name="connsiteY5" fmla="*/ 331046 h 2071796"/>
              <a:gd name="connsiteX6" fmla="*/ 9022588 w 9543288"/>
              <a:gd name="connsiteY6" fmla="*/ 445346 h 2071796"/>
              <a:gd name="connsiteX7" fmla="*/ 8933688 w 9543288"/>
              <a:gd name="connsiteY7" fmla="*/ 991446 h 2071796"/>
              <a:gd name="connsiteX8" fmla="*/ 7714488 w 9543288"/>
              <a:gd name="connsiteY8" fmla="*/ 1232746 h 2071796"/>
              <a:gd name="connsiteX9" fmla="*/ 5034788 w 9543288"/>
              <a:gd name="connsiteY9" fmla="*/ 1054946 h 2071796"/>
              <a:gd name="connsiteX10" fmla="*/ 3980688 w 9543288"/>
              <a:gd name="connsiteY10" fmla="*/ 1080346 h 2071796"/>
              <a:gd name="connsiteX11" fmla="*/ 3002788 w 9543288"/>
              <a:gd name="connsiteY11" fmla="*/ 1093046 h 2071796"/>
              <a:gd name="connsiteX12" fmla="*/ 2177288 w 9543288"/>
              <a:gd name="connsiteY12" fmla="*/ 1131146 h 2071796"/>
              <a:gd name="connsiteX13" fmla="*/ 1872488 w 9543288"/>
              <a:gd name="connsiteY13" fmla="*/ 1169246 h 2071796"/>
              <a:gd name="connsiteX14" fmla="*/ 1593088 w 9543288"/>
              <a:gd name="connsiteY14" fmla="*/ 1550246 h 2071796"/>
              <a:gd name="connsiteX15" fmla="*/ 2431288 w 9543288"/>
              <a:gd name="connsiteY15" fmla="*/ 2070946 h 2071796"/>
              <a:gd name="connsiteX16" fmla="*/ 3726688 w 9543288"/>
              <a:gd name="connsiteY16" fmla="*/ 1969346 h 2071796"/>
              <a:gd name="connsiteX17" fmla="*/ 5872988 w 9543288"/>
              <a:gd name="connsiteY17" fmla="*/ 1893146 h 2071796"/>
              <a:gd name="connsiteX18" fmla="*/ 8463788 w 9543288"/>
              <a:gd name="connsiteY18" fmla="*/ 1956646 h 2071796"/>
              <a:gd name="connsiteX19" fmla="*/ 9543288 w 9543288"/>
              <a:gd name="connsiteY19" fmla="*/ 1982046 h 2071796"/>
              <a:gd name="connsiteX0" fmla="*/ 0 w 9543288"/>
              <a:gd name="connsiteY0" fmla="*/ 19812 h 2045550"/>
              <a:gd name="connsiteX1" fmla="*/ 3574288 w 9543288"/>
              <a:gd name="connsiteY1" fmla="*/ 0 h 2045550"/>
              <a:gd name="connsiteX2" fmla="*/ 5580888 w 9543288"/>
              <a:gd name="connsiteY2" fmla="*/ 12700 h 2045550"/>
              <a:gd name="connsiteX3" fmla="*/ 7828788 w 9543288"/>
              <a:gd name="connsiteY3" fmla="*/ 33020 h 2045550"/>
              <a:gd name="connsiteX4" fmla="*/ 7777988 w 9543288"/>
              <a:gd name="connsiteY4" fmla="*/ 228600 h 2045550"/>
              <a:gd name="connsiteX5" fmla="*/ 8628888 w 9543288"/>
              <a:gd name="connsiteY5" fmla="*/ 304800 h 2045550"/>
              <a:gd name="connsiteX6" fmla="*/ 9022588 w 9543288"/>
              <a:gd name="connsiteY6" fmla="*/ 419100 h 2045550"/>
              <a:gd name="connsiteX7" fmla="*/ 8933688 w 9543288"/>
              <a:gd name="connsiteY7" fmla="*/ 965200 h 2045550"/>
              <a:gd name="connsiteX8" fmla="*/ 7714488 w 9543288"/>
              <a:gd name="connsiteY8" fmla="*/ 1206500 h 2045550"/>
              <a:gd name="connsiteX9" fmla="*/ 5034788 w 9543288"/>
              <a:gd name="connsiteY9" fmla="*/ 1028700 h 2045550"/>
              <a:gd name="connsiteX10" fmla="*/ 3980688 w 9543288"/>
              <a:gd name="connsiteY10" fmla="*/ 1054100 h 2045550"/>
              <a:gd name="connsiteX11" fmla="*/ 3002788 w 9543288"/>
              <a:gd name="connsiteY11" fmla="*/ 1066800 h 2045550"/>
              <a:gd name="connsiteX12" fmla="*/ 2177288 w 9543288"/>
              <a:gd name="connsiteY12" fmla="*/ 1104900 h 2045550"/>
              <a:gd name="connsiteX13" fmla="*/ 1872488 w 9543288"/>
              <a:gd name="connsiteY13" fmla="*/ 1143000 h 2045550"/>
              <a:gd name="connsiteX14" fmla="*/ 1593088 w 9543288"/>
              <a:gd name="connsiteY14" fmla="*/ 1524000 h 2045550"/>
              <a:gd name="connsiteX15" fmla="*/ 2431288 w 9543288"/>
              <a:gd name="connsiteY15" fmla="*/ 2044700 h 2045550"/>
              <a:gd name="connsiteX16" fmla="*/ 3726688 w 9543288"/>
              <a:gd name="connsiteY16" fmla="*/ 1943100 h 2045550"/>
              <a:gd name="connsiteX17" fmla="*/ 5872988 w 9543288"/>
              <a:gd name="connsiteY17" fmla="*/ 1866900 h 2045550"/>
              <a:gd name="connsiteX18" fmla="*/ 8463788 w 9543288"/>
              <a:gd name="connsiteY18" fmla="*/ 1930400 h 2045550"/>
              <a:gd name="connsiteX19" fmla="*/ 9543288 w 9543288"/>
              <a:gd name="connsiteY19" fmla="*/ 1955800 h 2045550"/>
              <a:gd name="connsiteX0" fmla="*/ 0 w 9543288"/>
              <a:gd name="connsiteY0" fmla="*/ 19812 h 2045550"/>
              <a:gd name="connsiteX1" fmla="*/ 3574288 w 9543288"/>
              <a:gd name="connsiteY1" fmla="*/ 0 h 2045550"/>
              <a:gd name="connsiteX2" fmla="*/ 5580888 w 9543288"/>
              <a:gd name="connsiteY2" fmla="*/ 12700 h 2045550"/>
              <a:gd name="connsiteX3" fmla="*/ 7828788 w 9543288"/>
              <a:gd name="connsiteY3" fmla="*/ 33020 h 2045550"/>
              <a:gd name="connsiteX4" fmla="*/ 8600948 w 9543288"/>
              <a:gd name="connsiteY4" fmla="*/ 73152 h 2045550"/>
              <a:gd name="connsiteX5" fmla="*/ 8628888 w 9543288"/>
              <a:gd name="connsiteY5" fmla="*/ 304800 h 2045550"/>
              <a:gd name="connsiteX6" fmla="*/ 9022588 w 9543288"/>
              <a:gd name="connsiteY6" fmla="*/ 419100 h 2045550"/>
              <a:gd name="connsiteX7" fmla="*/ 8933688 w 9543288"/>
              <a:gd name="connsiteY7" fmla="*/ 965200 h 2045550"/>
              <a:gd name="connsiteX8" fmla="*/ 7714488 w 9543288"/>
              <a:gd name="connsiteY8" fmla="*/ 1206500 h 2045550"/>
              <a:gd name="connsiteX9" fmla="*/ 5034788 w 9543288"/>
              <a:gd name="connsiteY9" fmla="*/ 1028700 h 2045550"/>
              <a:gd name="connsiteX10" fmla="*/ 3980688 w 9543288"/>
              <a:gd name="connsiteY10" fmla="*/ 1054100 h 2045550"/>
              <a:gd name="connsiteX11" fmla="*/ 3002788 w 9543288"/>
              <a:gd name="connsiteY11" fmla="*/ 1066800 h 2045550"/>
              <a:gd name="connsiteX12" fmla="*/ 2177288 w 9543288"/>
              <a:gd name="connsiteY12" fmla="*/ 1104900 h 2045550"/>
              <a:gd name="connsiteX13" fmla="*/ 1872488 w 9543288"/>
              <a:gd name="connsiteY13" fmla="*/ 1143000 h 2045550"/>
              <a:gd name="connsiteX14" fmla="*/ 1593088 w 9543288"/>
              <a:gd name="connsiteY14" fmla="*/ 1524000 h 2045550"/>
              <a:gd name="connsiteX15" fmla="*/ 2431288 w 9543288"/>
              <a:gd name="connsiteY15" fmla="*/ 2044700 h 2045550"/>
              <a:gd name="connsiteX16" fmla="*/ 3726688 w 9543288"/>
              <a:gd name="connsiteY16" fmla="*/ 1943100 h 2045550"/>
              <a:gd name="connsiteX17" fmla="*/ 5872988 w 9543288"/>
              <a:gd name="connsiteY17" fmla="*/ 1866900 h 2045550"/>
              <a:gd name="connsiteX18" fmla="*/ 8463788 w 9543288"/>
              <a:gd name="connsiteY18" fmla="*/ 1930400 h 2045550"/>
              <a:gd name="connsiteX19" fmla="*/ 9543288 w 9543288"/>
              <a:gd name="connsiteY19" fmla="*/ 1955800 h 2045550"/>
              <a:gd name="connsiteX0" fmla="*/ 0 w 9543288"/>
              <a:gd name="connsiteY0" fmla="*/ 19812 h 2045550"/>
              <a:gd name="connsiteX1" fmla="*/ 3574288 w 9543288"/>
              <a:gd name="connsiteY1" fmla="*/ 0 h 2045550"/>
              <a:gd name="connsiteX2" fmla="*/ 5580888 w 9543288"/>
              <a:gd name="connsiteY2" fmla="*/ 12700 h 2045550"/>
              <a:gd name="connsiteX3" fmla="*/ 7828788 w 9543288"/>
              <a:gd name="connsiteY3" fmla="*/ 33020 h 2045550"/>
              <a:gd name="connsiteX4" fmla="*/ 8600948 w 9543288"/>
              <a:gd name="connsiteY4" fmla="*/ 73152 h 2045550"/>
              <a:gd name="connsiteX5" fmla="*/ 9232392 w 9543288"/>
              <a:gd name="connsiteY5" fmla="*/ 131064 h 2045550"/>
              <a:gd name="connsiteX6" fmla="*/ 9022588 w 9543288"/>
              <a:gd name="connsiteY6" fmla="*/ 419100 h 2045550"/>
              <a:gd name="connsiteX7" fmla="*/ 8933688 w 9543288"/>
              <a:gd name="connsiteY7" fmla="*/ 965200 h 2045550"/>
              <a:gd name="connsiteX8" fmla="*/ 7714488 w 9543288"/>
              <a:gd name="connsiteY8" fmla="*/ 1206500 h 2045550"/>
              <a:gd name="connsiteX9" fmla="*/ 5034788 w 9543288"/>
              <a:gd name="connsiteY9" fmla="*/ 1028700 h 2045550"/>
              <a:gd name="connsiteX10" fmla="*/ 3980688 w 9543288"/>
              <a:gd name="connsiteY10" fmla="*/ 1054100 h 2045550"/>
              <a:gd name="connsiteX11" fmla="*/ 3002788 w 9543288"/>
              <a:gd name="connsiteY11" fmla="*/ 1066800 h 2045550"/>
              <a:gd name="connsiteX12" fmla="*/ 2177288 w 9543288"/>
              <a:gd name="connsiteY12" fmla="*/ 1104900 h 2045550"/>
              <a:gd name="connsiteX13" fmla="*/ 1872488 w 9543288"/>
              <a:gd name="connsiteY13" fmla="*/ 1143000 h 2045550"/>
              <a:gd name="connsiteX14" fmla="*/ 1593088 w 9543288"/>
              <a:gd name="connsiteY14" fmla="*/ 1524000 h 2045550"/>
              <a:gd name="connsiteX15" fmla="*/ 2431288 w 9543288"/>
              <a:gd name="connsiteY15" fmla="*/ 2044700 h 2045550"/>
              <a:gd name="connsiteX16" fmla="*/ 3726688 w 9543288"/>
              <a:gd name="connsiteY16" fmla="*/ 1943100 h 2045550"/>
              <a:gd name="connsiteX17" fmla="*/ 5872988 w 9543288"/>
              <a:gd name="connsiteY17" fmla="*/ 1866900 h 2045550"/>
              <a:gd name="connsiteX18" fmla="*/ 8463788 w 9543288"/>
              <a:gd name="connsiteY18" fmla="*/ 1930400 h 2045550"/>
              <a:gd name="connsiteX19" fmla="*/ 9543288 w 9543288"/>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965200 h 2045550"/>
              <a:gd name="connsiteX8" fmla="*/ 7714488 w 9586489"/>
              <a:gd name="connsiteY8" fmla="*/ 1206500 h 2045550"/>
              <a:gd name="connsiteX9" fmla="*/ 5034788 w 9586489"/>
              <a:gd name="connsiteY9" fmla="*/ 1028700 h 2045550"/>
              <a:gd name="connsiteX10" fmla="*/ 3980688 w 9586489"/>
              <a:gd name="connsiteY10" fmla="*/ 1054100 h 2045550"/>
              <a:gd name="connsiteX11" fmla="*/ 3002788 w 9586489"/>
              <a:gd name="connsiteY11" fmla="*/ 1066800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714488 w 9586489"/>
              <a:gd name="connsiteY8" fmla="*/ 1206500 h 2045550"/>
              <a:gd name="connsiteX9" fmla="*/ 5034788 w 9586489"/>
              <a:gd name="connsiteY9" fmla="*/ 1028700 h 2045550"/>
              <a:gd name="connsiteX10" fmla="*/ 3980688 w 9586489"/>
              <a:gd name="connsiteY10" fmla="*/ 1054100 h 2045550"/>
              <a:gd name="connsiteX11" fmla="*/ 3002788 w 9586489"/>
              <a:gd name="connsiteY11" fmla="*/ 1066800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5034788 w 9586489"/>
              <a:gd name="connsiteY9" fmla="*/ 1028700 h 2045550"/>
              <a:gd name="connsiteX10" fmla="*/ 3980688 w 9586489"/>
              <a:gd name="connsiteY10" fmla="*/ 1054100 h 2045550"/>
              <a:gd name="connsiteX11" fmla="*/ 3002788 w 9586489"/>
              <a:gd name="connsiteY11" fmla="*/ 1066800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4998212 w 9586489"/>
              <a:gd name="connsiteY9" fmla="*/ 845820 h 2045550"/>
              <a:gd name="connsiteX10" fmla="*/ 3980688 w 9586489"/>
              <a:gd name="connsiteY10" fmla="*/ 1054100 h 2045550"/>
              <a:gd name="connsiteX11" fmla="*/ 3002788 w 9586489"/>
              <a:gd name="connsiteY11" fmla="*/ 1066800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4998212 w 9586489"/>
              <a:gd name="connsiteY9" fmla="*/ 845820 h 2045550"/>
              <a:gd name="connsiteX10" fmla="*/ 3852672 w 9586489"/>
              <a:gd name="connsiteY10" fmla="*/ 825500 h 2045550"/>
              <a:gd name="connsiteX11" fmla="*/ 3002788 w 9586489"/>
              <a:gd name="connsiteY11" fmla="*/ 1066800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4998212 w 9586489"/>
              <a:gd name="connsiteY9" fmla="*/ 845820 h 2045550"/>
              <a:gd name="connsiteX10" fmla="*/ 3852672 w 9586489"/>
              <a:gd name="connsiteY10" fmla="*/ 825500 h 2045550"/>
              <a:gd name="connsiteX11" fmla="*/ 2746756 w 9586489"/>
              <a:gd name="connsiteY11" fmla="*/ 783336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4998212 w 9586489"/>
              <a:gd name="connsiteY9" fmla="*/ 845820 h 2045550"/>
              <a:gd name="connsiteX10" fmla="*/ 3852672 w 9586489"/>
              <a:gd name="connsiteY10" fmla="*/ 825500 h 2045550"/>
              <a:gd name="connsiteX11" fmla="*/ 2746756 w 9586489"/>
              <a:gd name="connsiteY11" fmla="*/ 783336 h 2045550"/>
              <a:gd name="connsiteX12" fmla="*/ 2030984 w 9586489"/>
              <a:gd name="connsiteY12" fmla="*/ 839724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4998212 w 9586489"/>
              <a:gd name="connsiteY9" fmla="*/ 845820 h 2045550"/>
              <a:gd name="connsiteX10" fmla="*/ 3852672 w 9586489"/>
              <a:gd name="connsiteY10" fmla="*/ 825500 h 2045550"/>
              <a:gd name="connsiteX11" fmla="*/ 2746756 w 9586489"/>
              <a:gd name="connsiteY11" fmla="*/ 783336 h 2045550"/>
              <a:gd name="connsiteX12" fmla="*/ 2030984 w 9586489"/>
              <a:gd name="connsiteY12" fmla="*/ 839724 h 2045550"/>
              <a:gd name="connsiteX13" fmla="*/ 1579880 w 9586489"/>
              <a:gd name="connsiteY13" fmla="*/ 96012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1955815"/>
              <a:gd name="connsiteX1" fmla="*/ 3574288 w 9586489"/>
              <a:gd name="connsiteY1" fmla="*/ 0 h 1955815"/>
              <a:gd name="connsiteX2" fmla="*/ 5580888 w 9586489"/>
              <a:gd name="connsiteY2" fmla="*/ 12700 h 1955815"/>
              <a:gd name="connsiteX3" fmla="*/ 7828788 w 9586489"/>
              <a:gd name="connsiteY3" fmla="*/ 33020 h 1955815"/>
              <a:gd name="connsiteX4" fmla="*/ 8600948 w 9586489"/>
              <a:gd name="connsiteY4" fmla="*/ 73152 h 1955815"/>
              <a:gd name="connsiteX5" fmla="*/ 9232392 w 9586489"/>
              <a:gd name="connsiteY5" fmla="*/ 131064 h 1955815"/>
              <a:gd name="connsiteX6" fmla="*/ 9580372 w 9586489"/>
              <a:gd name="connsiteY6" fmla="*/ 812292 h 1955815"/>
              <a:gd name="connsiteX7" fmla="*/ 8933688 w 9586489"/>
              <a:gd name="connsiteY7" fmla="*/ 1120648 h 1955815"/>
              <a:gd name="connsiteX8" fmla="*/ 7595616 w 9586489"/>
              <a:gd name="connsiteY8" fmla="*/ 904748 h 1955815"/>
              <a:gd name="connsiteX9" fmla="*/ 4998212 w 9586489"/>
              <a:gd name="connsiteY9" fmla="*/ 845820 h 1955815"/>
              <a:gd name="connsiteX10" fmla="*/ 3852672 w 9586489"/>
              <a:gd name="connsiteY10" fmla="*/ 825500 h 1955815"/>
              <a:gd name="connsiteX11" fmla="*/ 2746756 w 9586489"/>
              <a:gd name="connsiteY11" fmla="*/ 783336 h 1955815"/>
              <a:gd name="connsiteX12" fmla="*/ 2030984 w 9586489"/>
              <a:gd name="connsiteY12" fmla="*/ 839724 h 1955815"/>
              <a:gd name="connsiteX13" fmla="*/ 1579880 w 9586489"/>
              <a:gd name="connsiteY13" fmla="*/ 960120 h 1955815"/>
              <a:gd name="connsiteX14" fmla="*/ 1593088 w 9586489"/>
              <a:gd name="connsiteY14" fmla="*/ 1524000 h 1955815"/>
              <a:gd name="connsiteX15" fmla="*/ 2559304 w 9586489"/>
              <a:gd name="connsiteY15" fmla="*/ 1651508 h 1955815"/>
              <a:gd name="connsiteX16" fmla="*/ 3726688 w 9586489"/>
              <a:gd name="connsiteY16" fmla="*/ 1943100 h 1955815"/>
              <a:gd name="connsiteX17" fmla="*/ 5872988 w 9586489"/>
              <a:gd name="connsiteY17" fmla="*/ 1866900 h 1955815"/>
              <a:gd name="connsiteX18" fmla="*/ 8463788 w 9586489"/>
              <a:gd name="connsiteY18" fmla="*/ 1930400 h 1955815"/>
              <a:gd name="connsiteX19" fmla="*/ 9543288 w 9586489"/>
              <a:gd name="connsiteY19" fmla="*/ 1955800 h 1955815"/>
              <a:gd name="connsiteX0" fmla="*/ 0 w 9586489"/>
              <a:gd name="connsiteY0" fmla="*/ 19812 h 1955815"/>
              <a:gd name="connsiteX1" fmla="*/ 3574288 w 9586489"/>
              <a:gd name="connsiteY1" fmla="*/ 0 h 1955815"/>
              <a:gd name="connsiteX2" fmla="*/ 5580888 w 9586489"/>
              <a:gd name="connsiteY2" fmla="*/ 12700 h 1955815"/>
              <a:gd name="connsiteX3" fmla="*/ 7828788 w 9586489"/>
              <a:gd name="connsiteY3" fmla="*/ 33020 h 1955815"/>
              <a:gd name="connsiteX4" fmla="*/ 8600948 w 9586489"/>
              <a:gd name="connsiteY4" fmla="*/ 73152 h 1955815"/>
              <a:gd name="connsiteX5" fmla="*/ 9232392 w 9586489"/>
              <a:gd name="connsiteY5" fmla="*/ 131064 h 1955815"/>
              <a:gd name="connsiteX6" fmla="*/ 9580372 w 9586489"/>
              <a:gd name="connsiteY6" fmla="*/ 812292 h 1955815"/>
              <a:gd name="connsiteX7" fmla="*/ 8933688 w 9586489"/>
              <a:gd name="connsiteY7" fmla="*/ 1120648 h 1955815"/>
              <a:gd name="connsiteX8" fmla="*/ 7595616 w 9586489"/>
              <a:gd name="connsiteY8" fmla="*/ 904748 h 1955815"/>
              <a:gd name="connsiteX9" fmla="*/ 4998212 w 9586489"/>
              <a:gd name="connsiteY9" fmla="*/ 845820 h 1955815"/>
              <a:gd name="connsiteX10" fmla="*/ 3852672 w 9586489"/>
              <a:gd name="connsiteY10" fmla="*/ 825500 h 1955815"/>
              <a:gd name="connsiteX11" fmla="*/ 2746756 w 9586489"/>
              <a:gd name="connsiteY11" fmla="*/ 783336 h 1955815"/>
              <a:gd name="connsiteX12" fmla="*/ 2030984 w 9586489"/>
              <a:gd name="connsiteY12" fmla="*/ 839724 h 1955815"/>
              <a:gd name="connsiteX13" fmla="*/ 1579880 w 9586489"/>
              <a:gd name="connsiteY13" fmla="*/ 960120 h 1955815"/>
              <a:gd name="connsiteX14" fmla="*/ 1593088 w 9586489"/>
              <a:gd name="connsiteY14" fmla="*/ 1524000 h 1955815"/>
              <a:gd name="connsiteX15" fmla="*/ 2559304 w 9586489"/>
              <a:gd name="connsiteY15" fmla="*/ 1651508 h 1955815"/>
              <a:gd name="connsiteX16" fmla="*/ 3726688 w 9586489"/>
              <a:gd name="connsiteY16" fmla="*/ 1632204 h 1955815"/>
              <a:gd name="connsiteX17" fmla="*/ 5872988 w 9586489"/>
              <a:gd name="connsiteY17" fmla="*/ 1866900 h 1955815"/>
              <a:gd name="connsiteX18" fmla="*/ 8463788 w 9586489"/>
              <a:gd name="connsiteY18" fmla="*/ 1930400 h 1955815"/>
              <a:gd name="connsiteX19" fmla="*/ 9543288 w 9586489"/>
              <a:gd name="connsiteY19" fmla="*/ 1955800 h 1955815"/>
              <a:gd name="connsiteX0" fmla="*/ 0 w 9586489"/>
              <a:gd name="connsiteY0" fmla="*/ 19812 h 1955815"/>
              <a:gd name="connsiteX1" fmla="*/ 3574288 w 9586489"/>
              <a:gd name="connsiteY1" fmla="*/ 0 h 1955815"/>
              <a:gd name="connsiteX2" fmla="*/ 5580888 w 9586489"/>
              <a:gd name="connsiteY2" fmla="*/ 12700 h 1955815"/>
              <a:gd name="connsiteX3" fmla="*/ 7828788 w 9586489"/>
              <a:gd name="connsiteY3" fmla="*/ 33020 h 1955815"/>
              <a:gd name="connsiteX4" fmla="*/ 8600948 w 9586489"/>
              <a:gd name="connsiteY4" fmla="*/ 73152 h 1955815"/>
              <a:gd name="connsiteX5" fmla="*/ 9232392 w 9586489"/>
              <a:gd name="connsiteY5" fmla="*/ 131064 h 1955815"/>
              <a:gd name="connsiteX6" fmla="*/ 9580372 w 9586489"/>
              <a:gd name="connsiteY6" fmla="*/ 812292 h 1955815"/>
              <a:gd name="connsiteX7" fmla="*/ 8933688 w 9586489"/>
              <a:gd name="connsiteY7" fmla="*/ 1120648 h 1955815"/>
              <a:gd name="connsiteX8" fmla="*/ 7595616 w 9586489"/>
              <a:gd name="connsiteY8" fmla="*/ 904748 h 1955815"/>
              <a:gd name="connsiteX9" fmla="*/ 4998212 w 9586489"/>
              <a:gd name="connsiteY9" fmla="*/ 845820 h 1955815"/>
              <a:gd name="connsiteX10" fmla="*/ 3852672 w 9586489"/>
              <a:gd name="connsiteY10" fmla="*/ 825500 h 1955815"/>
              <a:gd name="connsiteX11" fmla="*/ 2746756 w 9586489"/>
              <a:gd name="connsiteY11" fmla="*/ 783336 h 1955815"/>
              <a:gd name="connsiteX12" fmla="*/ 2030984 w 9586489"/>
              <a:gd name="connsiteY12" fmla="*/ 839724 h 1955815"/>
              <a:gd name="connsiteX13" fmla="*/ 1579880 w 9586489"/>
              <a:gd name="connsiteY13" fmla="*/ 960120 h 1955815"/>
              <a:gd name="connsiteX14" fmla="*/ 1593088 w 9586489"/>
              <a:gd name="connsiteY14" fmla="*/ 1524000 h 1955815"/>
              <a:gd name="connsiteX15" fmla="*/ 2559304 w 9586489"/>
              <a:gd name="connsiteY15" fmla="*/ 1651508 h 1955815"/>
              <a:gd name="connsiteX16" fmla="*/ 3726688 w 9586489"/>
              <a:gd name="connsiteY16" fmla="*/ 1632204 h 1955815"/>
              <a:gd name="connsiteX17" fmla="*/ 5936996 w 9586489"/>
              <a:gd name="connsiteY17" fmla="*/ 1583436 h 1955815"/>
              <a:gd name="connsiteX18" fmla="*/ 8463788 w 9586489"/>
              <a:gd name="connsiteY18" fmla="*/ 1930400 h 1955815"/>
              <a:gd name="connsiteX19" fmla="*/ 9543288 w 9586489"/>
              <a:gd name="connsiteY19" fmla="*/ 1955800 h 1955815"/>
              <a:gd name="connsiteX0" fmla="*/ 0 w 9586489"/>
              <a:gd name="connsiteY0" fmla="*/ 19812 h 1955800"/>
              <a:gd name="connsiteX1" fmla="*/ 3574288 w 9586489"/>
              <a:gd name="connsiteY1" fmla="*/ 0 h 1955800"/>
              <a:gd name="connsiteX2" fmla="*/ 5580888 w 9586489"/>
              <a:gd name="connsiteY2" fmla="*/ 12700 h 1955800"/>
              <a:gd name="connsiteX3" fmla="*/ 7828788 w 9586489"/>
              <a:gd name="connsiteY3" fmla="*/ 33020 h 1955800"/>
              <a:gd name="connsiteX4" fmla="*/ 8600948 w 9586489"/>
              <a:gd name="connsiteY4" fmla="*/ 73152 h 1955800"/>
              <a:gd name="connsiteX5" fmla="*/ 9232392 w 9586489"/>
              <a:gd name="connsiteY5" fmla="*/ 131064 h 1955800"/>
              <a:gd name="connsiteX6" fmla="*/ 9580372 w 9586489"/>
              <a:gd name="connsiteY6" fmla="*/ 812292 h 1955800"/>
              <a:gd name="connsiteX7" fmla="*/ 8933688 w 9586489"/>
              <a:gd name="connsiteY7" fmla="*/ 1120648 h 1955800"/>
              <a:gd name="connsiteX8" fmla="*/ 7595616 w 9586489"/>
              <a:gd name="connsiteY8" fmla="*/ 904748 h 1955800"/>
              <a:gd name="connsiteX9" fmla="*/ 4998212 w 9586489"/>
              <a:gd name="connsiteY9" fmla="*/ 845820 h 1955800"/>
              <a:gd name="connsiteX10" fmla="*/ 3852672 w 9586489"/>
              <a:gd name="connsiteY10" fmla="*/ 825500 h 1955800"/>
              <a:gd name="connsiteX11" fmla="*/ 2746756 w 9586489"/>
              <a:gd name="connsiteY11" fmla="*/ 783336 h 1955800"/>
              <a:gd name="connsiteX12" fmla="*/ 2030984 w 9586489"/>
              <a:gd name="connsiteY12" fmla="*/ 839724 h 1955800"/>
              <a:gd name="connsiteX13" fmla="*/ 1579880 w 9586489"/>
              <a:gd name="connsiteY13" fmla="*/ 960120 h 1955800"/>
              <a:gd name="connsiteX14" fmla="*/ 1593088 w 9586489"/>
              <a:gd name="connsiteY14" fmla="*/ 1524000 h 1955800"/>
              <a:gd name="connsiteX15" fmla="*/ 2559304 w 9586489"/>
              <a:gd name="connsiteY15" fmla="*/ 1651508 h 1955800"/>
              <a:gd name="connsiteX16" fmla="*/ 3726688 w 9586489"/>
              <a:gd name="connsiteY16" fmla="*/ 1632204 h 1955800"/>
              <a:gd name="connsiteX17" fmla="*/ 5936996 w 9586489"/>
              <a:gd name="connsiteY17" fmla="*/ 1583436 h 1955800"/>
              <a:gd name="connsiteX18" fmla="*/ 8482076 w 9586489"/>
              <a:gd name="connsiteY18" fmla="*/ 1619504 h 1955800"/>
              <a:gd name="connsiteX19" fmla="*/ 9543288 w 9586489"/>
              <a:gd name="connsiteY19" fmla="*/ 1955800 h 1955800"/>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33688 w 9854184"/>
              <a:gd name="connsiteY7" fmla="*/ 1120648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30984 w 9854184"/>
              <a:gd name="connsiteY12" fmla="*/ 839724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97696 w 9854184"/>
              <a:gd name="connsiteY7" fmla="*/ 873760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30984 w 9854184"/>
              <a:gd name="connsiteY12" fmla="*/ 839724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97696 w 9854184"/>
              <a:gd name="connsiteY7" fmla="*/ 873760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30984 w 9854184"/>
              <a:gd name="connsiteY12" fmla="*/ 839724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97696 w 9854184"/>
              <a:gd name="connsiteY7" fmla="*/ 873760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30984 w 9854184"/>
              <a:gd name="connsiteY12" fmla="*/ 839724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97696 w 9854184"/>
              <a:gd name="connsiteY7" fmla="*/ 873760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21840 w 9854184"/>
              <a:gd name="connsiteY12" fmla="*/ 784860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97696 w 9854184"/>
              <a:gd name="connsiteY7" fmla="*/ 873760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21840 w 9854184"/>
              <a:gd name="connsiteY12" fmla="*/ 784860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66376"/>
              <a:gd name="connsiteY0" fmla="*/ 0 h 1680557"/>
              <a:gd name="connsiteX1" fmla="*/ 3586480 w 9866376"/>
              <a:gd name="connsiteY1" fmla="*/ 22860 h 1680557"/>
              <a:gd name="connsiteX2" fmla="*/ 5593080 w 9866376"/>
              <a:gd name="connsiteY2" fmla="*/ 35560 h 1680557"/>
              <a:gd name="connsiteX3" fmla="*/ 7840980 w 9866376"/>
              <a:gd name="connsiteY3" fmla="*/ 55880 h 1680557"/>
              <a:gd name="connsiteX4" fmla="*/ 8613140 w 9866376"/>
              <a:gd name="connsiteY4" fmla="*/ 96012 h 1680557"/>
              <a:gd name="connsiteX5" fmla="*/ 9244584 w 9866376"/>
              <a:gd name="connsiteY5" fmla="*/ 153924 h 1680557"/>
              <a:gd name="connsiteX6" fmla="*/ 9592564 w 9866376"/>
              <a:gd name="connsiteY6" fmla="*/ 835152 h 1680557"/>
              <a:gd name="connsiteX7" fmla="*/ 9009888 w 9866376"/>
              <a:gd name="connsiteY7" fmla="*/ 896620 h 1680557"/>
              <a:gd name="connsiteX8" fmla="*/ 7607808 w 9866376"/>
              <a:gd name="connsiteY8" fmla="*/ 927608 h 1680557"/>
              <a:gd name="connsiteX9" fmla="*/ 5010404 w 9866376"/>
              <a:gd name="connsiteY9" fmla="*/ 868680 h 1680557"/>
              <a:gd name="connsiteX10" fmla="*/ 3864864 w 9866376"/>
              <a:gd name="connsiteY10" fmla="*/ 848360 h 1680557"/>
              <a:gd name="connsiteX11" fmla="*/ 2758948 w 9866376"/>
              <a:gd name="connsiteY11" fmla="*/ 806196 h 1680557"/>
              <a:gd name="connsiteX12" fmla="*/ 2034032 w 9866376"/>
              <a:gd name="connsiteY12" fmla="*/ 807720 h 1680557"/>
              <a:gd name="connsiteX13" fmla="*/ 1592072 w 9866376"/>
              <a:gd name="connsiteY13" fmla="*/ 982980 h 1680557"/>
              <a:gd name="connsiteX14" fmla="*/ 1605280 w 9866376"/>
              <a:gd name="connsiteY14" fmla="*/ 1546860 h 1680557"/>
              <a:gd name="connsiteX15" fmla="*/ 2571496 w 9866376"/>
              <a:gd name="connsiteY15" fmla="*/ 1674368 h 1680557"/>
              <a:gd name="connsiteX16" fmla="*/ 3738880 w 9866376"/>
              <a:gd name="connsiteY16" fmla="*/ 1655064 h 1680557"/>
              <a:gd name="connsiteX17" fmla="*/ 5949188 w 9866376"/>
              <a:gd name="connsiteY17" fmla="*/ 1606296 h 1680557"/>
              <a:gd name="connsiteX18" fmla="*/ 8494268 w 9866376"/>
              <a:gd name="connsiteY18" fmla="*/ 1642364 h 1680557"/>
              <a:gd name="connsiteX19" fmla="*/ 9866376 w 9866376"/>
              <a:gd name="connsiteY19" fmla="*/ 1658620 h 1680557"/>
              <a:gd name="connsiteX0" fmla="*/ 0 w 9866376"/>
              <a:gd name="connsiteY0" fmla="*/ 5647 h 1686204"/>
              <a:gd name="connsiteX1" fmla="*/ 3586480 w 9866376"/>
              <a:gd name="connsiteY1" fmla="*/ 28507 h 1686204"/>
              <a:gd name="connsiteX2" fmla="*/ 5593080 w 9866376"/>
              <a:gd name="connsiteY2" fmla="*/ 41207 h 1686204"/>
              <a:gd name="connsiteX3" fmla="*/ 7840980 w 9866376"/>
              <a:gd name="connsiteY3" fmla="*/ 61527 h 1686204"/>
              <a:gd name="connsiteX4" fmla="*/ 8613140 w 9866376"/>
              <a:gd name="connsiteY4" fmla="*/ 101659 h 1686204"/>
              <a:gd name="connsiteX5" fmla="*/ 9244584 w 9866376"/>
              <a:gd name="connsiteY5" fmla="*/ 159571 h 1686204"/>
              <a:gd name="connsiteX6" fmla="*/ 9592564 w 9866376"/>
              <a:gd name="connsiteY6" fmla="*/ 840799 h 1686204"/>
              <a:gd name="connsiteX7" fmla="*/ 9009888 w 9866376"/>
              <a:gd name="connsiteY7" fmla="*/ 902267 h 1686204"/>
              <a:gd name="connsiteX8" fmla="*/ 7607808 w 9866376"/>
              <a:gd name="connsiteY8" fmla="*/ 933255 h 1686204"/>
              <a:gd name="connsiteX9" fmla="*/ 5010404 w 9866376"/>
              <a:gd name="connsiteY9" fmla="*/ 874327 h 1686204"/>
              <a:gd name="connsiteX10" fmla="*/ 3864864 w 9866376"/>
              <a:gd name="connsiteY10" fmla="*/ 854007 h 1686204"/>
              <a:gd name="connsiteX11" fmla="*/ 2758948 w 9866376"/>
              <a:gd name="connsiteY11" fmla="*/ 811843 h 1686204"/>
              <a:gd name="connsiteX12" fmla="*/ 2034032 w 9866376"/>
              <a:gd name="connsiteY12" fmla="*/ 813367 h 1686204"/>
              <a:gd name="connsiteX13" fmla="*/ 1592072 w 9866376"/>
              <a:gd name="connsiteY13" fmla="*/ 988627 h 1686204"/>
              <a:gd name="connsiteX14" fmla="*/ 1605280 w 9866376"/>
              <a:gd name="connsiteY14" fmla="*/ 1552507 h 1686204"/>
              <a:gd name="connsiteX15" fmla="*/ 2571496 w 9866376"/>
              <a:gd name="connsiteY15" fmla="*/ 1680015 h 1686204"/>
              <a:gd name="connsiteX16" fmla="*/ 3738880 w 9866376"/>
              <a:gd name="connsiteY16" fmla="*/ 1660711 h 1686204"/>
              <a:gd name="connsiteX17" fmla="*/ 5949188 w 9866376"/>
              <a:gd name="connsiteY17" fmla="*/ 1611943 h 1686204"/>
              <a:gd name="connsiteX18" fmla="*/ 8494268 w 9866376"/>
              <a:gd name="connsiteY18" fmla="*/ 1648011 h 1686204"/>
              <a:gd name="connsiteX19" fmla="*/ 9866376 w 9866376"/>
              <a:gd name="connsiteY19" fmla="*/ 1664267 h 1686204"/>
              <a:gd name="connsiteX0" fmla="*/ 0 w 9866376"/>
              <a:gd name="connsiteY0" fmla="*/ 32004 h 1712561"/>
              <a:gd name="connsiteX1" fmla="*/ 3592576 w 9866376"/>
              <a:gd name="connsiteY1" fmla="*/ 0 h 1712561"/>
              <a:gd name="connsiteX2" fmla="*/ 5593080 w 9866376"/>
              <a:gd name="connsiteY2" fmla="*/ 67564 h 1712561"/>
              <a:gd name="connsiteX3" fmla="*/ 7840980 w 9866376"/>
              <a:gd name="connsiteY3" fmla="*/ 87884 h 1712561"/>
              <a:gd name="connsiteX4" fmla="*/ 8613140 w 9866376"/>
              <a:gd name="connsiteY4" fmla="*/ 128016 h 1712561"/>
              <a:gd name="connsiteX5" fmla="*/ 9244584 w 9866376"/>
              <a:gd name="connsiteY5" fmla="*/ 185928 h 1712561"/>
              <a:gd name="connsiteX6" fmla="*/ 9592564 w 9866376"/>
              <a:gd name="connsiteY6" fmla="*/ 867156 h 1712561"/>
              <a:gd name="connsiteX7" fmla="*/ 9009888 w 9866376"/>
              <a:gd name="connsiteY7" fmla="*/ 928624 h 1712561"/>
              <a:gd name="connsiteX8" fmla="*/ 7607808 w 9866376"/>
              <a:gd name="connsiteY8" fmla="*/ 959612 h 1712561"/>
              <a:gd name="connsiteX9" fmla="*/ 5010404 w 9866376"/>
              <a:gd name="connsiteY9" fmla="*/ 900684 h 1712561"/>
              <a:gd name="connsiteX10" fmla="*/ 3864864 w 9866376"/>
              <a:gd name="connsiteY10" fmla="*/ 880364 h 1712561"/>
              <a:gd name="connsiteX11" fmla="*/ 2758948 w 9866376"/>
              <a:gd name="connsiteY11" fmla="*/ 838200 h 1712561"/>
              <a:gd name="connsiteX12" fmla="*/ 2034032 w 9866376"/>
              <a:gd name="connsiteY12" fmla="*/ 839724 h 1712561"/>
              <a:gd name="connsiteX13" fmla="*/ 1592072 w 9866376"/>
              <a:gd name="connsiteY13" fmla="*/ 1014984 h 1712561"/>
              <a:gd name="connsiteX14" fmla="*/ 1605280 w 9866376"/>
              <a:gd name="connsiteY14" fmla="*/ 1578864 h 1712561"/>
              <a:gd name="connsiteX15" fmla="*/ 2571496 w 9866376"/>
              <a:gd name="connsiteY15" fmla="*/ 1706372 h 1712561"/>
              <a:gd name="connsiteX16" fmla="*/ 3738880 w 9866376"/>
              <a:gd name="connsiteY16" fmla="*/ 1687068 h 1712561"/>
              <a:gd name="connsiteX17" fmla="*/ 5949188 w 9866376"/>
              <a:gd name="connsiteY17" fmla="*/ 1638300 h 1712561"/>
              <a:gd name="connsiteX18" fmla="*/ 8494268 w 9866376"/>
              <a:gd name="connsiteY18" fmla="*/ 1674368 h 1712561"/>
              <a:gd name="connsiteX19" fmla="*/ 9866376 w 9866376"/>
              <a:gd name="connsiteY19" fmla="*/ 1690624 h 1712561"/>
              <a:gd name="connsiteX0" fmla="*/ 0 w 9866376"/>
              <a:gd name="connsiteY0" fmla="*/ 0 h 1680557"/>
              <a:gd name="connsiteX1" fmla="*/ 3592576 w 9866376"/>
              <a:gd name="connsiteY1" fmla="*/ 71628 h 1680557"/>
              <a:gd name="connsiteX2" fmla="*/ 5593080 w 9866376"/>
              <a:gd name="connsiteY2" fmla="*/ 35560 h 1680557"/>
              <a:gd name="connsiteX3" fmla="*/ 7840980 w 9866376"/>
              <a:gd name="connsiteY3" fmla="*/ 55880 h 1680557"/>
              <a:gd name="connsiteX4" fmla="*/ 8613140 w 9866376"/>
              <a:gd name="connsiteY4" fmla="*/ 96012 h 1680557"/>
              <a:gd name="connsiteX5" fmla="*/ 9244584 w 9866376"/>
              <a:gd name="connsiteY5" fmla="*/ 153924 h 1680557"/>
              <a:gd name="connsiteX6" fmla="*/ 9592564 w 9866376"/>
              <a:gd name="connsiteY6" fmla="*/ 835152 h 1680557"/>
              <a:gd name="connsiteX7" fmla="*/ 9009888 w 9866376"/>
              <a:gd name="connsiteY7" fmla="*/ 896620 h 1680557"/>
              <a:gd name="connsiteX8" fmla="*/ 7607808 w 9866376"/>
              <a:gd name="connsiteY8" fmla="*/ 927608 h 1680557"/>
              <a:gd name="connsiteX9" fmla="*/ 5010404 w 9866376"/>
              <a:gd name="connsiteY9" fmla="*/ 868680 h 1680557"/>
              <a:gd name="connsiteX10" fmla="*/ 3864864 w 9866376"/>
              <a:gd name="connsiteY10" fmla="*/ 848360 h 1680557"/>
              <a:gd name="connsiteX11" fmla="*/ 2758948 w 9866376"/>
              <a:gd name="connsiteY11" fmla="*/ 806196 h 1680557"/>
              <a:gd name="connsiteX12" fmla="*/ 2034032 w 9866376"/>
              <a:gd name="connsiteY12" fmla="*/ 807720 h 1680557"/>
              <a:gd name="connsiteX13" fmla="*/ 1592072 w 9866376"/>
              <a:gd name="connsiteY13" fmla="*/ 982980 h 1680557"/>
              <a:gd name="connsiteX14" fmla="*/ 1605280 w 9866376"/>
              <a:gd name="connsiteY14" fmla="*/ 1546860 h 1680557"/>
              <a:gd name="connsiteX15" fmla="*/ 2571496 w 9866376"/>
              <a:gd name="connsiteY15" fmla="*/ 1674368 h 1680557"/>
              <a:gd name="connsiteX16" fmla="*/ 3738880 w 9866376"/>
              <a:gd name="connsiteY16" fmla="*/ 1655064 h 1680557"/>
              <a:gd name="connsiteX17" fmla="*/ 5949188 w 9866376"/>
              <a:gd name="connsiteY17" fmla="*/ 1606296 h 1680557"/>
              <a:gd name="connsiteX18" fmla="*/ 8494268 w 9866376"/>
              <a:gd name="connsiteY18" fmla="*/ 1642364 h 1680557"/>
              <a:gd name="connsiteX19" fmla="*/ 9866376 w 9866376"/>
              <a:gd name="connsiteY19" fmla="*/ 1658620 h 1680557"/>
              <a:gd name="connsiteX0" fmla="*/ 0 w 9866376"/>
              <a:gd name="connsiteY0" fmla="*/ 0 h 1680557"/>
              <a:gd name="connsiteX1" fmla="*/ 3592576 w 9866376"/>
              <a:gd name="connsiteY1" fmla="*/ 71628 h 1680557"/>
              <a:gd name="connsiteX2" fmla="*/ 5593080 w 9866376"/>
              <a:gd name="connsiteY2" fmla="*/ 35560 h 1680557"/>
              <a:gd name="connsiteX3" fmla="*/ 7840980 w 9866376"/>
              <a:gd name="connsiteY3" fmla="*/ 55880 h 1680557"/>
              <a:gd name="connsiteX4" fmla="*/ 8613140 w 9866376"/>
              <a:gd name="connsiteY4" fmla="*/ 96012 h 1680557"/>
              <a:gd name="connsiteX5" fmla="*/ 9244584 w 9866376"/>
              <a:gd name="connsiteY5" fmla="*/ 153924 h 1680557"/>
              <a:gd name="connsiteX6" fmla="*/ 9592564 w 9866376"/>
              <a:gd name="connsiteY6" fmla="*/ 835152 h 1680557"/>
              <a:gd name="connsiteX7" fmla="*/ 9009888 w 9866376"/>
              <a:gd name="connsiteY7" fmla="*/ 896620 h 1680557"/>
              <a:gd name="connsiteX8" fmla="*/ 7607808 w 9866376"/>
              <a:gd name="connsiteY8" fmla="*/ 927608 h 1680557"/>
              <a:gd name="connsiteX9" fmla="*/ 5010404 w 9866376"/>
              <a:gd name="connsiteY9" fmla="*/ 868680 h 1680557"/>
              <a:gd name="connsiteX10" fmla="*/ 3864864 w 9866376"/>
              <a:gd name="connsiteY10" fmla="*/ 848360 h 1680557"/>
              <a:gd name="connsiteX11" fmla="*/ 2758948 w 9866376"/>
              <a:gd name="connsiteY11" fmla="*/ 806196 h 1680557"/>
              <a:gd name="connsiteX12" fmla="*/ 2034032 w 9866376"/>
              <a:gd name="connsiteY12" fmla="*/ 807720 h 1680557"/>
              <a:gd name="connsiteX13" fmla="*/ 1592072 w 9866376"/>
              <a:gd name="connsiteY13" fmla="*/ 982980 h 1680557"/>
              <a:gd name="connsiteX14" fmla="*/ 1605280 w 9866376"/>
              <a:gd name="connsiteY14" fmla="*/ 1546860 h 1680557"/>
              <a:gd name="connsiteX15" fmla="*/ 2571496 w 9866376"/>
              <a:gd name="connsiteY15" fmla="*/ 1674368 h 1680557"/>
              <a:gd name="connsiteX16" fmla="*/ 3738880 w 9866376"/>
              <a:gd name="connsiteY16" fmla="*/ 1655064 h 1680557"/>
              <a:gd name="connsiteX17" fmla="*/ 5949188 w 9866376"/>
              <a:gd name="connsiteY17" fmla="*/ 1606296 h 1680557"/>
              <a:gd name="connsiteX18" fmla="*/ 8494268 w 9866376"/>
              <a:gd name="connsiteY18" fmla="*/ 1642364 h 1680557"/>
              <a:gd name="connsiteX19" fmla="*/ 9866376 w 9866376"/>
              <a:gd name="connsiteY19" fmla="*/ 1658620 h 1680557"/>
              <a:gd name="connsiteX0" fmla="*/ 0 w 9884664"/>
              <a:gd name="connsiteY0" fmla="*/ 25400 h 1644997"/>
              <a:gd name="connsiteX1" fmla="*/ 3610864 w 9884664"/>
              <a:gd name="connsiteY1" fmla="*/ 36068 h 1644997"/>
              <a:gd name="connsiteX2" fmla="*/ 5611368 w 9884664"/>
              <a:gd name="connsiteY2" fmla="*/ 0 h 1644997"/>
              <a:gd name="connsiteX3" fmla="*/ 7859268 w 9884664"/>
              <a:gd name="connsiteY3" fmla="*/ 20320 h 1644997"/>
              <a:gd name="connsiteX4" fmla="*/ 8631428 w 9884664"/>
              <a:gd name="connsiteY4" fmla="*/ 60452 h 1644997"/>
              <a:gd name="connsiteX5" fmla="*/ 9262872 w 9884664"/>
              <a:gd name="connsiteY5" fmla="*/ 118364 h 1644997"/>
              <a:gd name="connsiteX6" fmla="*/ 9610852 w 9884664"/>
              <a:gd name="connsiteY6" fmla="*/ 799592 h 1644997"/>
              <a:gd name="connsiteX7" fmla="*/ 9028176 w 9884664"/>
              <a:gd name="connsiteY7" fmla="*/ 861060 h 1644997"/>
              <a:gd name="connsiteX8" fmla="*/ 7626096 w 9884664"/>
              <a:gd name="connsiteY8" fmla="*/ 892048 h 1644997"/>
              <a:gd name="connsiteX9" fmla="*/ 5028692 w 9884664"/>
              <a:gd name="connsiteY9" fmla="*/ 833120 h 1644997"/>
              <a:gd name="connsiteX10" fmla="*/ 3883152 w 9884664"/>
              <a:gd name="connsiteY10" fmla="*/ 812800 h 1644997"/>
              <a:gd name="connsiteX11" fmla="*/ 2777236 w 9884664"/>
              <a:gd name="connsiteY11" fmla="*/ 770636 h 1644997"/>
              <a:gd name="connsiteX12" fmla="*/ 2052320 w 9884664"/>
              <a:gd name="connsiteY12" fmla="*/ 772160 h 1644997"/>
              <a:gd name="connsiteX13" fmla="*/ 1610360 w 9884664"/>
              <a:gd name="connsiteY13" fmla="*/ 947420 h 1644997"/>
              <a:gd name="connsiteX14" fmla="*/ 1623568 w 9884664"/>
              <a:gd name="connsiteY14" fmla="*/ 1511300 h 1644997"/>
              <a:gd name="connsiteX15" fmla="*/ 2589784 w 9884664"/>
              <a:gd name="connsiteY15" fmla="*/ 1638808 h 1644997"/>
              <a:gd name="connsiteX16" fmla="*/ 3757168 w 9884664"/>
              <a:gd name="connsiteY16" fmla="*/ 1619504 h 1644997"/>
              <a:gd name="connsiteX17" fmla="*/ 5967476 w 9884664"/>
              <a:gd name="connsiteY17" fmla="*/ 1570736 h 1644997"/>
              <a:gd name="connsiteX18" fmla="*/ 8512556 w 9884664"/>
              <a:gd name="connsiteY18" fmla="*/ 1606804 h 1644997"/>
              <a:gd name="connsiteX19" fmla="*/ 9884664 w 9884664"/>
              <a:gd name="connsiteY19" fmla="*/ 1623060 h 1644997"/>
              <a:gd name="connsiteX0" fmla="*/ 0 w 9884664"/>
              <a:gd name="connsiteY0" fmla="*/ 5110 h 1624707"/>
              <a:gd name="connsiteX1" fmla="*/ 3610864 w 9884664"/>
              <a:gd name="connsiteY1" fmla="*/ 15778 h 1624707"/>
              <a:gd name="connsiteX2" fmla="*/ 5623560 w 9884664"/>
              <a:gd name="connsiteY2" fmla="*/ 22382 h 1624707"/>
              <a:gd name="connsiteX3" fmla="*/ 7859268 w 9884664"/>
              <a:gd name="connsiteY3" fmla="*/ 30 h 1624707"/>
              <a:gd name="connsiteX4" fmla="*/ 8631428 w 9884664"/>
              <a:gd name="connsiteY4" fmla="*/ 40162 h 1624707"/>
              <a:gd name="connsiteX5" fmla="*/ 9262872 w 9884664"/>
              <a:gd name="connsiteY5" fmla="*/ 98074 h 1624707"/>
              <a:gd name="connsiteX6" fmla="*/ 9610852 w 9884664"/>
              <a:gd name="connsiteY6" fmla="*/ 779302 h 1624707"/>
              <a:gd name="connsiteX7" fmla="*/ 9028176 w 9884664"/>
              <a:gd name="connsiteY7" fmla="*/ 840770 h 1624707"/>
              <a:gd name="connsiteX8" fmla="*/ 7626096 w 9884664"/>
              <a:gd name="connsiteY8" fmla="*/ 871758 h 1624707"/>
              <a:gd name="connsiteX9" fmla="*/ 5028692 w 9884664"/>
              <a:gd name="connsiteY9" fmla="*/ 812830 h 1624707"/>
              <a:gd name="connsiteX10" fmla="*/ 3883152 w 9884664"/>
              <a:gd name="connsiteY10" fmla="*/ 792510 h 1624707"/>
              <a:gd name="connsiteX11" fmla="*/ 2777236 w 9884664"/>
              <a:gd name="connsiteY11" fmla="*/ 750346 h 1624707"/>
              <a:gd name="connsiteX12" fmla="*/ 2052320 w 9884664"/>
              <a:gd name="connsiteY12" fmla="*/ 751870 h 1624707"/>
              <a:gd name="connsiteX13" fmla="*/ 1610360 w 9884664"/>
              <a:gd name="connsiteY13" fmla="*/ 927130 h 1624707"/>
              <a:gd name="connsiteX14" fmla="*/ 1623568 w 9884664"/>
              <a:gd name="connsiteY14" fmla="*/ 1491010 h 1624707"/>
              <a:gd name="connsiteX15" fmla="*/ 2589784 w 9884664"/>
              <a:gd name="connsiteY15" fmla="*/ 1618518 h 1624707"/>
              <a:gd name="connsiteX16" fmla="*/ 3757168 w 9884664"/>
              <a:gd name="connsiteY16" fmla="*/ 1599214 h 1624707"/>
              <a:gd name="connsiteX17" fmla="*/ 5967476 w 9884664"/>
              <a:gd name="connsiteY17" fmla="*/ 1550446 h 1624707"/>
              <a:gd name="connsiteX18" fmla="*/ 8512556 w 9884664"/>
              <a:gd name="connsiteY18" fmla="*/ 1586514 h 1624707"/>
              <a:gd name="connsiteX19" fmla="*/ 9884664 w 9884664"/>
              <a:gd name="connsiteY19" fmla="*/ 1602770 h 1624707"/>
              <a:gd name="connsiteX0" fmla="*/ 0 w 9884664"/>
              <a:gd name="connsiteY0" fmla="*/ 5110 h 1624707"/>
              <a:gd name="connsiteX1" fmla="*/ 3610864 w 9884664"/>
              <a:gd name="connsiteY1" fmla="*/ 15778 h 1624707"/>
              <a:gd name="connsiteX2" fmla="*/ 5690616 w 9884664"/>
              <a:gd name="connsiteY2" fmla="*/ 22382 h 1624707"/>
              <a:gd name="connsiteX3" fmla="*/ 7859268 w 9884664"/>
              <a:gd name="connsiteY3" fmla="*/ 30 h 1624707"/>
              <a:gd name="connsiteX4" fmla="*/ 8631428 w 9884664"/>
              <a:gd name="connsiteY4" fmla="*/ 40162 h 1624707"/>
              <a:gd name="connsiteX5" fmla="*/ 9262872 w 9884664"/>
              <a:gd name="connsiteY5" fmla="*/ 98074 h 1624707"/>
              <a:gd name="connsiteX6" fmla="*/ 9610852 w 9884664"/>
              <a:gd name="connsiteY6" fmla="*/ 779302 h 1624707"/>
              <a:gd name="connsiteX7" fmla="*/ 9028176 w 9884664"/>
              <a:gd name="connsiteY7" fmla="*/ 840770 h 1624707"/>
              <a:gd name="connsiteX8" fmla="*/ 7626096 w 9884664"/>
              <a:gd name="connsiteY8" fmla="*/ 871758 h 1624707"/>
              <a:gd name="connsiteX9" fmla="*/ 5028692 w 9884664"/>
              <a:gd name="connsiteY9" fmla="*/ 812830 h 1624707"/>
              <a:gd name="connsiteX10" fmla="*/ 3883152 w 9884664"/>
              <a:gd name="connsiteY10" fmla="*/ 792510 h 1624707"/>
              <a:gd name="connsiteX11" fmla="*/ 2777236 w 9884664"/>
              <a:gd name="connsiteY11" fmla="*/ 750346 h 1624707"/>
              <a:gd name="connsiteX12" fmla="*/ 2052320 w 9884664"/>
              <a:gd name="connsiteY12" fmla="*/ 751870 h 1624707"/>
              <a:gd name="connsiteX13" fmla="*/ 1610360 w 9884664"/>
              <a:gd name="connsiteY13" fmla="*/ 927130 h 1624707"/>
              <a:gd name="connsiteX14" fmla="*/ 1623568 w 9884664"/>
              <a:gd name="connsiteY14" fmla="*/ 1491010 h 1624707"/>
              <a:gd name="connsiteX15" fmla="*/ 2589784 w 9884664"/>
              <a:gd name="connsiteY15" fmla="*/ 1618518 h 1624707"/>
              <a:gd name="connsiteX16" fmla="*/ 3757168 w 9884664"/>
              <a:gd name="connsiteY16" fmla="*/ 1599214 h 1624707"/>
              <a:gd name="connsiteX17" fmla="*/ 5967476 w 9884664"/>
              <a:gd name="connsiteY17" fmla="*/ 1550446 h 1624707"/>
              <a:gd name="connsiteX18" fmla="*/ 8512556 w 9884664"/>
              <a:gd name="connsiteY18" fmla="*/ 1586514 h 1624707"/>
              <a:gd name="connsiteX19" fmla="*/ 9884664 w 9884664"/>
              <a:gd name="connsiteY19" fmla="*/ 1602770 h 1624707"/>
              <a:gd name="connsiteX0" fmla="*/ 0 w 9884664"/>
              <a:gd name="connsiteY0" fmla="*/ 5080 h 1624677"/>
              <a:gd name="connsiteX1" fmla="*/ 3610864 w 9884664"/>
              <a:gd name="connsiteY1" fmla="*/ 15748 h 1624677"/>
              <a:gd name="connsiteX2" fmla="*/ 5690616 w 9884664"/>
              <a:gd name="connsiteY2" fmla="*/ 22352 h 1624677"/>
              <a:gd name="connsiteX3" fmla="*/ 7859268 w 9884664"/>
              <a:gd name="connsiteY3" fmla="*/ 0 h 1624677"/>
              <a:gd name="connsiteX4" fmla="*/ 8631428 w 9884664"/>
              <a:gd name="connsiteY4" fmla="*/ 40132 h 1624677"/>
              <a:gd name="connsiteX5" fmla="*/ 9262872 w 9884664"/>
              <a:gd name="connsiteY5" fmla="*/ 98044 h 1624677"/>
              <a:gd name="connsiteX6" fmla="*/ 9610852 w 9884664"/>
              <a:gd name="connsiteY6" fmla="*/ 779272 h 1624677"/>
              <a:gd name="connsiteX7" fmla="*/ 9028176 w 9884664"/>
              <a:gd name="connsiteY7" fmla="*/ 840740 h 1624677"/>
              <a:gd name="connsiteX8" fmla="*/ 7626096 w 9884664"/>
              <a:gd name="connsiteY8" fmla="*/ 871728 h 1624677"/>
              <a:gd name="connsiteX9" fmla="*/ 5028692 w 9884664"/>
              <a:gd name="connsiteY9" fmla="*/ 812800 h 1624677"/>
              <a:gd name="connsiteX10" fmla="*/ 3883152 w 9884664"/>
              <a:gd name="connsiteY10" fmla="*/ 792480 h 1624677"/>
              <a:gd name="connsiteX11" fmla="*/ 2777236 w 9884664"/>
              <a:gd name="connsiteY11" fmla="*/ 750316 h 1624677"/>
              <a:gd name="connsiteX12" fmla="*/ 2052320 w 9884664"/>
              <a:gd name="connsiteY12" fmla="*/ 751840 h 1624677"/>
              <a:gd name="connsiteX13" fmla="*/ 1610360 w 9884664"/>
              <a:gd name="connsiteY13" fmla="*/ 927100 h 1624677"/>
              <a:gd name="connsiteX14" fmla="*/ 1623568 w 9884664"/>
              <a:gd name="connsiteY14" fmla="*/ 1490980 h 1624677"/>
              <a:gd name="connsiteX15" fmla="*/ 2589784 w 9884664"/>
              <a:gd name="connsiteY15" fmla="*/ 1618488 h 1624677"/>
              <a:gd name="connsiteX16" fmla="*/ 3757168 w 9884664"/>
              <a:gd name="connsiteY16" fmla="*/ 1599184 h 1624677"/>
              <a:gd name="connsiteX17" fmla="*/ 5967476 w 9884664"/>
              <a:gd name="connsiteY17" fmla="*/ 1550416 h 1624677"/>
              <a:gd name="connsiteX18" fmla="*/ 8512556 w 9884664"/>
              <a:gd name="connsiteY18" fmla="*/ 1586484 h 1624677"/>
              <a:gd name="connsiteX19" fmla="*/ 9884664 w 9884664"/>
              <a:gd name="connsiteY19" fmla="*/ 1602740 h 162467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631428 w 9884664"/>
              <a:gd name="connsiteY4" fmla="*/ 35052 h 1619597"/>
              <a:gd name="connsiteX5" fmla="*/ 9262872 w 9884664"/>
              <a:gd name="connsiteY5" fmla="*/ 92964 h 1619597"/>
              <a:gd name="connsiteX6" fmla="*/ 9610852 w 9884664"/>
              <a:gd name="connsiteY6" fmla="*/ 774192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972804 w 9884664"/>
              <a:gd name="connsiteY4" fmla="*/ 10668 h 1619597"/>
              <a:gd name="connsiteX5" fmla="*/ 9262872 w 9884664"/>
              <a:gd name="connsiteY5" fmla="*/ 92964 h 1619597"/>
              <a:gd name="connsiteX6" fmla="*/ 9610852 w 9884664"/>
              <a:gd name="connsiteY6" fmla="*/ 774192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972804 w 9884664"/>
              <a:gd name="connsiteY4" fmla="*/ 10668 h 1619597"/>
              <a:gd name="connsiteX5" fmla="*/ 9262872 w 9884664"/>
              <a:gd name="connsiteY5" fmla="*/ 92964 h 1619597"/>
              <a:gd name="connsiteX6" fmla="*/ 9354820 w 9884664"/>
              <a:gd name="connsiteY6" fmla="*/ 688848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972804 w 9884664"/>
              <a:gd name="connsiteY4" fmla="*/ 10668 h 1619597"/>
              <a:gd name="connsiteX5" fmla="*/ 9262872 w 9884664"/>
              <a:gd name="connsiteY5" fmla="*/ 92964 h 1619597"/>
              <a:gd name="connsiteX6" fmla="*/ 9354820 w 9884664"/>
              <a:gd name="connsiteY6" fmla="*/ 688848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972804 w 9884664"/>
              <a:gd name="connsiteY4" fmla="*/ 10668 h 1619597"/>
              <a:gd name="connsiteX5" fmla="*/ 9262872 w 9884664"/>
              <a:gd name="connsiteY5" fmla="*/ 92964 h 1619597"/>
              <a:gd name="connsiteX6" fmla="*/ 9354820 w 9884664"/>
              <a:gd name="connsiteY6" fmla="*/ 688848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686292 w 9884664"/>
              <a:gd name="connsiteY4" fmla="*/ 10668 h 1619597"/>
              <a:gd name="connsiteX5" fmla="*/ 9262872 w 9884664"/>
              <a:gd name="connsiteY5" fmla="*/ 92964 h 1619597"/>
              <a:gd name="connsiteX6" fmla="*/ 9354820 w 9884664"/>
              <a:gd name="connsiteY6" fmla="*/ 688848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686292 w 9884664"/>
              <a:gd name="connsiteY4" fmla="*/ 10668 h 1619597"/>
              <a:gd name="connsiteX5" fmla="*/ 9262872 w 9884664"/>
              <a:gd name="connsiteY5" fmla="*/ 92964 h 1619597"/>
              <a:gd name="connsiteX6" fmla="*/ 9354820 w 9884664"/>
              <a:gd name="connsiteY6" fmla="*/ 688848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561576"/>
              <a:gd name="connsiteY0" fmla="*/ 0 h 1619597"/>
              <a:gd name="connsiteX1" fmla="*/ 3287776 w 9561576"/>
              <a:gd name="connsiteY1" fmla="*/ 10668 h 1619597"/>
              <a:gd name="connsiteX2" fmla="*/ 5367528 w 9561576"/>
              <a:gd name="connsiteY2" fmla="*/ 17272 h 1619597"/>
              <a:gd name="connsiteX3" fmla="*/ 7548372 w 9561576"/>
              <a:gd name="connsiteY3" fmla="*/ 13208 h 1619597"/>
              <a:gd name="connsiteX4" fmla="*/ 8363204 w 9561576"/>
              <a:gd name="connsiteY4" fmla="*/ 10668 h 1619597"/>
              <a:gd name="connsiteX5" fmla="*/ 8939784 w 9561576"/>
              <a:gd name="connsiteY5" fmla="*/ 92964 h 1619597"/>
              <a:gd name="connsiteX6" fmla="*/ 9031732 w 9561576"/>
              <a:gd name="connsiteY6" fmla="*/ 688848 h 1619597"/>
              <a:gd name="connsiteX7" fmla="*/ 8705088 w 9561576"/>
              <a:gd name="connsiteY7" fmla="*/ 835660 h 1619597"/>
              <a:gd name="connsiteX8" fmla="*/ 7303008 w 9561576"/>
              <a:gd name="connsiteY8" fmla="*/ 866648 h 1619597"/>
              <a:gd name="connsiteX9" fmla="*/ 4705604 w 9561576"/>
              <a:gd name="connsiteY9" fmla="*/ 807720 h 1619597"/>
              <a:gd name="connsiteX10" fmla="*/ 3560064 w 9561576"/>
              <a:gd name="connsiteY10" fmla="*/ 787400 h 1619597"/>
              <a:gd name="connsiteX11" fmla="*/ 2454148 w 9561576"/>
              <a:gd name="connsiteY11" fmla="*/ 745236 h 1619597"/>
              <a:gd name="connsiteX12" fmla="*/ 1729232 w 9561576"/>
              <a:gd name="connsiteY12" fmla="*/ 746760 h 1619597"/>
              <a:gd name="connsiteX13" fmla="*/ 1287272 w 9561576"/>
              <a:gd name="connsiteY13" fmla="*/ 922020 h 1619597"/>
              <a:gd name="connsiteX14" fmla="*/ 1300480 w 9561576"/>
              <a:gd name="connsiteY14" fmla="*/ 1485900 h 1619597"/>
              <a:gd name="connsiteX15" fmla="*/ 2266696 w 9561576"/>
              <a:gd name="connsiteY15" fmla="*/ 1613408 h 1619597"/>
              <a:gd name="connsiteX16" fmla="*/ 3434080 w 9561576"/>
              <a:gd name="connsiteY16" fmla="*/ 1594104 h 1619597"/>
              <a:gd name="connsiteX17" fmla="*/ 5644388 w 9561576"/>
              <a:gd name="connsiteY17" fmla="*/ 1545336 h 1619597"/>
              <a:gd name="connsiteX18" fmla="*/ 8189468 w 9561576"/>
              <a:gd name="connsiteY18" fmla="*/ 1581404 h 1619597"/>
              <a:gd name="connsiteX19" fmla="*/ 9561576 w 9561576"/>
              <a:gd name="connsiteY19" fmla="*/ 1597660 h 1619597"/>
              <a:gd name="connsiteX0" fmla="*/ 0 w 9555480"/>
              <a:gd name="connsiteY0" fmla="*/ 0 h 1619597"/>
              <a:gd name="connsiteX1" fmla="*/ 328168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698992 w 9555480"/>
              <a:gd name="connsiteY7" fmla="*/ 835660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448052 w 9555480"/>
              <a:gd name="connsiteY11" fmla="*/ 745236 h 1619597"/>
              <a:gd name="connsiteX12" fmla="*/ 1723136 w 9555480"/>
              <a:gd name="connsiteY12" fmla="*/ 74676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698992 w 9555480"/>
              <a:gd name="connsiteY7" fmla="*/ 835660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448052 w 9555480"/>
              <a:gd name="connsiteY11" fmla="*/ 745236 h 1619597"/>
              <a:gd name="connsiteX12" fmla="*/ 1723136 w 9555480"/>
              <a:gd name="connsiteY12" fmla="*/ 74676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698992 w 9555480"/>
              <a:gd name="connsiteY7" fmla="*/ 835660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448052 w 9555480"/>
              <a:gd name="connsiteY11" fmla="*/ 745236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698992 w 9555480"/>
              <a:gd name="connsiteY7" fmla="*/ 835660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698992 w 9555480"/>
              <a:gd name="connsiteY7" fmla="*/ 835660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60336 w 9555480"/>
              <a:gd name="connsiteY8" fmla="*/ 77520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60336 w 9555480"/>
              <a:gd name="connsiteY8" fmla="*/ 77520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60336 w 9555480"/>
              <a:gd name="connsiteY8" fmla="*/ 77520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60336 w 9555480"/>
              <a:gd name="connsiteY8" fmla="*/ 77520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60336 w 9555480"/>
              <a:gd name="connsiteY8" fmla="*/ 775208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99084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99084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728468 w 9555480"/>
              <a:gd name="connsiteY11" fmla="*/ 787908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728468 w 9555480"/>
              <a:gd name="connsiteY11" fmla="*/ 787908 h 1619597"/>
              <a:gd name="connsiteX12" fmla="*/ 1960880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728468 w 9555480"/>
              <a:gd name="connsiteY11" fmla="*/ 787908 h 1619597"/>
              <a:gd name="connsiteX12" fmla="*/ 1960880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728468 w 9555480"/>
              <a:gd name="connsiteY11" fmla="*/ 787908 h 1619597"/>
              <a:gd name="connsiteX12" fmla="*/ 1960880 w 9555480"/>
              <a:gd name="connsiteY12" fmla="*/ 777240 h 1619597"/>
              <a:gd name="connsiteX13" fmla="*/ 1366520 w 9555480"/>
              <a:gd name="connsiteY13" fmla="*/ 976884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728468 w 9555480"/>
              <a:gd name="connsiteY11" fmla="*/ 787908 h 1619597"/>
              <a:gd name="connsiteX12" fmla="*/ 1960880 w 9555480"/>
              <a:gd name="connsiteY12" fmla="*/ 777240 h 1619597"/>
              <a:gd name="connsiteX13" fmla="*/ 1366520 w 9555480"/>
              <a:gd name="connsiteY13" fmla="*/ 976884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04942"/>
              <a:gd name="connsiteX1" fmla="*/ 3251200 w 9555480"/>
              <a:gd name="connsiteY1" fmla="*/ 10668 h 1604942"/>
              <a:gd name="connsiteX2" fmla="*/ 5361432 w 9555480"/>
              <a:gd name="connsiteY2" fmla="*/ 17272 h 1604942"/>
              <a:gd name="connsiteX3" fmla="*/ 7542276 w 9555480"/>
              <a:gd name="connsiteY3" fmla="*/ 13208 h 1604942"/>
              <a:gd name="connsiteX4" fmla="*/ 8357108 w 9555480"/>
              <a:gd name="connsiteY4" fmla="*/ 10668 h 1604942"/>
              <a:gd name="connsiteX5" fmla="*/ 8933688 w 9555480"/>
              <a:gd name="connsiteY5" fmla="*/ 92964 h 1604942"/>
              <a:gd name="connsiteX6" fmla="*/ 9025636 w 9555480"/>
              <a:gd name="connsiteY6" fmla="*/ 688848 h 1604942"/>
              <a:gd name="connsiteX7" fmla="*/ 8412480 w 9555480"/>
              <a:gd name="connsiteY7" fmla="*/ 780796 h 1604942"/>
              <a:gd name="connsiteX8" fmla="*/ 7254240 w 9555480"/>
              <a:gd name="connsiteY8" fmla="*/ 787400 h 1604942"/>
              <a:gd name="connsiteX9" fmla="*/ 4705604 w 9555480"/>
              <a:gd name="connsiteY9" fmla="*/ 789432 h 1604942"/>
              <a:gd name="connsiteX10" fmla="*/ 3553968 w 9555480"/>
              <a:gd name="connsiteY10" fmla="*/ 787400 h 1604942"/>
              <a:gd name="connsiteX11" fmla="*/ 2728468 w 9555480"/>
              <a:gd name="connsiteY11" fmla="*/ 787908 h 1604942"/>
              <a:gd name="connsiteX12" fmla="*/ 1960880 w 9555480"/>
              <a:gd name="connsiteY12" fmla="*/ 777240 h 1604942"/>
              <a:gd name="connsiteX13" fmla="*/ 1366520 w 9555480"/>
              <a:gd name="connsiteY13" fmla="*/ 976884 h 1604942"/>
              <a:gd name="connsiteX14" fmla="*/ 1294384 w 9555480"/>
              <a:gd name="connsiteY14" fmla="*/ 1485900 h 1604942"/>
              <a:gd name="connsiteX15" fmla="*/ 2254504 w 9555480"/>
              <a:gd name="connsiteY15" fmla="*/ 1595120 h 1604942"/>
              <a:gd name="connsiteX16" fmla="*/ 3427984 w 9555480"/>
              <a:gd name="connsiteY16" fmla="*/ 1594104 h 1604942"/>
              <a:gd name="connsiteX17" fmla="*/ 5638292 w 9555480"/>
              <a:gd name="connsiteY17" fmla="*/ 1545336 h 1604942"/>
              <a:gd name="connsiteX18" fmla="*/ 8183372 w 9555480"/>
              <a:gd name="connsiteY18" fmla="*/ 1581404 h 1604942"/>
              <a:gd name="connsiteX19" fmla="*/ 9555480 w 9555480"/>
              <a:gd name="connsiteY19" fmla="*/ 1597660 h 1604942"/>
              <a:gd name="connsiteX0" fmla="*/ 0 w 9555480"/>
              <a:gd name="connsiteY0" fmla="*/ 0 h 1598011"/>
              <a:gd name="connsiteX1" fmla="*/ 3251200 w 9555480"/>
              <a:gd name="connsiteY1" fmla="*/ 10668 h 1598011"/>
              <a:gd name="connsiteX2" fmla="*/ 5361432 w 9555480"/>
              <a:gd name="connsiteY2" fmla="*/ 17272 h 1598011"/>
              <a:gd name="connsiteX3" fmla="*/ 7542276 w 9555480"/>
              <a:gd name="connsiteY3" fmla="*/ 13208 h 1598011"/>
              <a:gd name="connsiteX4" fmla="*/ 8357108 w 9555480"/>
              <a:gd name="connsiteY4" fmla="*/ 10668 h 1598011"/>
              <a:gd name="connsiteX5" fmla="*/ 8933688 w 9555480"/>
              <a:gd name="connsiteY5" fmla="*/ 92964 h 1598011"/>
              <a:gd name="connsiteX6" fmla="*/ 9025636 w 9555480"/>
              <a:gd name="connsiteY6" fmla="*/ 688848 h 1598011"/>
              <a:gd name="connsiteX7" fmla="*/ 8412480 w 9555480"/>
              <a:gd name="connsiteY7" fmla="*/ 780796 h 1598011"/>
              <a:gd name="connsiteX8" fmla="*/ 7254240 w 9555480"/>
              <a:gd name="connsiteY8" fmla="*/ 787400 h 1598011"/>
              <a:gd name="connsiteX9" fmla="*/ 4705604 w 9555480"/>
              <a:gd name="connsiteY9" fmla="*/ 789432 h 1598011"/>
              <a:gd name="connsiteX10" fmla="*/ 3553968 w 9555480"/>
              <a:gd name="connsiteY10" fmla="*/ 787400 h 1598011"/>
              <a:gd name="connsiteX11" fmla="*/ 2728468 w 9555480"/>
              <a:gd name="connsiteY11" fmla="*/ 787908 h 1598011"/>
              <a:gd name="connsiteX12" fmla="*/ 1960880 w 9555480"/>
              <a:gd name="connsiteY12" fmla="*/ 777240 h 1598011"/>
              <a:gd name="connsiteX13" fmla="*/ 1366520 w 9555480"/>
              <a:gd name="connsiteY13" fmla="*/ 976884 h 1598011"/>
              <a:gd name="connsiteX14" fmla="*/ 1294384 w 9555480"/>
              <a:gd name="connsiteY14" fmla="*/ 1485900 h 1598011"/>
              <a:gd name="connsiteX15" fmla="*/ 2254504 w 9555480"/>
              <a:gd name="connsiteY15" fmla="*/ 1595120 h 1598011"/>
              <a:gd name="connsiteX16" fmla="*/ 3427984 w 9555480"/>
              <a:gd name="connsiteY16" fmla="*/ 1594104 h 1598011"/>
              <a:gd name="connsiteX17" fmla="*/ 5638292 w 9555480"/>
              <a:gd name="connsiteY17" fmla="*/ 1545336 h 1598011"/>
              <a:gd name="connsiteX18" fmla="*/ 8183372 w 9555480"/>
              <a:gd name="connsiteY18" fmla="*/ 1581404 h 1598011"/>
              <a:gd name="connsiteX19" fmla="*/ 9555480 w 9555480"/>
              <a:gd name="connsiteY19" fmla="*/ 1597660 h 1598011"/>
              <a:gd name="connsiteX0" fmla="*/ 0 w 9555480"/>
              <a:gd name="connsiteY0" fmla="*/ 0 h 1597660"/>
              <a:gd name="connsiteX1" fmla="*/ 3251200 w 9555480"/>
              <a:gd name="connsiteY1" fmla="*/ 10668 h 1597660"/>
              <a:gd name="connsiteX2" fmla="*/ 5361432 w 9555480"/>
              <a:gd name="connsiteY2" fmla="*/ 17272 h 1597660"/>
              <a:gd name="connsiteX3" fmla="*/ 7542276 w 9555480"/>
              <a:gd name="connsiteY3" fmla="*/ 13208 h 1597660"/>
              <a:gd name="connsiteX4" fmla="*/ 8357108 w 9555480"/>
              <a:gd name="connsiteY4" fmla="*/ 10668 h 1597660"/>
              <a:gd name="connsiteX5" fmla="*/ 8933688 w 9555480"/>
              <a:gd name="connsiteY5" fmla="*/ 92964 h 1597660"/>
              <a:gd name="connsiteX6" fmla="*/ 9025636 w 9555480"/>
              <a:gd name="connsiteY6" fmla="*/ 688848 h 1597660"/>
              <a:gd name="connsiteX7" fmla="*/ 8412480 w 9555480"/>
              <a:gd name="connsiteY7" fmla="*/ 780796 h 1597660"/>
              <a:gd name="connsiteX8" fmla="*/ 7254240 w 9555480"/>
              <a:gd name="connsiteY8" fmla="*/ 787400 h 1597660"/>
              <a:gd name="connsiteX9" fmla="*/ 4705604 w 9555480"/>
              <a:gd name="connsiteY9" fmla="*/ 789432 h 1597660"/>
              <a:gd name="connsiteX10" fmla="*/ 3553968 w 9555480"/>
              <a:gd name="connsiteY10" fmla="*/ 787400 h 1597660"/>
              <a:gd name="connsiteX11" fmla="*/ 2728468 w 9555480"/>
              <a:gd name="connsiteY11" fmla="*/ 787908 h 1597660"/>
              <a:gd name="connsiteX12" fmla="*/ 1960880 w 9555480"/>
              <a:gd name="connsiteY12" fmla="*/ 777240 h 1597660"/>
              <a:gd name="connsiteX13" fmla="*/ 1366520 w 9555480"/>
              <a:gd name="connsiteY13" fmla="*/ 976884 h 1597660"/>
              <a:gd name="connsiteX14" fmla="*/ 1294384 w 9555480"/>
              <a:gd name="connsiteY14" fmla="*/ 1485900 h 1597660"/>
              <a:gd name="connsiteX15" fmla="*/ 2254504 w 9555480"/>
              <a:gd name="connsiteY15" fmla="*/ 1595120 h 1597660"/>
              <a:gd name="connsiteX16" fmla="*/ 3427984 w 9555480"/>
              <a:gd name="connsiteY16" fmla="*/ 1594104 h 1597660"/>
              <a:gd name="connsiteX17" fmla="*/ 5638292 w 9555480"/>
              <a:gd name="connsiteY17" fmla="*/ 1545336 h 1597660"/>
              <a:gd name="connsiteX18" fmla="*/ 8183372 w 9555480"/>
              <a:gd name="connsiteY18" fmla="*/ 1581404 h 1597660"/>
              <a:gd name="connsiteX19" fmla="*/ 9555480 w 9555480"/>
              <a:gd name="connsiteY19" fmla="*/ 1597660 h 1597660"/>
              <a:gd name="connsiteX0" fmla="*/ 0 w 9555480"/>
              <a:gd name="connsiteY0" fmla="*/ 0 h 1624628"/>
              <a:gd name="connsiteX1" fmla="*/ 3251200 w 9555480"/>
              <a:gd name="connsiteY1" fmla="*/ 10668 h 1624628"/>
              <a:gd name="connsiteX2" fmla="*/ 5361432 w 9555480"/>
              <a:gd name="connsiteY2" fmla="*/ 17272 h 1624628"/>
              <a:gd name="connsiteX3" fmla="*/ 7542276 w 9555480"/>
              <a:gd name="connsiteY3" fmla="*/ 13208 h 1624628"/>
              <a:gd name="connsiteX4" fmla="*/ 8357108 w 9555480"/>
              <a:gd name="connsiteY4" fmla="*/ 10668 h 1624628"/>
              <a:gd name="connsiteX5" fmla="*/ 8933688 w 9555480"/>
              <a:gd name="connsiteY5" fmla="*/ 92964 h 1624628"/>
              <a:gd name="connsiteX6" fmla="*/ 9025636 w 9555480"/>
              <a:gd name="connsiteY6" fmla="*/ 688848 h 1624628"/>
              <a:gd name="connsiteX7" fmla="*/ 8412480 w 9555480"/>
              <a:gd name="connsiteY7" fmla="*/ 780796 h 1624628"/>
              <a:gd name="connsiteX8" fmla="*/ 7254240 w 9555480"/>
              <a:gd name="connsiteY8" fmla="*/ 787400 h 1624628"/>
              <a:gd name="connsiteX9" fmla="*/ 4705604 w 9555480"/>
              <a:gd name="connsiteY9" fmla="*/ 789432 h 1624628"/>
              <a:gd name="connsiteX10" fmla="*/ 3553968 w 9555480"/>
              <a:gd name="connsiteY10" fmla="*/ 787400 h 1624628"/>
              <a:gd name="connsiteX11" fmla="*/ 2728468 w 9555480"/>
              <a:gd name="connsiteY11" fmla="*/ 787908 h 1624628"/>
              <a:gd name="connsiteX12" fmla="*/ 1960880 w 9555480"/>
              <a:gd name="connsiteY12" fmla="*/ 777240 h 1624628"/>
              <a:gd name="connsiteX13" fmla="*/ 1366520 w 9555480"/>
              <a:gd name="connsiteY13" fmla="*/ 976884 h 1624628"/>
              <a:gd name="connsiteX14" fmla="*/ 1294384 w 9555480"/>
              <a:gd name="connsiteY14" fmla="*/ 1485900 h 1624628"/>
              <a:gd name="connsiteX15" fmla="*/ 2254504 w 9555480"/>
              <a:gd name="connsiteY15" fmla="*/ 1595120 h 1624628"/>
              <a:gd name="connsiteX16" fmla="*/ 3427984 w 9555480"/>
              <a:gd name="connsiteY16" fmla="*/ 1594104 h 1624628"/>
              <a:gd name="connsiteX17" fmla="*/ 5644388 w 9555480"/>
              <a:gd name="connsiteY17" fmla="*/ 1588008 h 1624628"/>
              <a:gd name="connsiteX18" fmla="*/ 8183372 w 9555480"/>
              <a:gd name="connsiteY18" fmla="*/ 1581404 h 1624628"/>
              <a:gd name="connsiteX19" fmla="*/ 9555480 w 9555480"/>
              <a:gd name="connsiteY19" fmla="*/ 1597660 h 1624628"/>
              <a:gd name="connsiteX0" fmla="*/ 0 w 9555480"/>
              <a:gd name="connsiteY0" fmla="*/ 0 h 1624628"/>
              <a:gd name="connsiteX1" fmla="*/ 3251200 w 9555480"/>
              <a:gd name="connsiteY1" fmla="*/ 10668 h 1624628"/>
              <a:gd name="connsiteX2" fmla="*/ 5361432 w 9555480"/>
              <a:gd name="connsiteY2" fmla="*/ 17272 h 1624628"/>
              <a:gd name="connsiteX3" fmla="*/ 7542276 w 9555480"/>
              <a:gd name="connsiteY3" fmla="*/ 13208 h 1624628"/>
              <a:gd name="connsiteX4" fmla="*/ 8357108 w 9555480"/>
              <a:gd name="connsiteY4" fmla="*/ 10668 h 1624628"/>
              <a:gd name="connsiteX5" fmla="*/ 8933688 w 9555480"/>
              <a:gd name="connsiteY5" fmla="*/ 92964 h 1624628"/>
              <a:gd name="connsiteX6" fmla="*/ 9025636 w 9555480"/>
              <a:gd name="connsiteY6" fmla="*/ 688848 h 1624628"/>
              <a:gd name="connsiteX7" fmla="*/ 8412480 w 9555480"/>
              <a:gd name="connsiteY7" fmla="*/ 780796 h 1624628"/>
              <a:gd name="connsiteX8" fmla="*/ 7254240 w 9555480"/>
              <a:gd name="connsiteY8" fmla="*/ 787400 h 1624628"/>
              <a:gd name="connsiteX9" fmla="*/ 4705604 w 9555480"/>
              <a:gd name="connsiteY9" fmla="*/ 789432 h 1624628"/>
              <a:gd name="connsiteX10" fmla="*/ 3553968 w 9555480"/>
              <a:gd name="connsiteY10" fmla="*/ 787400 h 1624628"/>
              <a:gd name="connsiteX11" fmla="*/ 2728468 w 9555480"/>
              <a:gd name="connsiteY11" fmla="*/ 787908 h 1624628"/>
              <a:gd name="connsiteX12" fmla="*/ 1960880 w 9555480"/>
              <a:gd name="connsiteY12" fmla="*/ 777240 h 1624628"/>
              <a:gd name="connsiteX13" fmla="*/ 1366520 w 9555480"/>
              <a:gd name="connsiteY13" fmla="*/ 976884 h 1624628"/>
              <a:gd name="connsiteX14" fmla="*/ 1294384 w 9555480"/>
              <a:gd name="connsiteY14" fmla="*/ 1485900 h 1624628"/>
              <a:gd name="connsiteX15" fmla="*/ 2254504 w 9555480"/>
              <a:gd name="connsiteY15" fmla="*/ 1595120 h 1624628"/>
              <a:gd name="connsiteX16" fmla="*/ 3427984 w 9555480"/>
              <a:gd name="connsiteY16" fmla="*/ 1594104 h 1624628"/>
              <a:gd name="connsiteX17" fmla="*/ 5644388 w 9555480"/>
              <a:gd name="connsiteY17" fmla="*/ 1588008 h 1624628"/>
              <a:gd name="connsiteX18" fmla="*/ 8183372 w 9555480"/>
              <a:gd name="connsiteY18" fmla="*/ 1581404 h 1624628"/>
              <a:gd name="connsiteX19" fmla="*/ 9555480 w 9555480"/>
              <a:gd name="connsiteY19" fmla="*/ 1597660 h 1624628"/>
              <a:gd name="connsiteX0" fmla="*/ 0 w 9555480"/>
              <a:gd name="connsiteY0" fmla="*/ 0 h 1626769"/>
              <a:gd name="connsiteX1" fmla="*/ 3251200 w 9555480"/>
              <a:gd name="connsiteY1" fmla="*/ 10668 h 1626769"/>
              <a:gd name="connsiteX2" fmla="*/ 5361432 w 9555480"/>
              <a:gd name="connsiteY2" fmla="*/ 17272 h 1626769"/>
              <a:gd name="connsiteX3" fmla="*/ 7542276 w 9555480"/>
              <a:gd name="connsiteY3" fmla="*/ 13208 h 1626769"/>
              <a:gd name="connsiteX4" fmla="*/ 8357108 w 9555480"/>
              <a:gd name="connsiteY4" fmla="*/ 10668 h 1626769"/>
              <a:gd name="connsiteX5" fmla="*/ 8933688 w 9555480"/>
              <a:gd name="connsiteY5" fmla="*/ 92964 h 1626769"/>
              <a:gd name="connsiteX6" fmla="*/ 9025636 w 9555480"/>
              <a:gd name="connsiteY6" fmla="*/ 688848 h 1626769"/>
              <a:gd name="connsiteX7" fmla="*/ 8412480 w 9555480"/>
              <a:gd name="connsiteY7" fmla="*/ 780796 h 1626769"/>
              <a:gd name="connsiteX8" fmla="*/ 7254240 w 9555480"/>
              <a:gd name="connsiteY8" fmla="*/ 787400 h 1626769"/>
              <a:gd name="connsiteX9" fmla="*/ 4705604 w 9555480"/>
              <a:gd name="connsiteY9" fmla="*/ 789432 h 1626769"/>
              <a:gd name="connsiteX10" fmla="*/ 3553968 w 9555480"/>
              <a:gd name="connsiteY10" fmla="*/ 787400 h 1626769"/>
              <a:gd name="connsiteX11" fmla="*/ 2728468 w 9555480"/>
              <a:gd name="connsiteY11" fmla="*/ 787908 h 1626769"/>
              <a:gd name="connsiteX12" fmla="*/ 1960880 w 9555480"/>
              <a:gd name="connsiteY12" fmla="*/ 777240 h 1626769"/>
              <a:gd name="connsiteX13" fmla="*/ 1366520 w 9555480"/>
              <a:gd name="connsiteY13" fmla="*/ 976884 h 1626769"/>
              <a:gd name="connsiteX14" fmla="*/ 1294384 w 9555480"/>
              <a:gd name="connsiteY14" fmla="*/ 1485900 h 1626769"/>
              <a:gd name="connsiteX15" fmla="*/ 2254504 w 9555480"/>
              <a:gd name="connsiteY15" fmla="*/ 1595120 h 1626769"/>
              <a:gd name="connsiteX16" fmla="*/ 3427984 w 9555480"/>
              <a:gd name="connsiteY16" fmla="*/ 1594104 h 1626769"/>
              <a:gd name="connsiteX17" fmla="*/ 5644388 w 9555480"/>
              <a:gd name="connsiteY17" fmla="*/ 1588008 h 1626769"/>
              <a:gd name="connsiteX18" fmla="*/ 8750300 w 9555480"/>
              <a:gd name="connsiteY18" fmla="*/ 1593596 h 1626769"/>
              <a:gd name="connsiteX19" fmla="*/ 9555480 w 9555480"/>
              <a:gd name="connsiteY19" fmla="*/ 1597660 h 1626769"/>
              <a:gd name="connsiteX0" fmla="*/ 0 w 9555480"/>
              <a:gd name="connsiteY0" fmla="*/ 0 h 1626769"/>
              <a:gd name="connsiteX1" fmla="*/ 3251200 w 9555480"/>
              <a:gd name="connsiteY1" fmla="*/ 10668 h 1626769"/>
              <a:gd name="connsiteX2" fmla="*/ 5361432 w 9555480"/>
              <a:gd name="connsiteY2" fmla="*/ 17272 h 1626769"/>
              <a:gd name="connsiteX3" fmla="*/ 7542276 w 9555480"/>
              <a:gd name="connsiteY3" fmla="*/ 13208 h 1626769"/>
              <a:gd name="connsiteX4" fmla="*/ 8357108 w 9555480"/>
              <a:gd name="connsiteY4" fmla="*/ 10668 h 1626769"/>
              <a:gd name="connsiteX5" fmla="*/ 8933688 w 9555480"/>
              <a:gd name="connsiteY5" fmla="*/ 92964 h 1626769"/>
              <a:gd name="connsiteX6" fmla="*/ 9025636 w 9555480"/>
              <a:gd name="connsiteY6" fmla="*/ 688848 h 1626769"/>
              <a:gd name="connsiteX7" fmla="*/ 8412480 w 9555480"/>
              <a:gd name="connsiteY7" fmla="*/ 780796 h 1626769"/>
              <a:gd name="connsiteX8" fmla="*/ 7254240 w 9555480"/>
              <a:gd name="connsiteY8" fmla="*/ 787400 h 1626769"/>
              <a:gd name="connsiteX9" fmla="*/ 4705604 w 9555480"/>
              <a:gd name="connsiteY9" fmla="*/ 789432 h 1626769"/>
              <a:gd name="connsiteX10" fmla="*/ 3553968 w 9555480"/>
              <a:gd name="connsiteY10" fmla="*/ 787400 h 1626769"/>
              <a:gd name="connsiteX11" fmla="*/ 2728468 w 9555480"/>
              <a:gd name="connsiteY11" fmla="*/ 787908 h 1626769"/>
              <a:gd name="connsiteX12" fmla="*/ 1960880 w 9555480"/>
              <a:gd name="connsiteY12" fmla="*/ 777240 h 1626769"/>
              <a:gd name="connsiteX13" fmla="*/ 1366520 w 9555480"/>
              <a:gd name="connsiteY13" fmla="*/ 976884 h 1626769"/>
              <a:gd name="connsiteX14" fmla="*/ 1294384 w 9555480"/>
              <a:gd name="connsiteY14" fmla="*/ 1485900 h 1626769"/>
              <a:gd name="connsiteX15" fmla="*/ 2254504 w 9555480"/>
              <a:gd name="connsiteY15" fmla="*/ 1595120 h 1626769"/>
              <a:gd name="connsiteX16" fmla="*/ 3427984 w 9555480"/>
              <a:gd name="connsiteY16" fmla="*/ 1594104 h 1626769"/>
              <a:gd name="connsiteX17" fmla="*/ 5644388 w 9555480"/>
              <a:gd name="connsiteY17" fmla="*/ 1588008 h 1626769"/>
              <a:gd name="connsiteX18" fmla="*/ 8750300 w 9555480"/>
              <a:gd name="connsiteY18" fmla="*/ 1593596 h 1626769"/>
              <a:gd name="connsiteX19" fmla="*/ 9555480 w 9555480"/>
              <a:gd name="connsiteY19" fmla="*/ 1597660 h 1626769"/>
              <a:gd name="connsiteX0" fmla="*/ 0 w 9555480"/>
              <a:gd name="connsiteY0" fmla="*/ 0 h 1597660"/>
              <a:gd name="connsiteX1" fmla="*/ 3251200 w 9555480"/>
              <a:gd name="connsiteY1" fmla="*/ 10668 h 1597660"/>
              <a:gd name="connsiteX2" fmla="*/ 5361432 w 9555480"/>
              <a:gd name="connsiteY2" fmla="*/ 17272 h 1597660"/>
              <a:gd name="connsiteX3" fmla="*/ 7542276 w 9555480"/>
              <a:gd name="connsiteY3" fmla="*/ 13208 h 1597660"/>
              <a:gd name="connsiteX4" fmla="*/ 8357108 w 9555480"/>
              <a:gd name="connsiteY4" fmla="*/ 10668 h 1597660"/>
              <a:gd name="connsiteX5" fmla="*/ 8933688 w 9555480"/>
              <a:gd name="connsiteY5" fmla="*/ 92964 h 1597660"/>
              <a:gd name="connsiteX6" fmla="*/ 9025636 w 9555480"/>
              <a:gd name="connsiteY6" fmla="*/ 688848 h 1597660"/>
              <a:gd name="connsiteX7" fmla="*/ 8412480 w 9555480"/>
              <a:gd name="connsiteY7" fmla="*/ 780796 h 1597660"/>
              <a:gd name="connsiteX8" fmla="*/ 7254240 w 9555480"/>
              <a:gd name="connsiteY8" fmla="*/ 787400 h 1597660"/>
              <a:gd name="connsiteX9" fmla="*/ 4705604 w 9555480"/>
              <a:gd name="connsiteY9" fmla="*/ 789432 h 1597660"/>
              <a:gd name="connsiteX10" fmla="*/ 3553968 w 9555480"/>
              <a:gd name="connsiteY10" fmla="*/ 787400 h 1597660"/>
              <a:gd name="connsiteX11" fmla="*/ 2728468 w 9555480"/>
              <a:gd name="connsiteY11" fmla="*/ 787908 h 1597660"/>
              <a:gd name="connsiteX12" fmla="*/ 1960880 w 9555480"/>
              <a:gd name="connsiteY12" fmla="*/ 777240 h 1597660"/>
              <a:gd name="connsiteX13" fmla="*/ 1366520 w 9555480"/>
              <a:gd name="connsiteY13" fmla="*/ 976884 h 1597660"/>
              <a:gd name="connsiteX14" fmla="*/ 1294384 w 9555480"/>
              <a:gd name="connsiteY14" fmla="*/ 1485900 h 1597660"/>
              <a:gd name="connsiteX15" fmla="*/ 2254504 w 9555480"/>
              <a:gd name="connsiteY15" fmla="*/ 1595120 h 1597660"/>
              <a:gd name="connsiteX16" fmla="*/ 3427984 w 9555480"/>
              <a:gd name="connsiteY16" fmla="*/ 1594104 h 1597660"/>
              <a:gd name="connsiteX17" fmla="*/ 5644388 w 9555480"/>
              <a:gd name="connsiteY17" fmla="*/ 1588008 h 1597660"/>
              <a:gd name="connsiteX18" fmla="*/ 7259128 w 9555480"/>
              <a:gd name="connsiteY18" fmla="*/ 1594426 h 1597660"/>
              <a:gd name="connsiteX19" fmla="*/ 8750300 w 9555480"/>
              <a:gd name="connsiteY19" fmla="*/ 1593596 h 1597660"/>
              <a:gd name="connsiteX20" fmla="*/ 9555480 w 9555480"/>
              <a:gd name="connsiteY20" fmla="*/ 1597660 h 1597660"/>
              <a:gd name="connsiteX0" fmla="*/ 0 w 9555480"/>
              <a:gd name="connsiteY0" fmla="*/ 0 h 1597660"/>
              <a:gd name="connsiteX1" fmla="*/ 3251200 w 9555480"/>
              <a:gd name="connsiteY1" fmla="*/ 10668 h 1597660"/>
              <a:gd name="connsiteX2" fmla="*/ 5361432 w 9555480"/>
              <a:gd name="connsiteY2" fmla="*/ 17272 h 1597660"/>
              <a:gd name="connsiteX3" fmla="*/ 7542276 w 9555480"/>
              <a:gd name="connsiteY3" fmla="*/ 13208 h 1597660"/>
              <a:gd name="connsiteX4" fmla="*/ 8357108 w 9555480"/>
              <a:gd name="connsiteY4" fmla="*/ 10668 h 1597660"/>
              <a:gd name="connsiteX5" fmla="*/ 8933688 w 9555480"/>
              <a:gd name="connsiteY5" fmla="*/ 92964 h 1597660"/>
              <a:gd name="connsiteX6" fmla="*/ 9025636 w 9555480"/>
              <a:gd name="connsiteY6" fmla="*/ 688848 h 1597660"/>
              <a:gd name="connsiteX7" fmla="*/ 8412480 w 9555480"/>
              <a:gd name="connsiteY7" fmla="*/ 780796 h 1597660"/>
              <a:gd name="connsiteX8" fmla="*/ 7254240 w 9555480"/>
              <a:gd name="connsiteY8" fmla="*/ 787400 h 1597660"/>
              <a:gd name="connsiteX9" fmla="*/ 4705604 w 9555480"/>
              <a:gd name="connsiteY9" fmla="*/ 789432 h 1597660"/>
              <a:gd name="connsiteX10" fmla="*/ 3553968 w 9555480"/>
              <a:gd name="connsiteY10" fmla="*/ 787400 h 1597660"/>
              <a:gd name="connsiteX11" fmla="*/ 2728468 w 9555480"/>
              <a:gd name="connsiteY11" fmla="*/ 787908 h 1597660"/>
              <a:gd name="connsiteX12" fmla="*/ 1960880 w 9555480"/>
              <a:gd name="connsiteY12" fmla="*/ 777240 h 1597660"/>
              <a:gd name="connsiteX13" fmla="*/ 1366520 w 9555480"/>
              <a:gd name="connsiteY13" fmla="*/ 976884 h 1597660"/>
              <a:gd name="connsiteX14" fmla="*/ 1294384 w 9555480"/>
              <a:gd name="connsiteY14" fmla="*/ 1485900 h 1597660"/>
              <a:gd name="connsiteX15" fmla="*/ 2254504 w 9555480"/>
              <a:gd name="connsiteY15" fmla="*/ 1595120 h 1597660"/>
              <a:gd name="connsiteX16" fmla="*/ 3427984 w 9555480"/>
              <a:gd name="connsiteY16" fmla="*/ 1594104 h 1597660"/>
              <a:gd name="connsiteX17" fmla="*/ 5644388 w 9555480"/>
              <a:gd name="connsiteY17" fmla="*/ 1588008 h 1597660"/>
              <a:gd name="connsiteX18" fmla="*/ 7259128 w 9555480"/>
              <a:gd name="connsiteY18" fmla="*/ 1594426 h 1597660"/>
              <a:gd name="connsiteX19" fmla="*/ 8750300 w 9555480"/>
              <a:gd name="connsiteY19" fmla="*/ 1593596 h 1597660"/>
              <a:gd name="connsiteX20" fmla="*/ 9555480 w 9555480"/>
              <a:gd name="connsiteY20" fmla="*/ 1597660 h 1597660"/>
              <a:gd name="connsiteX0" fmla="*/ 0 w 9396984"/>
              <a:gd name="connsiteY0" fmla="*/ 0 h 1597660"/>
              <a:gd name="connsiteX1" fmla="*/ 3251200 w 9396984"/>
              <a:gd name="connsiteY1" fmla="*/ 10668 h 1597660"/>
              <a:gd name="connsiteX2" fmla="*/ 5361432 w 9396984"/>
              <a:gd name="connsiteY2" fmla="*/ 17272 h 1597660"/>
              <a:gd name="connsiteX3" fmla="*/ 7542276 w 9396984"/>
              <a:gd name="connsiteY3" fmla="*/ 13208 h 1597660"/>
              <a:gd name="connsiteX4" fmla="*/ 8357108 w 9396984"/>
              <a:gd name="connsiteY4" fmla="*/ 10668 h 1597660"/>
              <a:gd name="connsiteX5" fmla="*/ 8933688 w 9396984"/>
              <a:gd name="connsiteY5" fmla="*/ 92964 h 1597660"/>
              <a:gd name="connsiteX6" fmla="*/ 9025636 w 9396984"/>
              <a:gd name="connsiteY6" fmla="*/ 688848 h 1597660"/>
              <a:gd name="connsiteX7" fmla="*/ 8412480 w 9396984"/>
              <a:gd name="connsiteY7" fmla="*/ 780796 h 1597660"/>
              <a:gd name="connsiteX8" fmla="*/ 7254240 w 9396984"/>
              <a:gd name="connsiteY8" fmla="*/ 787400 h 1597660"/>
              <a:gd name="connsiteX9" fmla="*/ 4705604 w 9396984"/>
              <a:gd name="connsiteY9" fmla="*/ 789432 h 1597660"/>
              <a:gd name="connsiteX10" fmla="*/ 3553968 w 9396984"/>
              <a:gd name="connsiteY10" fmla="*/ 787400 h 1597660"/>
              <a:gd name="connsiteX11" fmla="*/ 2728468 w 9396984"/>
              <a:gd name="connsiteY11" fmla="*/ 787908 h 1597660"/>
              <a:gd name="connsiteX12" fmla="*/ 1960880 w 9396984"/>
              <a:gd name="connsiteY12" fmla="*/ 777240 h 1597660"/>
              <a:gd name="connsiteX13" fmla="*/ 1366520 w 9396984"/>
              <a:gd name="connsiteY13" fmla="*/ 976884 h 1597660"/>
              <a:gd name="connsiteX14" fmla="*/ 1294384 w 9396984"/>
              <a:gd name="connsiteY14" fmla="*/ 1485900 h 1597660"/>
              <a:gd name="connsiteX15" fmla="*/ 2254504 w 9396984"/>
              <a:gd name="connsiteY15" fmla="*/ 1595120 h 1597660"/>
              <a:gd name="connsiteX16" fmla="*/ 3427984 w 9396984"/>
              <a:gd name="connsiteY16" fmla="*/ 1594104 h 1597660"/>
              <a:gd name="connsiteX17" fmla="*/ 5644388 w 9396984"/>
              <a:gd name="connsiteY17" fmla="*/ 1588008 h 1597660"/>
              <a:gd name="connsiteX18" fmla="*/ 7259128 w 9396984"/>
              <a:gd name="connsiteY18" fmla="*/ 1594426 h 1597660"/>
              <a:gd name="connsiteX19" fmla="*/ 8750300 w 9396984"/>
              <a:gd name="connsiteY19" fmla="*/ 1593596 h 1597660"/>
              <a:gd name="connsiteX20" fmla="*/ 9396984 w 9396984"/>
              <a:gd name="connsiteY20" fmla="*/ 1597660 h 1597660"/>
              <a:gd name="connsiteX0" fmla="*/ 0 w 9378696"/>
              <a:gd name="connsiteY0" fmla="*/ 0 h 1597660"/>
              <a:gd name="connsiteX1" fmla="*/ 3251200 w 9378696"/>
              <a:gd name="connsiteY1" fmla="*/ 10668 h 1597660"/>
              <a:gd name="connsiteX2" fmla="*/ 5361432 w 9378696"/>
              <a:gd name="connsiteY2" fmla="*/ 17272 h 1597660"/>
              <a:gd name="connsiteX3" fmla="*/ 7542276 w 9378696"/>
              <a:gd name="connsiteY3" fmla="*/ 13208 h 1597660"/>
              <a:gd name="connsiteX4" fmla="*/ 8357108 w 9378696"/>
              <a:gd name="connsiteY4" fmla="*/ 10668 h 1597660"/>
              <a:gd name="connsiteX5" fmla="*/ 8933688 w 9378696"/>
              <a:gd name="connsiteY5" fmla="*/ 92964 h 1597660"/>
              <a:gd name="connsiteX6" fmla="*/ 9025636 w 9378696"/>
              <a:gd name="connsiteY6" fmla="*/ 688848 h 1597660"/>
              <a:gd name="connsiteX7" fmla="*/ 8412480 w 9378696"/>
              <a:gd name="connsiteY7" fmla="*/ 780796 h 1597660"/>
              <a:gd name="connsiteX8" fmla="*/ 7254240 w 9378696"/>
              <a:gd name="connsiteY8" fmla="*/ 787400 h 1597660"/>
              <a:gd name="connsiteX9" fmla="*/ 4705604 w 9378696"/>
              <a:gd name="connsiteY9" fmla="*/ 789432 h 1597660"/>
              <a:gd name="connsiteX10" fmla="*/ 3553968 w 9378696"/>
              <a:gd name="connsiteY10" fmla="*/ 787400 h 1597660"/>
              <a:gd name="connsiteX11" fmla="*/ 2728468 w 9378696"/>
              <a:gd name="connsiteY11" fmla="*/ 787908 h 1597660"/>
              <a:gd name="connsiteX12" fmla="*/ 1960880 w 9378696"/>
              <a:gd name="connsiteY12" fmla="*/ 777240 h 1597660"/>
              <a:gd name="connsiteX13" fmla="*/ 1366520 w 9378696"/>
              <a:gd name="connsiteY13" fmla="*/ 976884 h 1597660"/>
              <a:gd name="connsiteX14" fmla="*/ 1294384 w 9378696"/>
              <a:gd name="connsiteY14" fmla="*/ 1485900 h 1597660"/>
              <a:gd name="connsiteX15" fmla="*/ 2254504 w 9378696"/>
              <a:gd name="connsiteY15" fmla="*/ 1595120 h 1597660"/>
              <a:gd name="connsiteX16" fmla="*/ 3427984 w 9378696"/>
              <a:gd name="connsiteY16" fmla="*/ 1594104 h 1597660"/>
              <a:gd name="connsiteX17" fmla="*/ 5644388 w 9378696"/>
              <a:gd name="connsiteY17" fmla="*/ 1588008 h 1597660"/>
              <a:gd name="connsiteX18" fmla="*/ 7259128 w 9378696"/>
              <a:gd name="connsiteY18" fmla="*/ 1594426 h 1597660"/>
              <a:gd name="connsiteX19" fmla="*/ 8750300 w 9378696"/>
              <a:gd name="connsiteY19" fmla="*/ 1593596 h 1597660"/>
              <a:gd name="connsiteX20" fmla="*/ 9378696 w 9378696"/>
              <a:gd name="connsiteY20" fmla="*/ 1597660 h 1597660"/>
              <a:gd name="connsiteX0" fmla="*/ 0 w 9378696"/>
              <a:gd name="connsiteY0" fmla="*/ 0 h 1597660"/>
              <a:gd name="connsiteX1" fmla="*/ 3251200 w 9378696"/>
              <a:gd name="connsiteY1" fmla="*/ 10668 h 1597660"/>
              <a:gd name="connsiteX2" fmla="*/ 5361432 w 9378696"/>
              <a:gd name="connsiteY2" fmla="*/ 17272 h 1597660"/>
              <a:gd name="connsiteX3" fmla="*/ 7542276 w 9378696"/>
              <a:gd name="connsiteY3" fmla="*/ 13208 h 1597660"/>
              <a:gd name="connsiteX4" fmla="*/ 8357108 w 9378696"/>
              <a:gd name="connsiteY4" fmla="*/ 10668 h 1597660"/>
              <a:gd name="connsiteX5" fmla="*/ 8933688 w 9378696"/>
              <a:gd name="connsiteY5" fmla="*/ 92964 h 1597660"/>
              <a:gd name="connsiteX6" fmla="*/ 9025636 w 9378696"/>
              <a:gd name="connsiteY6" fmla="*/ 688848 h 1597660"/>
              <a:gd name="connsiteX7" fmla="*/ 8412480 w 9378696"/>
              <a:gd name="connsiteY7" fmla="*/ 780796 h 1597660"/>
              <a:gd name="connsiteX8" fmla="*/ 7254240 w 9378696"/>
              <a:gd name="connsiteY8" fmla="*/ 787400 h 1597660"/>
              <a:gd name="connsiteX9" fmla="*/ 4705604 w 9378696"/>
              <a:gd name="connsiteY9" fmla="*/ 789432 h 1597660"/>
              <a:gd name="connsiteX10" fmla="*/ 3553968 w 9378696"/>
              <a:gd name="connsiteY10" fmla="*/ 787400 h 1597660"/>
              <a:gd name="connsiteX11" fmla="*/ 2728468 w 9378696"/>
              <a:gd name="connsiteY11" fmla="*/ 787908 h 1597660"/>
              <a:gd name="connsiteX12" fmla="*/ 1960880 w 9378696"/>
              <a:gd name="connsiteY12" fmla="*/ 777240 h 1597660"/>
              <a:gd name="connsiteX13" fmla="*/ 1366520 w 9378696"/>
              <a:gd name="connsiteY13" fmla="*/ 976884 h 1597660"/>
              <a:gd name="connsiteX14" fmla="*/ 1294384 w 9378696"/>
              <a:gd name="connsiteY14" fmla="*/ 1485900 h 1597660"/>
              <a:gd name="connsiteX15" fmla="*/ 2254504 w 9378696"/>
              <a:gd name="connsiteY15" fmla="*/ 1595120 h 1597660"/>
              <a:gd name="connsiteX16" fmla="*/ 3427984 w 9378696"/>
              <a:gd name="connsiteY16" fmla="*/ 1594104 h 1597660"/>
              <a:gd name="connsiteX17" fmla="*/ 5679313 w 9378696"/>
              <a:gd name="connsiteY17" fmla="*/ 1591183 h 1597660"/>
              <a:gd name="connsiteX18" fmla="*/ 7259128 w 9378696"/>
              <a:gd name="connsiteY18" fmla="*/ 1594426 h 1597660"/>
              <a:gd name="connsiteX19" fmla="*/ 8750300 w 9378696"/>
              <a:gd name="connsiteY19" fmla="*/ 1593596 h 1597660"/>
              <a:gd name="connsiteX20" fmla="*/ 9378696 w 9378696"/>
              <a:gd name="connsiteY20" fmla="*/ 1597660 h 1597660"/>
              <a:gd name="connsiteX0" fmla="*/ 0 w 9378696"/>
              <a:gd name="connsiteY0" fmla="*/ 0 h 1597660"/>
              <a:gd name="connsiteX1" fmla="*/ 3251200 w 9378696"/>
              <a:gd name="connsiteY1" fmla="*/ 10668 h 1597660"/>
              <a:gd name="connsiteX2" fmla="*/ 5361432 w 9378696"/>
              <a:gd name="connsiteY2" fmla="*/ 17272 h 1597660"/>
              <a:gd name="connsiteX3" fmla="*/ 7542276 w 9378696"/>
              <a:gd name="connsiteY3" fmla="*/ 13208 h 1597660"/>
              <a:gd name="connsiteX4" fmla="*/ 8357108 w 9378696"/>
              <a:gd name="connsiteY4" fmla="*/ 10668 h 1597660"/>
              <a:gd name="connsiteX5" fmla="*/ 8933688 w 9378696"/>
              <a:gd name="connsiteY5" fmla="*/ 92964 h 1597660"/>
              <a:gd name="connsiteX6" fmla="*/ 9025636 w 9378696"/>
              <a:gd name="connsiteY6" fmla="*/ 688848 h 1597660"/>
              <a:gd name="connsiteX7" fmla="*/ 8412480 w 9378696"/>
              <a:gd name="connsiteY7" fmla="*/ 780796 h 1597660"/>
              <a:gd name="connsiteX8" fmla="*/ 7254240 w 9378696"/>
              <a:gd name="connsiteY8" fmla="*/ 787400 h 1597660"/>
              <a:gd name="connsiteX9" fmla="*/ 4705604 w 9378696"/>
              <a:gd name="connsiteY9" fmla="*/ 789432 h 1597660"/>
              <a:gd name="connsiteX10" fmla="*/ 3553968 w 9378696"/>
              <a:gd name="connsiteY10" fmla="*/ 787400 h 1597660"/>
              <a:gd name="connsiteX11" fmla="*/ 2728468 w 9378696"/>
              <a:gd name="connsiteY11" fmla="*/ 787908 h 1597660"/>
              <a:gd name="connsiteX12" fmla="*/ 1960880 w 9378696"/>
              <a:gd name="connsiteY12" fmla="*/ 777240 h 1597660"/>
              <a:gd name="connsiteX13" fmla="*/ 1366520 w 9378696"/>
              <a:gd name="connsiteY13" fmla="*/ 976884 h 1597660"/>
              <a:gd name="connsiteX14" fmla="*/ 1294384 w 9378696"/>
              <a:gd name="connsiteY14" fmla="*/ 1485900 h 1597660"/>
              <a:gd name="connsiteX15" fmla="*/ 2254504 w 9378696"/>
              <a:gd name="connsiteY15" fmla="*/ 1595120 h 1597660"/>
              <a:gd name="connsiteX16" fmla="*/ 3427984 w 9378696"/>
              <a:gd name="connsiteY16" fmla="*/ 1594104 h 1597660"/>
              <a:gd name="connsiteX17" fmla="*/ 5679313 w 9378696"/>
              <a:gd name="connsiteY17" fmla="*/ 1591183 h 1597660"/>
              <a:gd name="connsiteX18" fmla="*/ 7259128 w 9378696"/>
              <a:gd name="connsiteY18" fmla="*/ 1594426 h 1597660"/>
              <a:gd name="connsiteX19" fmla="*/ 8750300 w 9378696"/>
              <a:gd name="connsiteY19" fmla="*/ 1593596 h 1597660"/>
              <a:gd name="connsiteX20" fmla="*/ 9378696 w 9378696"/>
              <a:gd name="connsiteY20" fmla="*/ 1597660 h 1597660"/>
              <a:gd name="connsiteX0" fmla="*/ 0 w 9378696"/>
              <a:gd name="connsiteY0" fmla="*/ 0 h 1597660"/>
              <a:gd name="connsiteX1" fmla="*/ 3251200 w 9378696"/>
              <a:gd name="connsiteY1" fmla="*/ 10668 h 1597660"/>
              <a:gd name="connsiteX2" fmla="*/ 5361432 w 9378696"/>
              <a:gd name="connsiteY2" fmla="*/ 17272 h 1597660"/>
              <a:gd name="connsiteX3" fmla="*/ 7542276 w 9378696"/>
              <a:gd name="connsiteY3" fmla="*/ 13208 h 1597660"/>
              <a:gd name="connsiteX4" fmla="*/ 8357108 w 9378696"/>
              <a:gd name="connsiteY4" fmla="*/ 10668 h 1597660"/>
              <a:gd name="connsiteX5" fmla="*/ 8933688 w 9378696"/>
              <a:gd name="connsiteY5" fmla="*/ 92964 h 1597660"/>
              <a:gd name="connsiteX6" fmla="*/ 9025636 w 9378696"/>
              <a:gd name="connsiteY6" fmla="*/ 688848 h 1597660"/>
              <a:gd name="connsiteX7" fmla="*/ 8412480 w 9378696"/>
              <a:gd name="connsiteY7" fmla="*/ 780796 h 1597660"/>
              <a:gd name="connsiteX8" fmla="*/ 7254240 w 9378696"/>
              <a:gd name="connsiteY8" fmla="*/ 787400 h 1597660"/>
              <a:gd name="connsiteX9" fmla="*/ 4705604 w 9378696"/>
              <a:gd name="connsiteY9" fmla="*/ 789432 h 1597660"/>
              <a:gd name="connsiteX10" fmla="*/ 3553968 w 9378696"/>
              <a:gd name="connsiteY10" fmla="*/ 787400 h 1597660"/>
              <a:gd name="connsiteX11" fmla="*/ 2728468 w 9378696"/>
              <a:gd name="connsiteY11" fmla="*/ 787908 h 1597660"/>
              <a:gd name="connsiteX12" fmla="*/ 1960880 w 9378696"/>
              <a:gd name="connsiteY12" fmla="*/ 777240 h 1597660"/>
              <a:gd name="connsiteX13" fmla="*/ 1366520 w 9378696"/>
              <a:gd name="connsiteY13" fmla="*/ 976884 h 1597660"/>
              <a:gd name="connsiteX14" fmla="*/ 1294384 w 9378696"/>
              <a:gd name="connsiteY14" fmla="*/ 1485900 h 1597660"/>
              <a:gd name="connsiteX15" fmla="*/ 2254504 w 9378696"/>
              <a:gd name="connsiteY15" fmla="*/ 1595120 h 1597660"/>
              <a:gd name="connsiteX16" fmla="*/ 3427984 w 9378696"/>
              <a:gd name="connsiteY16" fmla="*/ 1594104 h 1597660"/>
              <a:gd name="connsiteX17" fmla="*/ 5679313 w 9378696"/>
              <a:gd name="connsiteY17" fmla="*/ 1591183 h 1597660"/>
              <a:gd name="connsiteX18" fmla="*/ 7309928 w 9378696"/>
              <a:gd name="connsiteY18" fmla="*/ 1584901 h 1597660"/>
              <a:gd name="connsiteX19" fmla="*/ 8750300 w 9378696"/>
              <a:gd name="connsiteY19" fmla="*/ 1593596 h 1597660"/>
              <a:gd name="connsiteX20" fmla="*/ 9378696 w 9378696"/>
              <a:gd name="connsiteY20" fmla="*/ 1597660 h 1597660"/>
              <a:gd name="connsiteX0" fmla="*/ 0 w 9378696"/>
              <a:gd name="connsiteY0" fmla="*/ 0 h 1597660"/>
              <a:gd name="connsiteX1" fmla="*/ 3251200 w 9378696"/>
              <a:gd name="connsiteY1" fmla="*/ 10668 h 1597660"/>
              <a:gd name="connsiteX2" fmla="*/ 5361432 w 9378696"/>
              <a:gd name="connsiteY2" fmla="*/ 17272 h 1597660"/>
              <a:gd name="connsiteX3" fmla="*/ 7542276 w 9378696"/>
              <a:gd name="connsiteY3" fmla="*/ 13208 h 1597660"/>
              <a:gd name="connsiteX4" fmla="*/ 8357108 w 9378696"/>
              <a:gd name="connsiteY4" fmla="*/ 10668 h 1597660"/>
              <a:gd name="connsiteX5" fmla="*/ 8933688 w 9378696"/>
              <a:gd name="connsiteY5" fmla="*/ 92964 h 1597660"/>
              <a:gd name="connsiteX6" fmla="*/ 9025636 w 9378696"/>
              <a:gd name="connsiteY6" fmla="*/ 688848 h 1597660"/>
              <a:gd name="connsiteX7" fmla="*/ 8412480 w 9378696"/>
              <a:gd name="connsiteY7" fmla="*/ 780796 h 1597660"/>
              <a:gd name="connsiteX8" fmla="*/ 7254240 w 9378696"/>
              <a:gd name="connsiteY8" fmla="*/ 787400 h 1597660"/>
              <a:gd name="connsiteX9" fmla="*/ 4705604 w 9378696"/>
              <a:gd name="connsiteY9" fmla="*/ 789432 h 1597660"/>
              <a:gd name="connsiteX10" fmla="*/ 3553968 w 9378696"/>
              <a:gd name="connsiteY10" fmla="*/ 787400 h 1597660"/>
              <a:gd name="connsiteX11" fmla="*/ 2728468 w 9378696"/>
              <a:gd name="connsiteY11" fmla="*/ 787908 h 1597660"/>
              <a:gd name="connsiteX12" fmla="*/ 1960880 w 9378696"/>
              <a:gd name="connsiteY12" fmla="*/ 777240 h 1597660"/>
              <a:gd name="connsiteX13" fmla="*/ 1366520 w 9378696"/>
              <a:gd name="connsiteY13" fmla="*/ 976884 h 1597660"/>
              <a:gd name="connsiteX14" fmla="*/ 1294384 w 9378696"/>
              <a:gd name="connsiteY14" fmla="*/ 1485900 h 1597660"/>
              <a:gd name="connsiteX15" fmla="*/ 2254504 w 9378696"/>
              <a:gd name="connsiteY15" fmla="*/ 1595120 h 1597660"/>
              <a:gd name="connsiteX16" fmla="*/ 3427984 w 9378696"/>
              <a:gd name="connsiteY16" fmla="*/ 1594104 h 1597660"/>
              <a:gd name="connsiteX17" fmla="*/ 5679313 w 9378696"/>
              <a:gd name="connsiteY17" fmla="*/ 1591183 h 1597660"/>
              <a:gd name="connsiteX18" fmla="*/ 7036878 w 9378696"/>
              <a:gd name="connsiteY18" fmla="*/ 1591251 h 1597660"/>
              <a:gd name="connsiteX19" fmla="*/ 8750300 w 9378696"/>
              <a:gd name="connsiteY19" fmla="*/ 1593596 h 1597660"/>
              <a:gd name="connsiteX20" fmla="*/ 9378696 w 9378696"/>
              <a:gd name="connsiteY20" fmla="*/ 1597660 h 1597660"/>
              <a:gd name="connsiteX0" fmla="*/ 0 w 9391396"/>
              <a:gd name="connsiteY0" fmla="*/ 0 h 1595123"/>
              <a:gd name="connsiteX1" fmla="*/ 3251200 w 9391396"/>
              <a:gd name="connsiteY1" fmla="*/ 10668 h 1595123"/>
              <a:gd name="connsiteX2" fmla="*/ 5361432 w 9391396"/>
              <a:gd name="connsiteY2" fmla="*/ 17272 h 1595123"/>
              <a:gd name="connsiteX3" fmla="*/ 7542276 w 9391396"/>
              <a:gd name="connsiteY3" fmla="*/ 13208 h 1595123"/>
              <a:gd name="connsiteX4" fmla="*/ 8357108 w 9391396"/>
              <a:gd name="connsiteY4" fmla="*/ 10668 h 1595123"/>
              <a:gd name="connsiteX5" fmla="*/ 8933688 w 9391396"/>
              <a:gd name="connsiteY5" fmla="*/ 92964 h 1595123"/>
              <a:gd name="connsiteX6" fmla="*/ 9025636 w 9391396"/>
              <a:gd name="connsiteY6" fmla="*/ 688848 h 1595123"/>
              <a:gd name="connsiteX7" fmla="*/ 8412480 w 9391396"/>
              <a:gd name="connsiteY7" fmla="*/ 780796 h 1595123"/>
              <a:gd name="connsiteX8" fmla="*/ 7254240 w 9391396"/>
              <a:gd name="connsiteY8" fmla="*/ 787400 h 1595123"/>
              <a:gd name="connsiteX9" fmla="*/ 4705604 w 9391396"/>
              <a:gd name="connsiteY9" fmla="*/ 789432 h 1595123"/>
              <a:gd name="connsiteX10" fmla="*/ 3553968 w 9391396"/>
              <a:gd name="connsiteY10" fmla="*/ 787400 h 1595123"/>
              <a:gd name="connsiteX11" fmla="*/ 2728468 w 9391396"/>
              <a:gd name="connsiteY11" fmla="*/ 787908 h 1595123"/>
              <a:gd name="connsiteX12" fmla="*/ 1960880 w 9391396"/>
              <a:gd name="connsiteY12" fmla="*/ 777240 h 1595123"/>
              <a:gd name="connsiteX13" fmla="*/ 1366520 w 9391396"/>
              <a:gd name="connsiteY13" fmla="*/ 976884 h 1595123"/>
              <a:gd name="connsiteX14" fmla="*/ 1294384 w 9391396"/>
              <a:gd name="connsiteY14" fmla="*/ 1485900 h 1595123"/>
              <a:gd name="connsiteX15" fmla="*/ 2254504 w 9391396"/>
              <a:gd name="connsiteY15" fmla="*/ 1595120 h 1595123"/>
              <a:gd name="connsiteX16" fmla="*/ 3427984 w 9391396"/>
              <a:gd name="connsiteY16" fmla="*/ 1594104 h 1595123"/>
              <a:gd name="connsiteX17" fmla="*/ 5679313 w 9391396"/>
              <a:gd name="connsiteY17" fmla="*/ 1591183 h 1595123"/>
              <a:gd name="connsiteX18" fmla="*/ 7036878 w 9391396"/>
              <a:gd name="connsiteY18" fmla="*/ 1591251 h 1595123"/>
              <a:gd name="connsiteX19" fmla="*/ 8750300 w 9391396"/>
              <a:gd name="connsiteY19" fmla="*/ 1593596 h 1595123"/>
              <a:gd name="connsiteX20" fmla="*/ 9391396 w 9391396"/>
              <a:gd name="connsiteY20" fmla="*/ 1594485 h 1595123"/>
              <a:gd name="connsiteX0" fmla="*/ 0 w 9391396"/>
              <a:gd name="connsiteY0" fmla="*/ 0 h 1595123"/>
              <a:gd name="connsiteX1" fmla="*/ 3251200 w 9391396"/>
              <a:gd name="connsiteY1" fmla="*/ 10668 h 1595123"/>
              <a:gd name="connsiteX2" fmla="*/ 5361432 w 9391396"/>
              <a:gd name="connsiteY2" fmla="*/ 17272 h 1595123"/>
              <a:gd name="connsiteX3" fmla="*/ 7542276 w 9391396"/>
              <a:gd name="connsiteY3" fmla="*/ 13208 h 1595123"/>
              <a:gd name="connsiteX4" fmla="*/ 8357108 w 9391396"/>
              <a:gd name="connsiteY4" fmla="*/ 10668 h 1595123"/>
              <a:gd name="connsiteX5" fmla="*/ 8933688 w 9391396"/>
              <a:gd name="connsiteY5" fmla="*/ 92964 h 1595123"/>
              <a:gd name="connsiteX6" fmla="*/ 9025636 w 9391396"/>
              <a:gd name="connsiteY6" fmla="*/ 688848 h 1595123"/>
              <a:gd name="connsiteX7" fmla="*/ 8412480 w 9391396"/>
              <a:gd name="connsiteY7" fmla="*/ 780796 h 1595123"/>
              <a:gd name="connsiteX8" fmla="*/ 7254240 w 9391396"/>
              <a:gd name="connsiteY8" fmla="*/ 787400 h 1595123"/>
              <a:gd name="connsiteX9" fmla="*/ 4705604 w 9391396"/>
              <a:gd name="connsiteY9" fmla="*/ 789432 h 1595123"/>
              <a:gd name="connsiteX10" fmla="*/ 3553968 w 9391396"/>
              <a:gd name="connsiteY10" fmla="*/ 787400 h 1595123"/>
              <a:gd name="connsiteX11" fmla="*/ 2728468 w 9391396"/>
              <a:gd name="connsiteY11" fmla="*/ 787908 h 1595123"/>
              <a:gd name="connsiteX12" fmla="*/ 1960880 w 9391396"/>
              <a:gd name="connsiteY12" fmla="*/ 777240 h 1595123"/>
              <a:gd name="connsiteX13" fmla="*/ 1366520 w 9391396"/>
              <a:gd name="connsiteY13" fmla="*/ 976884 h 1595123"/>
              <a:gd name="connsiteX14" fmla="*/ 1294384 w 9391396"/>
              <a:gd name="connsiteY14" fmla="*/ 1485900 h 1595123"/>
              <a:gd name="connsiteX15" fmla="*/ 2254504 w 9391396"/>
              <a:gd name="connsiteY15" fmla="*/ 1595120 h 1595123"/>
              <a:gd name="connsiteX16" fmla="*/ 3427984 w 9391396"/>
              <a:gd name="connsiteY16" fmla="*/ 1594104 h 1595123"/>
              <a:gd name="connsiteX17" fmla="*/ 5679313 w 9391396"/>
              <a:gd name="connsiteY17" fmla="*/ 1591183 h 1595123"/>
              <a:gd name="connsiteX18" fmla="*/ 7036878 w 9391396"/>
              <a:gd name="connsiteY18" fmla="*/ 1591251 h 1595123"/>
              <a:gd name="connsiteX19" fmla="*/ 8750300 w 9391396"/>
              <a:gd name="connsiteY19" fmla="*/ 1593596 h 1595123"/>
              <a:gd name="connsiteX20" fmla="*/ 9391396 w 9391396"/>
              <a:gd name="connsiteY20" fmla="*/ 1594485 h 1595123"/>
              <a:gd name="connsiteX0" fmla="*/ 0 w 9391396"/>
              <a:gd name="connsiteY0" fmla="*/ 0 h 1595123"/>
              <a:gd name="connsiteX1" fmla="*/ 3251200 w 9391396"/>
              <a:gd name="connsiteY1" fmla="*/ 10668 h 1595123"/>
              <a:gd name="connsiteX2" fmla="*/ 5361432 w 9391396"/>
              <a:gd name="connsiteY2" fmla="*/ 17272 h 1595123"/>
              <a:gd name="connsiteX3" fmla="*/ 7542276 w 9391396"/>
              <a:gd name="connsiteY3" fmla="*/ 13208 h 1595123"/>
              <a:gd name="connsiteX4" fmla="*/ 8357108 w 9391396"/>
              <a:gd name="connsiteY4" fmla="*/ 10668 h 1595123"/>
              <a:gd name="connsiteX5" fmla="*/ 8933688 w 9391396"/>
              <a:gd name="connsiteY5" fmla="*/ 92964 h 1595123"/>
              <a:gd name="connsiteX6" fmla="*/ 9025636 w 9391396"/>
              <a:gd name="connsiteY6" fmla="*/ 688848 h 1595123"/>
              <a:gd name="connsiteX7" fmla="*/ 8412480 w 9391396"/>
              <a:gd name="connsiteY7" fmla="*/ 780796 h 1595123"/>
              <a:gd name="connsiteX8" fmla="*/ 7254240 w 9391396"/>
              <a:gd name="connsiteY8" fmla="*/ 787400 h 1595123"/>
              <a:gd name="connsiteX9" fmla="*/ 4705604 w 9391396"/>
              <a:gd name="connsiteY9" fmla="*/ 789432 h 1595123"/>
              <a:gd name="connsiteX10" fmla="*/ 3553968 w 9391396"/>
              <a:gd name="connsiteY10" fmla="*/ 787400 h 1595123"/>
              <a:gd name="connsiteX11" fmla="*/ 2728468 w 9391396"/>
              <a:gd name="connsiteY11" fmla="*/ 787908 h 1595123"/>
              <a:gd name="connsiteX12" fmla="*/ 1960880 w 9391396"/>
              <a:gd name="connsiteY12" fmla="*/ 777240 h 1595123"/>
              <a:gd name="connsiteX13" fmla="*/ 1366520 w 9391396"/>
              <a:gd name="connsiteY13" fmla="*/ 976884 h 1595123"/>
              <a:gd name="connsiteX14" fmla="*/ 1294384 w 9391396"/>
              <a:gd name="connsiteY14" fmla="*/ 1485900 h 1595123"/>
              <a:gd name="connsiteX15" fmla="*/ 2254504 w 9391396"/>
              <a:gd name="connsiteY15" fmla="*/ 1595120 h 1595123"/>
              <a:gd name="connsiteX16" fmla="*/ 3427984 w 9391396"/>
              <a:gd name="connsiteY16" fmla="*/ 1594104 h 1595123"/>
              <a:gd name="connsiteX17" fmla="*/ 5679313 w 9391396"/>
              <a:gd name="connsiteY17" fmla="*/ 1591183 h 1595123"/>
              <a:gd name="connsiteX18" fmla="*/ 7036878 w 9391396"/>
              <a:gd name="connsiteY18" fmla="*/ 1591251 h 1595123"/>
              <a:gd name="connsiteX19" fmla="*/ 8728075 w 9391396"/>
              <a:gd name="connsiteY19" fmla="*/ 1593596 h 1595123"/>
              <a:gd name="connsiteX20" fmla="*/ 9391396 w 9391396"/>
              <a:gd name="connsiteY20" fmla="*/ 1594485 h 1595123"/>
              <a:gd name="connsiteX0" fmla="*/ 0 w 9416796"/>
              <a:gd name="connsiteY0" fmla="*/ 0 h 1595123"/>
              <a:gd name="connsiteX1" fmla="*/ 3251200 w 9416796"/>
              <a:gd name="connsiteY1" fmla="*/ 10668 h 1595123"/>
              <a:gd name="connsiteX2" fmla="*/ 5361432 w 9416796"/>
              <a:gd name="connsiteY2" fmla="*/ 17272 h 1595123"/>
              <a:gd name="connsiteX3" fmla="*/ 7542276 w 9416796"/>
              <a:gd name="connsiteY3" fmla="*/ 13208 h 1595123"/>
              <a:gd name="connsiteX4" fmla="*/ 8357108 w 9416796"/>
              <a:gd name="connsiteY4" fmla="*/ 10668 h 1595123"/>
              <a:gd name="connsiteX5" fmla="*/ 8933688 w 9416796"/>
              <a:gd name="connsiteY5" fmla="*/ 92964 h 1595123"/>
              <a:gd name="connsiteX6" fmla="*/ 9025636 w 9416796"/>
              <a:gd name="connsiteY6" fmla="*/ 688848 h 1595123"/>
              <a:gd name="connsiteX7" fmla="*/ 8412480 w 9416796"/>
              <a:gd name="connsiteY7" fmla="*/ 780796 h 1595123"/>
              <a:gd name="connsiteX8" fmla="*/ 7254240 w 9416796"/>
              <a:gd name="connsiteY8" fmla="*/ 787400 h 1595123"/>
              <a:gd name="connsiteX9" fmla="*/ 4705604 w 9416796"/>
              <a:gd name="connsiteY9" fmla="*/ 789432 h 1595123"/>
              <a:gd name="connsiteX10" fmla="*/ 3553968 w 9416796"/>
              <a:gd name="connsiteY10" fmla="*/ 787400 h 1595123"/>
              <a:gd name="connsiteX11" fmla="*/ 2728468 w 9416796"/>
              <a:gd name="connsiteY11" fmla="*/ 787908 h 1595123"/>
              <a:gd name="connsiteX12" fmla="*/ 1960880 w 9416796"/>
              <a:gd name="connsiteY12" fmla="*/ 777240 h 1595123"/>
              <a:gd name="connsiteX13" fmla="*/ 1366520 w 9416796"/>
              <a:gd name="connsiteY13" fmla="*/ 976884 h 1595123"/>
              <a:gd name="connsiteX14" fmla="*/ 1294384 w 9416796"/>
              <a:gd name="connsiteY14" fmla="*/ 1485900 h 1595123"/>
              <a:gd name="connsiteX15" fmla="*/ 2254504 w 9416796"/>
              <a:gd name="connsiteY15" fmla="*/ 1595120 h 1595123"/>
              <a:gd name="connsiteX16" fmla="*/ 3427984 w 9416796"/>
              <a:gd name="connsiteY16" fmla="*/ 1594104 h 1595123"/>
              <a:gd name="connsiteX17" fmla="*/ 5679313 w 9416796"/>
              <a:gd name="connsiteY17" fmla="*/ 1591183 h 1595123"/>
              <a:gd name="connsiteX18" fmla="*/ 7036878 w 9416796"/>
              <a:gd name="connsiteY18" fmla="*/ 1591251 h 1595123"/>
              <a:gd name="connsiteX19" fmla="*/ 8728075 w 9416796"/>
              <a:gd name="connsiteY19" fmla="*/ 1593596 h 1595123"/>
              <a:gd name="connsiteX20" fmla="*/ 9416796 w 9416796"/>
              <a:gd name="connsiteY20" fmla="*/ 1591310 h 1595123"/>
              <a:gd name="connsiteX0" fmla="*/ 0 w 9416796"/>
              <a:gd name="connsiteY0" fmla="*/ 0 h 1597660"/>
              <a:gd name="connsiteX1" fmla="*/ 3251200 w 9416796"/>
              <a:gd name="connsiteY1" fmla="*/ 10668 h 1597660"/>
              <a:gd name="connsiteX2" fmla="*/ 5361432 w 9416796"/>
              <a:gd name="connsiteY2" fmla="*/ 17272 h 1597660"/>
              <a:gd name="connsiteX3" fmla="*/ 7542276 w 9416796"/>
              <a:gd name="connsiteY3" fmla="*/ 13208 h 1597660"/>
              <a:gd name="connsiteX4" fmla="*/ 8357108 w 9416796"/>
              <a:gd name="connsiteY4" fmla="*/ 10668 h 1597660"/>
              <a:gd name="connsiteX5" fmla="*/ 8933688 w 9416796"/>
              <a:gd name="connsiteY5" fmla="*/ 92964 h 1597660"/>
              <a:gd name="connsiteX6" fmla="*/ 9025636 w 9416796"/>
              <a:gd name="connsiteY6" fmla="*/ 688848 h 1597660"/>
              <a:gd name="connsiteX7" fmla="*/ 8412480 w 9416796"/>
              <a:gd name="connsiteY7" fmla="*/ 780796 h 1597660"/>
              <a:gd name="connsiteX8" fmla="*/ 7254240 w 9416796"/>
              <a:gd name="connsiteY8" fmla="*/ 787400 h 1597660"/>
              <a:gd name="connsiteX9" fmla="*/ 4705604 w 9416796"/>
              <a:gd name="connsiteY9" fmla="*/ 789432 h 1597660"/>
              <a:gd name="connsiteX10" fmla="*/ 3553968 w 9416796"/>
              <a:gd name="connsiteY10" fmla="*/ 787400 h 1597660"/>
              <a:gd name="connsiteX11" fmla="*/ 2728468 w 9416796"/>
              <a:gd name="connsiteY11" fmla="*/ 787908 h 1597660"/>
              <a:gd name="connsiteX12" fmla="*/ 1960880 w 9416796"/>
              <a:gd name="connsiteY12" fmla="*/ 777240 h 1597660"/>
              <a:gd name="connsiteX13" fmla="*/ 1366520 w 9416796"/>
              <a:gd name="connsiteY13" fmla="*/ 976884 h 1597660"/>
              <a:gd name="connsiteX14" fmla="*/ 1294384 w 9416796"/>
              <a:gd name="connsiteY14" fmla="*/ 1485900 h 1597660"/>
              <a:gd name="connsiteX15" fmla="*/ 2254504 w 9416796"/>
              <a:gd name="connsiteY15" fmla="*/ 1595120 h 1597660"/>
              <a:gd name="connsiteX16" fmla="*/ 3427984 w 9416796"/>
              <a:gd name="connsiteY16" fmla="*/ 1594104 h 1597660"/>
              <a:gd name="connsiteX17" fmla="*/ 5679313 w 9416796"/>
              <a:gd name="connsiteY17" fmla="*/ 1591183 h 1597660"/>
              <a:gd name="connsiteX18" fmla="*/ 7036878 w 9416796"/>
              <a:gd name="connsiteY18" fmla="*/ 1591251 h 1597660"/>
              <a:gd name="connsiteX19" fmla="*/ 8728075 w 9416796"/>
              <a:gd name="connsiteY19" fmla="*/ 1593596 h 1597660"/>
              <a:gd name="connsiteX20" fmla="*/ 9416796 w 9416796"/>
              <a:gd name="connsiteY20" fmla="*/ 1597660 h 1597660"/>
              <a:gd name="connsiteX0" fmla="*/ 0 w 9400921"/>
              <a:gd name="connsiteY0" fmla="*/ 0 h 1595123"/>
              <a:gd name="connsiteX1" fmla="*/ 3251200 w 9400921"/>
              <a:gd name="connsiteY1" fmla="*/ 10668 h 1595123"/>
              <a:gd name="connsiteX2" fmla="*/ 5361432 w 9400921"/>
              <a:gd name="connsiteY2" fmla="*/ 17272 h 1595123"/>
              <a:gd name="connsiteX3" fmla="*/ 7542276 w 9400921"/>
              <a:gd name="connsiteY3" fmla="*/ 13208 h 1595123"/>
              <a:gd name="connsiteX4" fmla="*/ 8357108 w 9400921"/>
              <a:gd name="connsiteY4" fmla="*/ 10668 h 1595123"/>
              <a:gd name="connsiteX5" fmla="*/ 8933688 w 9400921"/>
              <a:gd name="connsiteY5" fmla="*/ 92964 h 1595123"/>
              <a:gd name="connsiteX6" fmla="*/ 9025636 w 9400921"/>
              <a:gd name="connsiteY6" fmla="*/ 688848 h 1595123"/>
              <a:gd name="connsiteX7" fmla="*/ 8412480 w 9400921"/>
              <a:gd name="connsiteY7" fmla="*/ 780796 h 1595123"/>
              <a:gd name="connsiteX8" fmla="*/ 7254240 w 9400921"/>
              <a:gd name="connsiteY8" fmla="*/ 787400 h 1595123"/>
              <a:gd name="connsiteX9" fmla="*/ 4705604 w 9400921"/>
              <a:gd name="connsiteY9" fmla="*/ 789432 h 1595123"/>
              <a:gd name="connsiteX10" fmla="*/ 3553968 w 9400921"/>
              <a:gd name="connsiteY10" fmla="*/ 787400 h 1595123"/>
              <a:gd name="connsiteX11" fmla="*/ 2728468 w 9400921"/>
              <a:gd name="connsiteY11" fmla="*/ 787908 h 1595123"/>
              <a:gd name="connsiteX12" fmla="*/ 1960880 w 9400921"/>
              <a:gd name="connsiteY12" fmla="*/ 777240 h 1595123"/>
              <a:gd name="connsiteX13" fmla="*/ 1366520 w 9400921"/>
              <a:gd name="connsiteY13" fmla="*/ 976884 h 1595123"/>
              <a:gd name="connsiteX14" fmla="*/ 1294384 w 9400921"/>
              <a:gd name="connsiteY14" fmla="*/ 1485900 h 1595123"/>
              <a:gd name="connsiteX15" fmla="*/ 2254504 w 9400921"/>
              <a:gd name="connsiteY15" fmla="*/ 1595120 h 1595123"/>
              <a:gd name="connsiteX16" fmla="*/ 3427984 w 9400921"/>
              <a:gd name="connsiteY16" fmla="*/ 1594104 h 1595123"/>
              <a:gd name="connsiteX17" fmla="*/ 5679313 w 9400921"/>
              <a:gd name="connsiteY17" fmla="*/ 1591183 h 1595123"/>
              <a:gd name="connsiteX18" fmla="*/ 7036878 w 9400921"/>
              <a:gd name="connsiteY18" fmla="*/ 1591251 h 1595123"/>
              <a:gd name="connsiteX19" fmla="*/ 8728075 w 9400921"/>
              <a:gd name="connsiteY19" fmla="*/ 1593596 h 1595123"/>
              <a:gd name="connsiteX20" fmla="*/ 9400921 w 9400921"/>
              <a:gd name="connsiteY20" fmla="*/ 1591310 h 1595123"/>
              <a:gd name="connsiteX0" fmla="*/ 0 w 9400921"/>
              <a:gd name="connsiteY0" fmla="*/ 0 h 1595123"/>
              <a:gd name="connsiteX1" fmla="*/ 3251200 w 9400921"/>
              <a:gd name="connsiteY1" fmla="*/ 10668 h 1595123"/>
              <a:gd name="connsiteX2" fmla="*/ 5361432 w 9400921"/>
              <a:gd name="connsiteY2" fmla="*/ 17272 h 1595123"/>
              <a:gd name="connsiteX3" fmla="*/ 7542276 w 9400921"/>
              <a:gd name="connsiteY3" fmla="*/ 13208 h 1595123"/>
              <a:gd name="connsiteX4" fmla="*/ 8357108 w 9400921"/>
              <a:gd name="connsiteY4" fmla="*/ 10668 h 1595123"/>
              <a:gd name="connsiteX5" fmla="*/ 8933688 w 9400921"/>
              <a:gd name="connsiteY5" fmla="*/ 92964 h 1595123"/>
              <a:gd name="connsiteX6" fmla="*/ 9025636 w 9400921"/>
              <a:gd name="connsiteY6" fmla="*/ 688848 h 1595123"/>
              <a:gd name="connsiteX7" fmla="*/ 8412480 w 9400921"/>
              <a:gd name="connsiteY7" fmla="*/ 780796 h 1595123"/>
              <a:gd name="connsiteX8" fmla="*/ 7254240 w 9400921"/>
              <a:gd name="connsiteY8" fmla="*/ 787400 h 1595123"/>
              <a:gd name="connsiteX9" fmla="*/ 4705604 w 9400921"/>
              <a:gd name="connsiteY9" fmla="*/ 789432 h 1595123"/>
              <a:gd name="connsiteX10" fmla="*/ 3553968 w 9400921"/>
              <a:gd name="connsiteY10" fmla="*/ 787400 h 1595123"/>
              <a:gd name="connsiteX11" fmla="*/ 2728468 w 9400921"/>
              <a:gd name="connsiteY11" fmla="*/ 787908 h 1595123"/>
              <a:gd name="connsiteX12" fmla="*/ 1960880 w 9400921"/>
              <a:gd name="connsiteY12" fmla="*/ 777240 h 1595123"/>
              <a:gd name="connsiteX13" fmla="*/ 1366520 w 9400921"/>
              <a:gd name="connsiteY13" fmla="*/ 976884 h 1595123"/>
              <a:gd name="connsiteX14" fmla="*/ 1294384 w 9400921"/>
              <a:gd name="connsiteY14" fmla="*/ 1485900 h 1595123"/>
              <a:gd name="connsiteX15" fmla="*/ 2254504 w 9400921"/>
              <a:gd name="connsiteY15" fmla="*/ 1595120 h 1595123"/>
              <a:gd name="connsiteX16" fmla="*/ 3427984 w 9400921"/>
              <a:gd name="connsiteY16" fmla="*/ 1594104 h 1595123"/>
              <a:gd name="connsiteX17" fmla="*/ 5679313 w 9400921"/>
              <a:gd name="connsiteY17" fmla="*/ 1591183 h 1595123"/>
              <a:gd name="connsiteX18" fmla="*/ 7036878 w 9400921"/>
              <a:gd name="connsiteY18" fmla="*/ 1591251 h 1595123"/>
              <a:gd name="connsiteX19" fmla="*/ 8728075 w 9400921"/>
              <a:gd name="connsiteY19" fmla="*/ 1593596 h 1595123"/>
              <a:gd name="connsiteX20" fmla="*/ 9400921 w 9400921"/>
              <a:gd name="connsiteY20" fmla="*/ 1591310 h 1595123"/>
              <a:gd name="connsiteX0" fmla="*/ 0 w 9400921"/>
              <a:gd name="connsiteY0" fmla="*/ 0 h 1595123"/>
              <a:gd name="connsiteX1" fmla="*/ 3251200 w 9400921"/>
              <a:gd name="connsiteY1" fmla="*/ 10668 h 1595123"/>
              <a:gd name="connsiteX2" fmla="*/ 5361432 w 9400921"/>
              <a:gd name="connsiteY2" fmla="*/ 17272 h 1595123"/>
              <a:gd name="connsiteX3" fmla="*/ 7542276 w 9400921"/>
              <a:gd name="connsiteY3" fmla="*/ 13208 h 1595123"/>
              <a:gd name="connsiteX4" fmla="*/ 8357108 w 9400921"/>
              <a:gd name="connsiteY4" fmla="*/ 10668 h 1595123"/>
              <a:gd name="connsiteX5" fmla="*/ 8933688 w 9400921"/>
              <a:gd name="connsiteY5" fmla="*/ 92964 h 1595123"/>
              <a:gd name="connsiteX6" fmla="*/ 9025636 w 9400921"/>
              <a:gd name="connsiteY6" fmla="*/ 688848 h 1595123"/>
              <a:gd name="connsiteX7" fmla="*/ 8412480 w 9400921"/>
              <a:gd name="connsiteY7" fmla="*/ 780796 h 1595123"/>
              <a:gd name="connsiteX8" fmla="*/ 7254240 w 9400921"/>
              <a:gd name="connsiteY8" fmla="*/ 787400 h 1595123"/>
              <a:gd name="connsiteX9" fmla="*/ 4705604 w 9400921"/>
              <a:gd name="connsiteY9" fmla="*/ 789432 h 1595123"/>
              <a:gd name="connsiteX10" fmla="*/ 3553968 w 9400921"/>
              <a:gd name="connsiteY10" fmla="*/ 787400 h 1595123"/>
              <a:gd name="connsiteX11" fmla="*/ 2728468 w 9400921"/>
              <a:gd name="connsiteY11" fmla="*/ 787908 h 1595123"/>
              <a:gd name="connsiteX12" fmla="*/ 1960880 w 9400921"/>
              <a:gd name="connsiteY12" fmla="*/ 777240 h 1595123"/>
              <a:gd name="connsiteX13" fmla="*/ 1366520 w 9400921"/>
              <a:gd name="connsiteY13" fmla="*/ 976884 h 1595123"/>
              <a:gd name="connsiteX14" fmla="*/ 1294384 w 9400921"/>
              <a:gd name="connsiteY14" fmla="*/ 1485900 h 1595123"/>
              <a:gd name="connsiteX15" fmla="*/ 2254504 w 9400921"/>
              <a:gd name="connsiteY15" fmla="*/ 1595120 h 1595123"/>
              <a:gd name="connsiteX16" fmla="*/ 3427984 w 9400921"/>
              <a:gd name="connsiteY16" fmla="*/ 1594104 h 1595123"/>
              <a:gd name="connsiteX17" fmla="*/ 5679313 w 9400921"/>
              <a:gd name="connsiteY17" fmla="*/ 1591183 h 1595123"/>
              <a:gd name="connsiteX18" fmla="*/ 7036878 w 9400921"/>
              <a:gd name="connsiteY18" fmla="*/ 1591251 h 1595123"/>
              <a:gd name="connsiteX19" fmla="*/ 8728075 w 9400921"/>
              <a:gd name="connsiteY19" fmla="*/ 1593596 h 1595123"/>
              <a:gd name="connsiteX20" fmla="*/ 9400921 w 9400921"/>
              <a:gd name="connsiteY20" fmla="*/ 1591310 h 1595123"/>
              <a:gd name="connsiteX0" fmla="*/ 0 w 9400921"/>
              <a:gd name="connsiteY0" fmla="*/ 0 h 1595123"/>
              <a:gd name="connsiteX1" fmla="*/ 3251200 w 9400921"/>
              <a:gd name="connsiteY1" fmla="*/ 10668 h 1595123"/>
              <a:gd name="connsiteX2" fmla="*/ 5361432 w 9400921"/>
              <a:gd name="connsiteY2" fmla="*/ 17272 h 1595123"/>
              <a:gd name="connsiteX3" fmla="*/ 7542276 w 9400921"/>
              <a:gd name="connsiteY3" fmla="*/ 13208 h 1595123"/>
              <a:gd name="connsiteX4" fmla="*/ 8357108 w 9400921"/>
              <a:gd name="connsiteY4" fmla="*/ 10668 h 1595123"/>
              <a:gd name="connsiteX5" fmla="*/ 8933688 w 9400921"/>
              <a:gd name="connsiteY5" fmla="*/ 92964 h 1595123"/>
              <a:gd name="connsiteX6" fmla="*/ 9025636 w 9400921"/>
              <a:gd name="connsiteY6" fmla="*/ 688848 h 1595123"/>
              <a:gd name="connsiteX7" fmla="*/ 8412480 w 9400921"/>
              <a:gd name="connsiteY7" fmla="*/ 780796 h 1595123"/>
              <a:gd name="connsiteX8" fmla="*/ 7254240 w 9400921"/>
              <a:gd name="connsiteY8" fmla="*/ 787400 h 1595123"/>
              <a:gd name="connsiteX9" fmla="*/ 4705604 w 9400921"/>
              <a:gd name="connsiteY9" fmla="*/ 789432 h 1595123"/>
              <a:gd name="connsiteX10" fmla="*/ 3553968 w 9400921"/>
              <a:gd name="connsiteY10" fmla="*/ 787400 h 1595123"/>
              <a:gd name="connsiteX11" fmla="*/ 2728468 w 9400921"/>
              <a:gd name="connsiteY11" fmla="*/ 787908 h 1595123"/>
              <a:gd name="connsiteX12" fmla="*/ 1960880 w 9400921"/>
              <a:gd name="connsiteY12" fmla="*/ 777240 h 1595123"/>
              <a:gd name="connsiteX13" fmla="*/ 1366520 w 9400921"/>
              <a:gd name="connsiteY13" fmla="*/ 976884 h 1595123"/>
              <a:gd name="connsiteX14" fmla="*/ 1294384 w 9400921"/>
              <a:gd name="connsiteY14" fmla="*/ 1485900 h 1595123"/>
              <a:gd name="connsiteX15" fmla="*/ 2254504 w 9400921"/>
              <a:gd name="connsiteY15" fmla="*/ 1595120 h 1595123"/>
              <a:gd name="connsiteX16" fmla="*/ 3427984 w 9400921"/>
              <a:gd name="connsiteY16" fmla="*/ 1594104 h 1595123"/>
              <a:gd name="connsiteX17" fmla="*/ 5679313 w 9400921"/>
              <a:gd name="connsiteY17" fmla="*/ 1591183 h 1595123"/>
              <a:gd name="connsiteX18" fmla="*/ 7036878 w 9400921"/>
              <a:gd name="connsiteY18" fmla="*/ 1591251 h 1595123"/>
              <a:gd name="connsiteX19" fmla="*/ 8728075 w 9400921"/>
              <a:gd name="connsiteY19" fmla="*/ 1593596 h 1595123"/>
              <a:gd name="connsiteX20" fmla="*/ 9400921 w 9400921"/>
              <a:gd name="connsiteY20" fmla="*/ 1591310 h 1595123"/>
              <a:gd name="connsiteX0" fmla="*/ 0 w 9435846"/>
              <a:gd name="connsiteY0" fmla="*/ 0 h 1597660"/>
              <a:gd name="connsiteX1" fmla="*/ 3251200 w 9435846"/>
              <a:gd name="connsiteY1" fmla="*/ 10668 h 1597660"/>
              <a:gd name="connsiteX2" fmla="*/ 5361432 w 9435846"/>
              <a:gd name="connsiteY2" fmla="*/ 17272 h 1597660"/>
              <a:gd name="connsiteX3" fmla="*/ 7542276 w 9435846"/>
              <a:gd name="connsiteY3" fmla="*/ 13208 h 1597660"/>
              <a:gd name="connsiteX4" fmla="*/ 8357108 w 9435846"/>
              <a:gd name="connsiteY4" fmla="*/ 10668 h 1597660"/>
              <a:gd name="connsiteX5" fmla="*/ 8933688 w 9435846"/>
              <a:gd name="connsiteY5" fmla="*/ 92964 h 1597660"/>
              <a:gd name="connsiteX6" fmla="*/ 9025636 w 9435846"/>
              <a:gd name="connsiteY6" fmla="*/ 688848 h 1597660"/>
              <a:gd name="connsiteX7" fmla="*/ 8412480 w 9435846"/>
              <a:gd name="connsiteY7" fmla="*/ 780796 h 1597660"/>
              <a:gd name="connsiteX8" fmla="*/ 7254240 w 9435846"/>
              <a:gd name="connsiteY8" fmla="*/ 787400 h 1597660"/>
              <a:gd name="connsiteX9" fmla="*/ 4705604 w 9435846"/>
              <a:gd name="connsiteY9" fmla="*/ 789432 h 1597660"/>
              <a:gd name="connsiteX10" fmla="*/ 3553968 w 9435846"/>
              <a:gd name="connsiteY10" fmla="*/ 787400 h 1597660"/>
              <a:gd name="connsiteX11" fmla="*/ 2728468 w 9435846"/>
              <a:gd name="connsiteY11" fmla="*/ 787908 h 1597660"/>
              <a:gd name="connsiteX12" fmla="*/ 1960880 w 9435846"/>
              <a:gd name="connsiteY12" fmla="*/ 777240 h 1597660"/>
              <a:gd name="connsiteX13" fmla="*/ 1366520 w 9435846"/>
              <a:gd name="connsiteY13" fmla="*/ 976884 h 1597660"/>
              <a:gd name="connsiteX14" fmla="*/ 1294384 w 9435846"/>
              <a:gd name="connsiteY14" fmla="*/ 1485900 h 1597660"/>
              <a:gd name="connsiteX15" fmla="*/ 2254504 w 9435846"/>
              <a:gd name="connsiteY15" fmla="*/ 1595120 h 1597660"/>
              <a:gd name="connsiteX16" fmla="*/ 3427984 w 9435846"/>
              <a:gd name="connsiteY16" fmla="*/ 1594104 h 1597660"/>
              <a:gd name="connsiteX17" fmla="*/ 5679313 w 9435846"/>
              <a:gd name="connsiteY17" fmla="*/ 1591183 h 1597660"/>
              <a:gd name="connsiteX18" fmla="*/ 7036878 w 9435846"/>
              <a:gd name="connsiteY18" fmla="*/ 1591251 h 1597660"/>
              <a:gd name="connsiteX19" fmla="*/ 8728075 w 9435846"/>
              <a:gd name="connsiteY19" fmla="*/ 1593596 h 1597660"/>
              <a:gd name="connsiteX20" fmla="*/ 9435846 w 9435846"/>
              <a:gd name="connsiteY20" fmla="*/ 1597660 h 1597660"/>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3688 w 9435846"/>
              <a:gd name="connsiteY5" fmla="*/ 82296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8156 h 1589941"/>
              <a:gd name="connsiteX1" fmla="*/ 3251200 w 9435846"/>
              <a:gd name="connsiteY1" fmla="*/ 2949 h 1589941"/>
              <a:gd name="connsiteX2" fmla="*/ 5361432 w 9435846"/>
              <a:gd name="connsiteY2" fmla="*/ 9553 h 1589941"/>
              <a:gd name="connsiteX3" fmla="*/ 7542276 w 9435846"/>
              <a:gd name="connsiteY3" fmla="*/ 5489 h 1589941"/>
              <a:gd name="connsiteX4" fmla="*/ 8357108 w 9435846"/>
              <a:gd name="connsiteY4" fmla="*/ 2949 h 1589941"/>
              <a:gd name="connsiteX5" fmla="*/ 8936863 w 9435846"/>
              <a:gd name="connsiteY5" fmla="*/ 69370 h 1589941"/>
              <a:gd name="connsiteX6" fmla="*/ 9025636 w 9435846"/>
              <a:gd name="connsiteY6" fmla="*/ 681129 h 1589941"/>
              <a:gd name="connsiteX7" fmla="*/ 8412480 w 9435846"/>
              <a:gd name="connsiteY7" fmla="*/ 773077 h 1589941"/>
              <a:gd name="connsiteX8" fmla="*/ 7254240 w 9435846"/>
              <a:gd name="connsiteY8" fmla="*/ 779681 h 1589941"/>
              <a:gd name="connsiteX9" fmla="*/ 4705604 w 9435846"/>
              <a:gd name="connsiteY9" fmla="*/ 781713 h 1589941"/>
              <a:gd name="connsiteX10" fmla="*/ 3553968 w 9435846"/>
              <a:gd name="connsiteY10" fmla="*/ 779681 h 1589941"/>
              <a:gd name="connsiteX11" fmla="*/ 2728468 w 9435846"/>
              <a:gd name="connsiteY11" fmla="*/ 780189 h 1589941"/>
              <a:gd name="connsiteX12" fmla="*/ 1960880 w 9435846"/>
              <a:gd name="connsiteY12" fmla="*/ 769521 h 1589941"/>
              <a:gd name="connsiteX13" fmla="*/ 1366520 w 9435846"/>
              <a:gd name="connsiteY13" fmla="*/ 969165 h 1589941"/>
              <a:gd name="connsiteX14" fmla="*/ 1294384 w 9435846"/>
              <a:gd name="connsiteY14" fmla="*/ 1478181 h 1589941"/>
              <a:gd name="connsiteX15" fmla="*/ 2254504 w 9435846"/>
              <a:gd name="connsiteY15" fmla="*/ 1587401 h 1589941"/>
              <a:gd name="connsiteX16" fmla="*/ 3427984 w 9435846"/>
              <a:gd name="connsiteY16" fmla="*/ 1586385 h 1589941"/>
              <a:gd name="connsiteX17" fmla="*/ 5679313 w 9435846"/>
              <a:gd name="connsiteY17" fmla="*/ 1583464 h 1589941"/>
              <a:gd name="connsiteX18" fmla="*/ 7036878 w 9435846"/>
              <a:gd name="connsiteY18" fmla="*/ 1583532 h 1589941"/>
              <a:gd name="connsiteX19" fmla="*/ 8728075 w 9435846"/>
              <a:gd name="connsiteY19" fmla="*/ 1585877 h 1589941"/>
              <a:gd name="connsiteX20" fmla="*/ 9435846 w 9435846"/>
              <a:gd name="connsiteY20" fmla="*/ 1589941 h 1589941"/>
              <a:gd name="connsiteX0" fmla="*/ 0 w 9435846"/>
              <a:gd name="connsiteY0" fmla="*/ 8156 h 1589941"/>
              <a:gd name="connsiteX1" fmla="*/ 3251200 w 9435846"/>
              <a:gd name="connsiteY1" fmla="*/ 2949 h 1589941"/>
              <a:gd name="connsiteX2" fmla="*/ 5361432 w 9435846"/>
              <a:gd name="connsiteY2" fmla="*/ 9553 h 1589941"/>
              <a:gd name="connsiteX3" fmla="*/ 7542276 w 9435846"/>
              <a:gd name="connsiteY3" fmla="*/ 5489 h 1589941"/>
              <a:gd name="connsiteX4" fmla="*/ 8357108 w 9435846"/>
              <a:gd name="connsiteY4" fmla="*/ 2949 h 1589941"/>
              <a:gd name="connsiteX5" fmla="*/ 8936863 w 9435846"/>
              <a:gd name="connsiteY5" fmla="*/ 69370 h 1589941"/>
              <a:gd name="connsiteX6" fmla="*/ 9025636 w 9435846"/>
              <a:gd name="connsiteY6" fmla="*/ 681129 h 1589941"/>
              <a:gd name="connsiteX7" fmla="*/ 8412480 w 9435846"/>
              <a:gd name="connsiteY7" fmla="*/ 773077 h 1589941"/>
              <a:gd name="connsiteX8" fmla="*/ 7254240 w 9435846"/>
              <a:gd name="connsiteY8" fmla="*/ 779681 h 1589941"/>
              <a:gd name="connsiteX9" fmla="*/ 4705604 w 9435846"/>
              <a:gd name="connsiteY9" fmla="*/ 781713 h 1589941"/>
              <a:gd name="connsiteX10" fmla="*/ 3553968 w 9435846"/>
              <a:gd name="connsiteY10" fmla="*/ 779681 h 1589941"/>
              <a:gd name="connsiteX11" fmla="*/ 2728468 w 9435846"/>
              <a:gd name="connsiteY11" fmla="*/ 780189 h 1589941"/>
              <a:gd name="connsiteX12" fmla="*/ 1960880 w 9435846"/>
              <a:gd name="connsiteY12" fmla="*/ 769521 h 1589941"/>
              <a:gd name="connsiteX13" fmla="*/ 1366520 w 9435846"/>
              <a:gd name="connsiteY13" fmla="*/ 969165 h 1589941"/>
              <a:gd name="connsiteX14" fmla="*/ 1294384 w 9435846"/>
              <a:gd name="connsiteY14" fmla="*/ 1478181 h 1589941"/>
              <a:gd name="connsiteX15" fmla="*/ 2254504 w 9435846"/>
              <a:gd name="connsiteY15" fmla="*/ 1587401 h 1589941"/>
              <a:gd name="connsiteX16" fmla="*/ 3427984 w 9435846"/>
              <a:gd name="connsiteY16" fmla="*/ 1586385 h 1589941"/>
              <a:gd name="connsiteX17" fmla="*/ 5679313 w 9435846"/>
              <a:gd name="connsiteY17" fmla="*/ 1583464 h 1589941"/>
              <a:gd name="connsiteX18" fmla="*/ 7036878 w 9435846"/>
              <a:gd name="connsiteY18" fmla="*/ 1583532 h 1589941"/>
              <a:gd name="connsiteX19" fmla="*/ 8728075 w 9435846"/>
              <a:gd name="connsiteY19" fmla="*/ 1585877 h 1589941"/>
              <a:gd name="connsiteX20" fmla="*/ 9435846 w 9435846"/>
              <a:gd name="connsiteY20" fmla="*/ 1589941 h 1589941"/>
              <a:gd name="connsiteX0" fmla="*/ 0 w 9435846"/>
              <a:gd name="connsiteY0" fmla="*/ 6162 h 1587947"/>
              <a:gd name="connsiteX1" fmla="*/ 3251200 w 9435846"/>
              <a:gd name="connsiteY1" fmla="*/ 955 h 1587947"/>
              <a:gd name="connsiteX2" fmla="*/ 5361432 w 9435846"/>
              <a:gd name="connsiteY2" fmla="*/ 7559 h 1587947"/>
              <a:gd name="connsiteX3" fmla="*/ 7542276 w 9435846"/>
              <a:gd name="connsiteY3" fmla="*/ 3495 h 1587947"/>
              <a:gd name="connsiteX4" fmla="*/ 8357108 w 9435846"/>
              <a:gd name="connsiteY4" fmla="*/ 955 h 1587947"/>
              <a:gd name="connsiteX5" fmla="*/ 8936863 w 9435846"/>
              <a:gd name="connsiteY5" fmla="*/ 67376 h 1587947"/>
              <a:gd name="connsiteX6" fmla="*/ 9025636 w 9435846"/>
              <a:gd name="connsiteY6" fmla="*/ 679135 h 1587947"/>
              <a:gd name="connsiteX7" fmla="*/ 8412480 w 9435846"/>
              <a:gd name="connsiteY7" fmla="*/ 771083 h 1587947"/>
              <a:gd name="connsiteX8" fmla="*/ 7254240 w 9435846"/>
              <a:gd name="connsiteY8" fmla="*/ 777687 h 1587947"/>
              <a:gd name="connsiteX9" fmla="*/ 4705604 w 9435846"/>
              <a:gd name="connsiteY9" fmla="*/ 779719 h 1587947"/>
              <a:gd name="connsiteX10" fmla="*/ 3553968 w 9435846"/>
              <a:gd name="connsiteY10" fmla="*/ 777687 h 1587947"/>
              <a:gd name="connsiteX11" fmla="*/ 2728468 w 9435846"/>
              <a:gd name="connsiteY11" fmla="*/ 778195 h 1587947"/>
              <a:gd name="connsiteX12" fmla="*/ 1960880 w 9435846"/>
              <a:gd name="connsiteY12" fmla="*/ 767527 h 1587947"/>
              <a:gd name="connsiteX13" fmla="*/ 1366520 w 9435846"/>
              <a:gd name="connsiteY13" fmla="*/ 967171 h 1587947"/>
              <a:gd name="connsiteX14" fmla="*/ 1294384 w 9435846"/>
              <a:gd name="connsiteY14" fmla="*/ 1476187 h 1587947"/>
              <a:gd name="connsiteX15" fmla="*/ 2254504 w 9435846"/>
              <a:gd name="connsiteY15" fmla="*/ 1585407 h 1587947"/>
              <a:gd name="connsiteX16" fmla="*/ 3427984 w 9435846"/>
              <a:gd name="connsiteY16" fmla="*/ 1584391 h 1587947"/>
              <a:gd name="connsiteX17" fmla="*/ 5679313 w 9435846"/>
              <a:gd name="connsiteY17" fmla="*/ 1581470 h 1587947"/>
              <a:gd name="connsiteX18" fmla="*/ 7036878 w 9435846"/>
              <a:gd name="connsiteY18" fmla="*/ 1581538 h 1587947"/>
              <a:gd name="connsiteX19" fmla="*/ 8728075 w 9435846"/>
              <a:gd name="connsiteY19" fmla="*/ 1583883 h 1587947"/>
              <a:gd name="connsiteX20" fmla="*/ 9435846 w 9435846"/>
              <a:gd name="connsiteY20" fmla="*/ 1587947 h 1587947"/>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2563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2563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2563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2563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35161 w 9435846"/>
              <a:gd name="connsiteY6" fmla="*/ 6930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412480 w 9435846"/>
              <a:gd name="connsiteY7" fmla="*/ 772315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12936 w 9435846"/>
              <a:gd name="connsiteY6" fmla="*/ 70576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81186 w 9435846"/>
              <a:gd name="connsiteY6" fmla="*/ 71211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81186 w 9435846"/>
              <a:gd name="connsiteY6" fmla="*/ 71211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81186 w 9435846"/>
              <a:gd name="connsiteY6" fmla="*/ 712117 h 1589179"/>
              <a:gd name="connsiteX7" fmla="*/ 8355330 w 9435846"/>
              <a:gd name="connsiteY7" fmla="*/ 7691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81186 w 9435846"/>
              <a:gd name="connsiteY6" fmla="*/ 712117 h 1589179"/>
              <a:gd name="connsiteX7" fmla="*/ 8355330 w 9435846"/>
              <a:gd name="connsiteY7" fmla="*/ 7691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355330 w 9435846"/>
              <a:gd name="connsiteY7" fmla="*/ 7691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355330 w 9435846"/>
              <a:gd name="connsiteY7" fmla="*/ 7691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95005 w 9435846"/>
              <a:gd name="connsiteY7" fmla="*/ 8072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95005 w 9435846"/>
              <a:gd name="connsiteY7" fmla="*/ 8072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95005 w 9435846"/>
              <a:gd name="connsiteY7" fmla="*/ 8072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38481 w 9435846"/>
              <a:gd name="connsiteY8" fmla="*/ 780841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657979 w 9435846"/>
              <a:gd name="connsiteY9" fmla="*/ 7936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657979 w 9435846"/>
              <a:gd name="connsiteY9" fmla="*/ 7936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657979 w 9435846"/>
              <a:gd name="connsiteY9" fmla="*/ 793651 h 1589179"/>
              <a:gd name="connsiteX10" fmla="*/ 3553968 w 9435846"/>
              <a:gd name="connsiteY10" fmla="*/ 778919 h 1589179"/>
              <a:gd name="connsiteX11" fmla="*/ 2722118 w 9435846"/>
              <a:gd name="connsiteY11" fmla="*/ 782602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657979 w 9435846"/>
              <a:gd name="connsiteY9" fmla="*/ 793651 h 1589179"/>
              <a:gd name="connsiteX10" fmla="*/ 3553968 w 9435846"/>
              <a:gd name="connsiteY10" fmla="*/ 778919 h 1589179"/>
              <a:gd name="connsiteX11" fmla="*/ 2722118 w 9435846"/>
              <a:gd name="connsiteY11" fmla="*/ 782602 h 1589179"/>
              <a:gd name="connsiteX12" fmla="*/ 1640205 w 9435846"/>
              <a:gd name="connsiteY12" fmla="*/ 752884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657979 w 9435846"/>
              <a:gd name="connsiteY9" fmla="*/ 793651 h 1589179"/>
              <a:gd name="connsiteX10" fmla="*/ 3553968 w 9435846"/>
              <a:gd name="connsiteY10" fmla="*/ 778919 h 1589179"/>
              <a:gd name="connsiteX11" fmla="*/ 2722118 w 9435846"/>
              <a:gd name="connsiteY11" fmla="*/ 782602 h 1589179"/>
              <a:gd name="connsiteX12" fmla="*/ 1640205 w 9435846"/>
              <a:gd name="connsiteY12" fmla="*/ 752884 h 1589179"/>
              <a:gd name="connsiteX13" fmla="*/ 1264920 w 9435846"/>
              <a:gd name="connsiteY13" fmla="*/ 971578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93530"/>
              <a:gd name="connsiteX1" fmla="*/ 3251200 w 9435846"/>
              <a:gd name="connsiteY1" fmla="*/ 2187 h 1593530"/>
              <a:gd name="connsiteX2" fmla="*/ 5361432 w 9435846"/>
              <a:gd name="connsiteY2" fmla="*/ 8791 h 1593530"/>
              <a:gd name="connsiteX3" fmla="*/ 7542276 w 9435846"/>
              <a:gd name="connsiteY3" fmla="*/ 4727 h 1593530"/>
              <a:gd name="connsiteX4" fmla="*/ 8357108 w 9435846"/>
              <a:gd name="connsiteY4" fmla="*/ 2187 h 1593530"/>
              <a:gd name="connsiteX5" fmla="*/ 8940038 w 9435846"/>
              <a:gd name="connsiteY5" fmla="*/ 65433 h 1593530"/>
              <a:gd name="connsiteX6" fmla="*/ 8997061 w 9435846"/>
              <a:gd name="connsiteY6" fmla="*/ 743867 h 1593530"/>
              <a:gd name="connsiteX7" fmla="*/ 8282305 w 9435846"/>
              <a:gd name="connsiteY7" fmla="*/ 800890 h 1593530"/>
              <a:gd name="connsiteX8" fmla="*/ 7213314 w 9435846"/>
              <a:gd name="connsiteY8" fmla="*/ 797619 h 1593530"/>
              <a:gd name="connsiteX9" fmla="*/ 4657979 w 9435846"/>
              <a:gd name="connsiteY9" fmla="*/ 793651 h 1593530"/>
              <a:gd name="connsiteX10" fmla="*/ 3553968 w 9435846"/>
              <a:gd name="connsiteY10" fmla="*/ 778919 h 1593530"/>
              <a:gd name="connsiteX11" fmla="*/ 2722118 w 9435846"/>
              <a:gd name="connsiteY11" fmla="*/ 782602 h 1593530"/>
              <a:gd name="connsiteX12" fmla="*/ 1640205 w 9435846"/>
              <a:gd name="connsiteY12" fmla="*/ 752884 h 1593530"/>
              <a:gd name="connsiteX13" fmla="*/ 1264920 w 9435846"/>
              <a:gd name="connsiteY13" fmla="*/ 971578 h 1593530"/>
              <a:gd name="connsiteX14" fmla="*/ 1373759 w 9435846"/>
              <a:gd name="connsiteY14" fmla="*/ 1490119 h 1593530"/>
              <a:gd name="connsiteX15" fmla="*/ 2254504 w 9435846"/>
              <a:gd name="connsiteY15" fmla="*/ 1586639 h 1593530"/>
              <a:gd name="connsiteX16" fmla="*/ 3427984 w 9435846"/>
              <a:gd name="connsiteY16" fmla="*/ 1585623 h 1593530"/>
              <a:gd name="connsiteX17" fmla="*/ 5679313 w 9435846"/>
              <a:gd name="connsiteY17" fmla="*/ 1582702 h 1593530"/>
              <a:gd name="connsiteX18" fmla="*/ 7036878 w 9435846"/>
              <a:gd name="connsiteY18" fmla="*/ 1582770 h 1593530"/>
              <a:gd name="connsiteX19" fmla="*/ 8728075 w 9435846"/>
              <a:gd name="connsiteY19" fmla="*/ 1585115 h 1593530"/>
              <a:gd name="connsiteX20" fmla="*/ 9435846 w 9435846"/>
              <a:gd name="connsiteY20" fmla="*/ 1589179 h 1593530"/>
              <a:gd name="connsiteX0" fmla="*/ 0 w 9435846"/>
              <a:gd name="connsiteY0" fmla="*/ 7394 h 1606780"/>
              <a:gd name="connsiteX1" fmla="*/ 3251200 w 9435846"/>
              <a:gd name="connsiteY1" fmla="*/ 2187 h 1606780"/>
              <a:gd name="connsiteX2" fmla="*/ 5361432 w 9435846"/>
              <a:gd name="connsiteY2" fmla="*/ 8791 h 1606780"/>
              <a:gd name="connsiteX3" fmla="*/ 7542276 w 9435846"/>
              <a:gd name="connsiteY3" fmla="*/ 4727 h 1606780"/>
              <a:gd name="connsiteX4" fmla="*/ 8357108 w 9435846"/>
              <a:gd name="connsiteY4" fmla="*/ 2187 h 1606780"/>
              <a:gd name="connsiteX5" fmla="*/ 8940038 w 9435846"/>
              <a:gd name="connsiteY5" fmla="*/ 65433 h 1606780"/>
              <a:gd name="connsiteX6" fmla="*/ 8997061 w 9435846"/>
              <a:gd name="connsiteY6" fmla="*/ 743867 h 1606780"/>
              <a:gd name="connsiteX7" fmla="*/ 8282305 w 9435846"/>
              <a:gd name="connsiteY7" fmla="*/ 800890 h 1606780"/>
              <a:gd name="connsiteX8" fmla="*/ 7213314 w 9435846"/>
              <a:gd name="connsiteY8" fmla="*/ 797619 h 1606780"/>
              <a:gd name="connsiteX9" fmla="*/ 4657979 w 9435846"/>
              <a:gd name="connsiteY9" fmla="*/ 793651 h 1606780"/>
              <a:gd name="connsiteX10" fmla="*/ 3553968 w 9435846"/>
              <a:gd name="connsiteY10" fmla="*/ 778919 h 1606780"/>
              <a:gd name="connsiteX11" fmla="*/ 2722118 w 9435846"/>
              <a:gd name="connsiteY11" fmla="*/ 782602 h 1606780"/>
              <a:gd name="connsiteX12" fmla="*/ 1640205 w 9435846"/>
              <a:gd name="connsiteY12" fmla="*/ 752884 h 1606780"/>
              <a:gd name="connsiteX13" fmla="*/ 1264920 w 9435846"/>
              <a:gd name="connsiteY13" fmla="*/ 971578 h 1606780"/>
              <a:gd name="connsiteX14" fmla="*/ 1373759 w 9435846"/>
              <a:gd name="connsiteY14" fmla="*/ 1490119 h 1606780"/>
              <a:gd name="connsiteX15" fmla="*/ 2254504 w 9435846"/>
              <a:gd name="connsiteY15" fmla="*/ 1586639 h 1606780"/>
              <a:gd name="connsiteX16" fmla="*/ 3427984 w 9435846"/>
              <a:gd name="connsiteY16" fmla="*/ 1585623 h 1606780"/>
              <a:gd name="connsiteX17" fmla="*/ 5679313 w 9435846"/>
              <a:gd name="connsiteY17" fmla="*/ 1582702 h 1606780"/>
              <a:gd name="connsiteX18" fmla="*/ 7036878 w 9435846"/>
              <a:gd name="connsiteY18" fmla="*/ 1582770 h 1606780"/>
              <a:gd name="connsiteX19" fmla="*/ 8728075 w 9435846"/>
              <a:gd name="connsiteY19" fmla="*/ 1585115 h 1606780"/>
              <a:gd name="connsiteX20" fmla="*/ 9435846 w 9435846"/>
              <a:gd name="connsiteY20" fmla="*/ 1589179 h 1606780"/>
              <a:gd name="connsiteX0" fmla="*/ 0 w 9435846"/>
              <a:gd name="connsiteY0" fmla="*/ 7394 h 1593530"/>
              <a:gd name="connsiteX1" fmla="*/ 3251200 w 9435846"/>
              <a:gd name="connsiteY1" fmla="*/ 2187 h 1593530"/>
              <a:gd name="connsiteX2" fmla="*/ 5361432 w 9435846"/>
              <a:gd name="connsiteY2" fmla="*/ 8791 h 1593530"/>
              <a:gd name="connsiteX3" fmla="*/ 7542276 w 9435846"/>
              <a:gd name="connsiteY3" fmla="*/ 4727 h 1593530"/>
              <a:gd name="connsiteX4" fmla="*/ 8357108 w 9435846"/>
              <a:gd name="connsiteY4" fmla="*/ 2187 h 1593530"/>
              <a:gd name="connsiteX5" fmla="*/ 8940038 w 9435846"/>
              <a:gd name="connsiteY5" fmla="*/ 65433 h 1593530"/>
              <a:gd name="connsiteX6" fmla="*/ 8997061 w 9435846"/>
              <a:gd name="connsiteY6" fmla="*/ 743867 h 1593530"/>
              <a:gd name="connsiteX7" fmla="*/ 8282305 w 9435846"/>
              <a:gd name="connsiteY7" fmla="*/ 800890 h 1593530"/>
              <a:gd name="connsiteX8" fmla="*/ 7213314 w 9435846"/>
              <a:gd name="connsiteY8" fmla="*/ 797619 h 1593530"/>
              <a:gd name="connsiteX9" fmla="*/ 4657979 w 9435846"/>
              <a:gd name="connsiteY9" fmla="*/ 793651 h 1593530"/>
              <a:gd name="connsiteX10" fmla="*/ 3553968 w 9435846"/>
              <a:gd name="connsiteY10" fmla="*/ 778919 h 1593530"/>
              <a:gd name="connsiteX11" fmla="*/ 2722118 w 9435846"/>
              <a:gd name="connsiteY11" fmla="*/ 782602 h 1593530"/>
              <a:gd name="connsiteX12" fmla="*/ 1640205 w 9435846"/>
              <a:gd name="connsiteY12" fmla="*/ 752884 h 1593530"/>
              <a:gd name="connsiteX13" fmla="*/ 1264920 w 9435846"/>
              <a:gd name="connsiteY13" fmla="*/ 971578 h 1593530"/>
              <a:gd name="connsiteX14" fmla="*/ 1373759 w 9435846"/>
              <a:gd name="connsiteY14" fmla="*/ 1490119 h 1593530"/>
              <a:gd name="connsiteX15" fmla="*/ 2254504 w 9435846"/>
              <a:gd name="connsiteY15" fmla="*/ 1586639 h 1593530"/>
              <a:gd name="connsiteX16" fmla="*/ 3427984 w 9435846"/>
              <a:gd name="connsiteY16" fmla="*/ 1585623 h 1593530"/>
              <a:gd name="connsiteX17" fmla="*/ 5679313 w 9435846"/>
              <a:gd name="connsiteY17" fmla="*/ 1582702 h 1593530"/>
              <a:gd name="connsiteX18" fmla="*/ 7036878 w 9435846"/>
              <a:gd name="connsiteY18" fmla="*/ 1582770 h 1593530"/>
              <a:gd name="connsiteX19" fmla="*/ 8728075 w 9435846"/>
              <a:gd name="connsiteY19" fmla="*/ 1585115 h 1593530"/>
              <a:gd name="connsiteX20" fmla="*/ 9435846 w 9435846"/>
              <a:gd name="connsiteY20" fmla="*/ 1589179 h 1593530"/>
              <a:gd name="connsiteX0" fmla="*/ 0 w 9435846"/>
              <a:gd name="connsiteY0" fmla="*/ 7394 h 1601767"/>
              <a:gd name="connsiteX1" fmla="*/ 3251200 w 9435846"/>
              <a:gd name="connsiteY1" fmla="*/ 2187 h 1601767"/>
              <a:gd name="connsiteX2" fmla="*/ 5361432 w 9435846"/>
              <a:gd name="connsiteY2" fmla="*/ 8791 h 1601767"/>
              <a:gd name="connsiteX3" fmla="*/ 7542276 w 9435846"/>
              <a:gd name="connsiteY3" fmla="*/ 4727 h 1601767"/>
              <a:gd name="connsiteX4" fmla="*/ 8357108 w 9435846"/>
              <a:gd name="connsiteY4" fmla="*/ 2187 h 1601767"/>
              <a:gd name="connsiteX5" fmla="*/ 8940038 w 9435846"/>
              <a:gd name="connsiteY5" fmla="*/ 65433 h 1601767"/>
              <a:gd name="connsiteX6" fmla="*/ 8997061 w 9435846"/>
              <a:gd name="connsiteY6" fmla="*/ 743867 h 1601767"/>
              <a:gd name="connsiteX7" fmla="*/ 8282305 w 9435846"/>
              <a:gd name="connsiteY7" fmla="*/ 800890 h 1601767"/>
              <a:gd name="connsiteX8" fmla="*/ 7213314 w 9435846"/>
              <a:gd name="connsiteY8" fmla="*/ 797619 h 1601767"/>
              <a:gd name="connsiteX9" fmla="*/ 4657979 w 9435846"/>
              <a:gd name="connsiteY9" fmla="*/ 793651 h 1601767"/>
              <a:gd name="connsiteX10" fmla="*/ 3553968 w 9435846"/>
              <a:gd name="connsiteY10" fmla="*/ 778919 h 1601767"/>
              <a:gd name="connsiteX11" fmla="*/ 2722118 w 9435846"/>
              <a:gd name="connsiteY11" fmla="*/ 782602 h 1601767"/>
              <a:gd name="connsiteX12" fmla="*/ 1640205 w 9435846"/>
              <a:gd name="connsiteY12" fmla="*/ 752884 h 1601767"/>
              <a:gd name="connsiteX13" fmla="*/ 1264920 w 9435846"/>
              <a:gd name="connsiteY13" fmla="*/ 971578 h 1601767"/>
              <a:gd name="connsiteX14" fmla="*/ 1373759 w 9435846"/>
              <a:gd name="connsiteY14" fmla="*/ 1490119 h 1601767"/>
              <a:gd name="connsiteX15" fmla="*/ 2254504 w 9435846"/>
              <a:gd name="connsiteY15" fmla="*/ 1586639 h 1601767"/>
              <a:gd name="connsiteX16" fmla="*/ 3427984 w 9435846"/>
              <a:gd name="connsiteY16" fmla="*/ 1585623 h 1601767"/>
              <a:gd name="connsiteX17" fmla="*/ 5679313 w 9435846"/>
              <a:gd name="connsiteY17" fmla="*/ 1582702 h 1601767"/>
              <a:gd name="connsiteX18" fmla="*/ 7036878 w 9435846"/>
              <a:gd name="connsiteY18" fmla="*/ 1582770 h 1601767"/>
              <a:gd name="connsiteX19" fmla="*/ 8728075 w 9435846"/>
              <a:gd name="connsiteY19" fmla="*/ 1585115 h 1601767"/>
              <a:gd name="connsiteX20" fmla="*/ 9435846 w 9435846"/>
              <a:gd name="connsiteY20" fmla="*/ 1589179 h 1601767"/>
              <a:gd name="connsiteX0" fmla="*/ 0 w 9435846"/>
              <a:gd name="connsiteY0" fmla="*/ 7394 h 1601767"/>
              <a:gd name="connsiteX1" fmla="*/ 3251200 w 9435846"/>
              <a:gd name="connsiteY1" fmla="*/ 2187 h 1601767"/>
              <a:gd name="connsiteX2" fmla="*/ 5361432 w 9435846"/>
              <a:gd name="connsiteY2" fmla="*/ 8791 h 1601767"/>
              <a:gd name="connsiteX3" fmla="*/ 7542276 w 9435846"/>
              <a:gd name="connsiteY3" fmla="*/ 4727 h 1601767"/>
              <a:gd name="connsiteX4" fmla="*/ 8357108 w 9435846"/>
              <a:gd name="connsiteY4" fmla="*/ 2187 h 1601767"/>
              <a:gd name="connsiteX5" fmla="*/ 8940038 w 9435846"/>
              <a:gd name="connsiteY5" fmla="*/ 65433 h 1601767"/>
              <a:gd name="connsiteX6" fmla="*/ 8997061 w 9435846"/>
              <a:gd name="connsiteY6" fmla="*/ 743867 h 1601767"/>
              <a:gd name="connsiteX7" fmla="*/ 8282305 w 9435846"/>
              <a:gd name="connsiteY7" fmla="*/ 800890 h 1601767"/>
              <a:gd name="connsiteX8" fmla="*/ 7213314 w 9435846"/>
              <a:gd name="connsiteY8" fmla="*/ 797619 h 1601767"/>
              <a:gd name="connsiteX9" fmla="*/ 4657979 w 9435846"/>
              <a:gd name="connsiteY9" fmla="*/ 793651 h 1601767"/>
              <a:gd name="connsiteX10" fmla="*/ 3553968 w 9435846"/>
              <a:gd name="connsiteY10" fmla="*/ 778919 h 1601767"/>
              <a:gd name="connsiteX11" fmla="*/ 2722118 w 9435846"/>
              <a:gd name="connsiteY11" fmla="*/ 782602 h 1601767"/>
              <a:gd name="connsiteX12" fmla="*/ 1640205 w 9435846"/>
              <a:gd name="connsiteY12" fmla="*/ 752884 h 1601767"/>
              <a:gd name="connsiteX13" fmla="*/ 1264920 w 9435846"/>
              <a:gd name="connsiteY13" fmla="*/ 971578 h 1601767"/>
              <a:gd name="connsiteX14" fmla="*/ 1373759 w 9435846"/>
              <a:gd name="connsiteY14" fmla="*/ 1490119 h 1601767"/>
              <a:gd name="connsiteX15" fmla="*/ 2254504 w 9435846"/>
              <a:gd name="connsiteY15" fmla="*/ 1586639 h 1601767"/>
              <a:gd name="connsiteX16" fmla="*/ 3427984 w 9435846"/>
              <a:gd name="connsiteY16" fmla="*/ 1585623 h 1601767"/>
              <a:gd name="connsiteX17" fmla="*/ 5679313 w 9435846"/>
              <a:gd name="connsiteY17" fmla="*/ 1582702 h 1601767"/>
              <a:gd name="connsiteX18" fmla="*/ 7036878 w 9435846"/>
              <a:gd name="connsiteY18" fmla="*/ 1582770 h 1601767"/>
              <a:gd name="connsiteX19" fmla="*/ 8728075 w 9435846"/>
              <a:gd name="connsiteY19" fmla="*/ 1585115 h 1601767"/>
              <a:gd name="connsiteX20" fmla="*/ 9435846 w 9435846"/>
              <a:gd name="connsiteY20" fmla="*/ 1589179 h 1601767"/>
              <a:gd name="connsiteX0" fmla="*/ 0 w 9435846"/>
              <a:gd name="connsiteY0" fmla="*/ 7394 h 1601767"/>
              <a:gd name="connsiteX1" fmla="*/ 3251200 w 9435846"/>
              <a:gd name="connsiteY1" fmla="*/ 2187 h 1601767"/>
              <a:gd name="connsiteX2" fmla="*/ 5361432 w 9435846"/>
              <a:gd name="connsiteY2" fmla="*/ 8791 h 1601767"/>
              <a:gd name="connsiteX3" fmla="*/ 7542276 w 9435846"/>
              <a:gd name="connsiteY3" fmla="*/ 4727 h 1601767"/>
              <a:gd name="connsiteX4" fmla="*/ 8357108 w 9435846"/>
              <a:gd name="connsiteY4" fmla="*/ 2187 h 1601767"/>
              <a:gd name="connsiteX5" fmla="*/ 8940038 w 9435846"/>
              <a:gd name="connsiteY5" fmla="*/ 65433 h 1601767"/>
              <a:gd name="connsiteX6" fmla="*/ 8997061 w 9435846"/>
              <a:gd name="connsiteY6" fmla="*/ 743867 h 1601767"/>
              <a:gd name="connsiteX7" fmla="*/ 8282305 w 9435846"/>
              <a:gd name="connsiteY7" fmla="*/ 800890 h 1601767"/>
              <a:gd name="connsiteX8" fmla="*/ 7213314 w 9435846"/>
              <a:gd name="connsiteY8" fmla="*/ 797619 h 1601767"/>
              <a:gd name="connsiteX9" fmla="*/ 4657979 w 9435846"/>
              <a:gd name="connsiteY9" fmla="*/ 793651 h 1601767"/>
              <a:gd name="connsiteX10" fmla="*/ 3553968 w 9435846"/>
              <a:gd name="connsiteY10" fmla="*/ 778919 h 1601767"/>
              <a:gd name="connsiteX11" fmla="*/ 2722118 w 9435846"/>
              <a:gd name="connsiteY11" fmla="*/ 782602 h 1601767"/>
              <a:gd name="connsiteX12" fmla="*/ 1640205 w 9435846"/>
              <a:gd name="connsiteY12" fmla="*/ 752884 h 1601767"/>
              <a:gd name="connsiteX13" fmla="*/ 1264920 w 9435846"/>
              <a:gd name="connsiteY13" fmla="*/ 971578 h 1601767"/>
              <a:gd name="connsiteX14" fmla="*/ 1373759 w 9435846"/>
              <a:gd name="connsiteY14" fmla="*/ 1490119 h 1601767"/>
              <a:gd name="connsiteX15" fmla="*/ 2254504 w 9435846"/>
              <a:gd name="connsiteY15" fmla="*/ 1586639 h 1601767"/>
              <a:gd name="connsiteX16" fmla="*/ 3427984 w 9435846"/>
              <a:gd name="connsiteY16" fmla="*/ 1585623 h 1601767"/>
              <a:gd name="connsiteX17" fmla="*/ 5679313 w 9435846"/>
              <a:gd name="connsiteY17" fmla="*/ 1582702 h 1601767"/>
              <a:gd name="connsiteX18" fmla="*/ 7036878 w 9435846"/>
              <a:gd name="connsiteY18" fmla="*/ 1582770 h 1601767"/>
              <a:gd name="connsiteX19" fmla="*/ 8728075 w 9435846"/>
              <a:gd name="connsiteY19" fmla="*/ 1585115 h 1601767"/>
              <a:gd name="connsiteX20" fmla="*/ 9435846 w 9435846"/>
              <a:gd name="connsiteY20" fmla="*/ 1589179 h 1601767"/>
              <a:gd name="connsiteX0" fmla="*/ 0 w 9435846"/>
              <a:gd name="connsiteY0" fmla="*/ 7394 h 1601767"/>
              <a:gd name="connsiteX1" fmla="*/ 3251200 w 9435846"/>
              <a:gd name="connsiteY1" fmla="*/ 2187 h 1601767"/>
              <a:gd name="connsiteX2" fmla="*/ 5361432 w 9435846"/>
              <a:gd name="connsiteY2" fmla="*/ 8791 h 1601767"/>
              <a:gd name="connsiteX3" fmla="*/ 7542276 w 9435846"/>
              <a:gd name="connsiteY3" fmla="*/ 4727 h 1601767"/>
              <a:gd name="connsiteX4" fmla="*/ 8357108 w 9435846"/>
              <a:gd name="connsiteY4" fmla="*/ 2187 h 1601767"/>
              <a:gd name="connsiteX5" fmla="*/ 8940038 w 9435846"/>
              <a:gd name="connsiteY5" fmla="*/ 65433 h 1601767"/>
              <a:gd name="connsiteX6" fmla="*/ 8997061 w 9435846"/>
              <a:gd name="connsiteY6" fmla="*/ 743867 h 1601767"/>
              <a:gd name="connsiteX7" fmla="*/ 8282305 w 9435846"/>
              <a:gd name="connsiteY7" fmla="*/ 800890 h 1601767"/>
              <a:gd name="connsiteX8" fmla="*/ 7213314 w 9435846"/>
              <a:gd name="connsiteY8" fmla="*/ 797619 h 1601767"/>
              <a:gd name="connsiteX9" fmla="*/ 4657979 w 9435846"/>
              <a:gd name="connsiteY9" fmla="*/ 793651 h 1601767"/>
              <a:gd name="connsiteX10" fmla="*/ 3553968 w 9435846"/>
              <a:gd name="connsiteY10" fmla="*/ 778919 h 1601767"/>
              <a:gd name="connsiteX11" fmla="*/ 2722118 w 9435846"/>
              <a:gd name="connsiteY11" fmla="*/ 782602 h 1601767"/>
              <a:gd name="connsiteX12" fmla="*/ 1640205 w 9435846"/>
              <a:gd name="connsiteY12" fmla="*/ 752884 h 1601767"/>
              <a:gd name="connsiteX13" fmla="*/ 1264920 w 9435846"/>
              <a:gd name="connsiteY13" fmla="*/ 971578 h 1601767"/>
              <a:gd name="connsiteX14" fmla="*/ 1373759 w 9435846"/>
              <a:gd name="connsiteY14" fmla="*/ 1490119 h 1601767"/>
              <a:gd name="connsiteX15" fmla="*/ 2254504 w 9435846"/>
              <a:gd name="connsiteY15" fmla="*/ 1586639 h 1601767"/>
              <a:gd name="connsiteX16" fmla="*/ 3427984 w 9435846"/>
              <a:gd name="connsiteY16" fmla="*/ 1585623 h 1601767"/>
              <a:gd name="connsiteX17" fmla="*/ 5679313 w 9435846"/>
              <a:gd name="connsiteY17" fmla="*/ 1582702 h 1601767"/>
              <a:gd name="connsiteX18" fmla="*/ 7036878 w 9435846"/>
              <a:gd name="connsiteY18" fmla="*/ 1582770 h 1601767"/>
              <a:gd name="connsiteX19" fmla="*/ 8728075 w 9435846"/>
              <a:gd name="connsiteY19" fmla="*/ 1585115 h 1601767"/>
              <a:gd name="connsiteX20" fmla="*/ 9435846 w 9435846"/>
              <a:gd name="connsiteY20" fmla="*/ 1589179 h 1601767"/>
              <a:gd name="connsiteX0" fmla="*/ 0 w 9435846"/>
              <a:gd name="connsiteY0" fmla="*/ 7394 h 1601767"/>
              <a:gd name="connsiteX1" fmla="*/ 3251200 w 9435846"/>
              <a:gd name="connsiteY1" fmla="*/ 2187 h 1601767"/>
              <a:gd name="connsiteX2" fmla="*/ 5361432 w 9435846"/>
              <a:gd name="connsiteY2" fmla="*/ 8791 h 1601767"/>
              <a:gd name="connsiteX3" fmla="*/ 5539799 w 9435846"/>
              <a:gd name="connsiteY3" fmla="*/ 3634 h 1601767"/>
              <a:gd name="connsiteX4" fmla="*/ 7542276 w 9435846"/>
              <a:gd name="connsiteY4" fmla="*/ 4727 h 1601767"/>
              <a:gd name="connsiteX5" fmla="*/ 8357108 w 9435846"/>
              <a:gd name="connsiteY5" fmla="*/ 2187 h 1601767"/>
              <a:gd name="connsiteX6" fmla="*/ 8940038 w 9435846"/>
              <a:gd name="connsiteY6" fmla="*/ 65433 h 1601767"/>
              <a:gd name="connsiteX7" fmla="*/ 8997061 w 9435846"/>
              <a:gd name="connsiteY7" fmla="*/ 743867 h 1601767"/>
              <a:gd name="connsiteX8" fmla="*/ 8282305 w 9435846"/>
              <a:gd name="connsiteY8" fmla="*/ 800890 h 1601767"/>
              <a:gd name="connsiteX9" fmla="*/ 7213314 w 9435846"/>
              <a:gd name="connsiteY9" fmla="*/ 797619 h 1601767"/>
              <a:gd name="connsiteX10" fmla="*/ 4657979 w 9435846"/>
              <a:gd name="connsiteY10" fmla="*/ 793651 h 1601767"/>
              <a:gd name="connsiteX11" fmla="*/ 3553968 w 9435846"/>
              <a:gd name="connsiteY11" fmla="*/ 778919 h 1601767"/>
              <a:gd name="connsiteX12" fmla="*/ 2722118 w 9435846"/>
              <a:gd name="connsiteY12" fmla="*/ 782602 h 1601767"/>
              <a:gd name="connsiteX13" fmla="*/ 1640205 w 9435846"/>
              <a:gd name="connsiteY13" fmla="*/ 752884 h 1601767"/>
              <a:gd name="connsiteX14" fmla="*/ 1264920 w 9435846"/>
              <a:gd name="connsiteY14" fmla="*/ 971578 h 1601767"/>
              <a:gd name="connsiteX15" fmla="*/ 1373759 w 9435846"/>
              <a:gd name="connsiteY15" fmla="*/ 1490119 h 1601767"/>
              <a:gd name="connsiteX16" fmla="*/ 2254504 w 9435846"/>
              <a:gd name="connsiteY16" fmla="*/ 1586639 h 1601767"/>
              <a:gd name="connsiteX17" fmla="*/ 3427984 w 9435846"/>
              <a:gd name="connsiteY17" fmla="*/ 1585623 h 1601767"/>
              <a:gd name="connsiteX18" fmla="*/ 5679313 w 9435846"/>
              <a:gd name="connsiteY18" fmla="*/ 1582702 h 1601767"/>
              <a:gd name="connsiteX19" fmla="*/ 7036878 w 9435846"/>
              <a:gd name="connsiteY19" fmla="*/ 1582770 h 1601767"/>
              <a:gd name="connsiteX20" fmla="*/ 8728075 w 9435846"/>
              <a:gd name="connsiteY20" fmla="*/ 1585115 h 1601767"/>
              <a:gd name="connsiteX21" fmla="*/ 9435846 w 9435846"/>
              <a:gd name="connsiteY21" fmla="*/ 1589179 h 1601767"/>
              <a:gd name="connsiteX0" fmla="*/ 0 w 9435846"/>
              <a:gd name="connsiteY0" fmla="*/ 7394 h 1601767"/>
              <a:gd name="connsiteX1" fmla="*/ 3251200 w 9435846"/>
              <a:gd name="connsiteY1" fmla="*/ 2187 h 1601767"/>
              <a:gd name="connsiteX2" fmla="*/ 4797552 w 9435846"/>
              <a:gd name="connsiteY2" fmla="*/ 8791 h 1601767"/>
              <a:gd name="connsiteX3" fmla="*/ 5539799 w 9435846"/>
              <a:gd name="connsiteY3" fmla="*/ 3634 h 1601767"/>
              <a:gd name="connsiteX4" fmla="*/ 7542276 w 9435846"/>
              <a:gd name="connsiteY4" fmla="*/ 4727 h 1601767"/>
              <a:gd name="connsiteX5" fmla="*/ 8357108 w 9435846"/>
              <a:gd name="connsiteY5" fmla="*/ 2187 h 1601767"/>
              <a:gd name="connsiteX6" fmla="*/ 8940038 w 9435846"/>
              <a:gd name="connsiteY6" fmla="*/ 65433 h 1601767"/>
              <a:gd name="connsiteX7" fmla="*/ 8997061 w 9435846"/>
              <a:gd name="connsiteY7" fmla="*/ 743867 h 1601767"/>
              <a:gd name="connsiteX8" fmla="*/ 8282305 w 9435846"/>
              <a:gd name="connsiteY8" fmla="*/ 800890 h 1601767"/>
              <a:gd name="connsiteX9" fmla="*/ 7213314 w 9435846"/>
              <a:gd name="connsiteY9" fmla="*/ 797619 h 1601767"/>
              <a:gd name="connsiteX10" fmla="*/ 4657979 w 9435846"/>
              <a:gd name="connsiteY10" fmla="*/ 793651 h 1601767"/>
              <a:gd name="connsiteX11" fmla="*/ 3553968 w 9435846"/>
              <a:gd name="connsiteY11" fmla="*/ 778919 h 1601767"/>
              <a:gd name="connsiteX12" fmla="*/ 2722118 w 9435846"/>
              <a:gd name="connsiteY12" fmla="*/ 782602 h 1601767"/>
              <a:gd name="connsiteX13" fmla="*/ 1640205 w 9435846"/>
              <a:gd name="connsiteY13" fmla="*/ 752884 h 1601767"/>
              <a:gd name="connsiteX14" fmla="*/ 1264920 w 9435846"/>
              <a:gd name="connsiteY14" fmla="*/ 971578 h 1601767"/>
              <a:gd name="connsiteX15" fmla="*/ 1373759 w 9435846"/>
              <a:gd name="connsiteY15" fmla="*/ 1490119 h 1601767"/>
              <a:gd name="connsiteX16" fmla="*/ 2254504 w 9435846"/>
              <a:gd name="connsiteY16" fmla="*/ 1586639 h 1601767"/>
              <a:gd name="connsiteX17" fmla="*/ 3427984 w 9435846"/>
              <a:gd name="connsiteY17" fmla="*/ 1585623 h 1601767"/>
              <a:gd name="connsiteX18" fmla="*/ 5679313 w 9435846"/>
              <a:gd name="connsiteY18" fmla="*/ 1582702 h 1601767"/>
              <a:gd name="connsiteX19" fmla="*/ 7036878 w 9435846"/>
              <a:gd name="connsiteY19" fmla="*/ 1582770 h 1601767"/>
              <a:gd name="connsiteX20" fmla="*/ 8728075 w 9435846"/>
              <a:gd name="connsiteY20" fmla="*/ 1585115 h 1601767"/>
              <a:gd name="connsiteX21" fmla="*/ 9435846 w 9435846"/>
              <a:gd name="connsiteY21" fmla="*/ 1589179 h 1601767"/>
              <a:gd name="connsiteX0" fmla="*/ 0 w 9435846"/>
              <a:gd name="connsiteY0" fmla="*/ 7394 h 1601767"/>
              <a:gd name="connsiteX1" fmla="*/ 3246120 w 9435846"/>
              <a:gd name="connsiteY1" fmla="*/ 12347 h 1601767"/>
              <a:gd name="connsiteX2" fmla="*/ 4797552 w 9435846"/>
              <a:gd name="connsiteY2" fmla="*/ 8791 h 1601767"/>
              <a:gd name="connsiteX3" fmla="*/ 5539799 w 9435846"/>
              <a:gd name="connsiteY3" fmla="*/ 3634 h 1601767"/>
              <a:gd name="connsiteX4" fmla="*/ 7542276 w 9435846"/>
              <a:gd name="connsiteY4" fmla="*/ 4727 h 1601767"/>
              <a:gd name="connsiteX5" fmla="*/ 8357108 w 9435846"/>
              <a:gd name="connsiteY5" fmla="*/ 2187 h 1601767"/>
              <a:gd name="connsiteX6" fmla="*/ 8940038 w 9435846"/>
              <a:gd name="connsiteY6" fmla="*/ 65433 h 1601767"/>
              <a:gd name="connsiteX7" fmla="*/ 8997061 w 9435846"/>
              <a:gd name="connsiteY7" fmla="*/ 743867 h 1601767"/>
              <a:gd name="connsiteX8" fmla="*/ 8282305 w 9435846"/>
              <a:gd name="connsiteY8" fmla="*/ 800890 h 1601767"/>
              <a:gd name="connsiteX9" fmla="*/ 7213314 w 9435846"/>
              <a:gd name="connsiteY9" fmla="*/ 797619 h 1601767"/>
              <a:gd name="connsiteX10" fmla="*/ 4657979 w 9435846"/>
              <a:gd name="connsiteY10" fmla="*/ 793651 h 1601767"/>
              <a:gd name="connsiteX11" fmla="*/ 3553968 w 9435846"/>
              <a:gd name="connsiteY11" fmla="*/ 778919 h 1601767"/>
              <a:gd name="connsiteX12" fmla="*/ 2722118 w 9435846"/>
              <a:gd name="connsiteY12" fmla="*/ 782602 h 1601767"/>
              <a:gd name="connsiteX13" fmla="*/ 1640205 w 9435846"/>
              <a:gd name="connsiteY13" fmla="*/ 752884 h 1601767"/>
              <a:gd name="connsiteX14" fmla="*/ 1264920 w 9435846"/>
              <a:gd name="connsiteY14" fmla="*/ 971578 h 1601767"/>
              <a:gd name="connsiteX15" fmla="*/ 1373759 w 9435846"/>
              <a:gd name="connsiteY15" fmla="*/ 1490119 h 1601767"/>
              <a:gd name="connsiteX16" fmla="*/ 2254504 w 9435846"/>
              <a:gd name="connsiteY16" fmla="*/ 1586639 h 1601767"/>
              <a:gd name="connsiteX17" fmla="*/ 3427984 w 9435846"/>
              <a:gd name="connsiteY17" fmla="*/ 1585623 h 1601767"/>
              <a:gd name="connsiteX18" fmla="*/ 5679313 w 9435846"/>
              <a:gd name="connsiteY18" fmla="*/ 1582702 h 1601767"/>
              <a:gd name="connsiteX19" fmla="*/ 7036878 w 9435846"/>
              <a:gd name="connsiteY19" fmla="*/ 1582770 h 1601767"/>
              <a:gd name="connsiteX20" fmla="*/ 8728075 w 9435846"/>
              <a:gd name="connsiteY20" fmla="*/ 1585115 h 1601767"/>
              <a:gd name="connsiteX21" fmla="*/ 9435846 w 9435846"/>
              <a:gd name="connsiteY21" fmla="*/ 1589179 h 1601767"/>
              <a:gd name="connsiteX0" fmla="*/ 0 w 9435846"/>
              <a:gd name="connsiteY0" fmla="*/ 7394 h 1601767"/>
              <a:gd name="connsiteX1" fmla="*/ 3022600 w 9435846"/>
              <a:gd name="connsiteY1" fmla="*/ 7267 h 1601767"/>
              <a:gd name="connsiteX2" fmla="*/ 4797552 w 9435846"/>
              <a:gd name="connsiteY2" fmla="*/ 8791 h 1601767"/>
              <a:gd name="connsiteX3" fmla="*/ 5539799 w 9435846"/>
              <a:gd name="connsiteY3" fmla="*/ 3634 h 1601767"/>
              <a:gd name="connsiteX4" fmla="*/ 7542276 w 9435846"/>
              <a:gd name="connsiteY4" fmla="*/ 4727 h 1601767"/>
              <a:gd name="connsiteX5" fmla="*/ 8357108 w 9435846"/>
              <a:gd name="connsiteY5" fmla="*/ 2187 h 1601767"/>
              <a:gd name="connsiteX6" fmla="*/ 8940038 w 9435846"/>
              <a:gd name="connsiteY6" fmla="*/ 65433 h 1601767"/>
              <a:gd name="connsiteX7" fmla="*/ 8997061 w 9435846"/>
              <a:gd name="connsiteY7" fmla="*/ 743867 h 1601767"/>
              <a:gd name="connsiteX8" fmla="*/ 8282305 w 9435846"/>
              <a:gd name="connsiteY8" fmla="*/ 800890 h 1601767"/>
              <a:gd name="connsiteX9" fmla="*/ 7213314 w 9435846"/>
              <a:gd name="connsiteY9" fmla="*/ 797619 h 1601767"/>
              <a:gd name="connsiteX10" fmla="*/ 4657979 w 9435846"/>
              <a:gd name="connsiteY10" fmla="*/ 793651 h 1601767"/>
              <a:gd name="connsiteX11" fmla="*/ 3553968 w 9435846"/>
              <a:gd name="connsiteY11" fmla="*/ 778919 h 1601767"/>
              <a:gd name="connsiteX12" fmla="*/ 2722118 w 9435846"/>
              <a:gd name="connsiteY12" fmla="*/ 782602 h 1601767"/>
              <a:gd name="connsiteX13" fmla="*/ 1640205 w 9435846"/>
              <a:gd name="connsiteY13" fmla="*/ 752884 h 1601767"/>
              <a:gd name="connsiteX14" fmla="*/ 1264920 w 9435846"/>
              <a:gd name="connsiteY14" fmla="*/ 971578 h 1601767"/>
              <a:gd name="connsiteX15" fmla="*/ 1373759 w 9435846"/>
              <a:gd name="connsiteY15" fmla="*/ 1490119 h 1601767"/>
              <a:gd name="connsiteX16" fmla="*/ 2254504 w 9435846"/>
              <a:gd name="connsiteY16" fmla="*/ 1586639 h 1601767"/>
              <a:gd name="connsiteX17" fmla="*/ 3427984 w 9435846"/>
              <a:gd name="connsiteY17" fmla="*/ 1585623 h 1601767"/>
              <a:gd name="connsiteX18" fmla="*/ 5679313 w 9435846"/>
              <a:gd name="connsiteY18" fmla="*/ 1582702 h 1601767"/>
              <a:gd name="connsiteX19" fmla="*/ 7036878 w 9435846"/>
              <a:gd name="connsiteY19" fmla="*/ 1582770 h 1601767"/>
              <a:gd name="connsiteX20" fmla="*/ 8728075 w 9435846"/>
              <a:gd name="connsiteY20" fmla="*/ 1585115 h 1601767"/>
              <a:gd name="connsiteX21" fmla="*/ 9435846 w 9435846"/>
              <a:gd name="connsiteY21" fmla="*/ 1589179 h 1601767"/>
              <a:gd name="connsiteX0" fmla="*/ 0 w 9435846"/>
              <a:gd name="connsiteY0" fmla="*/ 7394 h 1601767"/>
              <a:gd name="connsiteX1" fmla="*/ 3022600 w 9435846"/>
              <a:gd name="connsiteY1" fmla="*/ 7267 h 1601767"/>
              <a:gd name="connsiteX2" fmla="*/ 4797552 w 9435846"/>
              <a:gd name="connsiteY2" fmla="*/ 8791 h 1601767"/>
              <a:gd name="connsiteX3" fmla="*/ 5539799 w 9435846"/>
              <a:gd name="connsiteY3" fmla="*/ 3634 h 1601767"/>
              <a:gd name="connsiteX4" fmla="*/ 7542276 w 9435846"/>
              <a:gd name="connsiteY4" fmla="*/ 4727 h 1601767"/>
              <a:gd name="connsiteX5" fmla="*/ 8357108 w 9435846"/>
              <a:gd name="connsiteY5" fmla="*/ 2187 h 1601767"/>
              <a:gd name="connsiteX6" fmla="*/ 8940038 w 9435846"/>
              <a:gd name="connsiteY6" fmla="*/ 65433 h 1601767"/>
              <a:gd name="connsiteX7" fmla="*/ 8997061 w 9435846"/>
              <a:gd name="connsiteY7" fmla="*/ 743867 h 1601767"/>
              <a:gd name="connsiteX8" fmla="*/ 8282305 w 9435846"/>
              <a:gd name="connsiteY8" fmla="*/ 800890 h 1601767"/>
              <a:gd name="connsiteX9" fmla="*/ 7213314 w 9435846"/>
              <a:gd name="connsiteY9" fmla="*/ 797619 h 1601767"/>
              <a:gd name="connsiteX10" fmla="*/ 4657979 w 9435846"/>
              <a:gd name="connsiteY10" fmla="*/ 793651 h 1601767"/>
              <a:gd name="connsiteX11" fmla="*/ 3570443 w 9435846"/>
              <a:gd name="connsiteY11" fmla="*/ 783038 h 1601767"/>
              <a:gd name="connsiteX12" fmla="*/ 2722118 w 9435846"/>
              <a:gd name="connsiteY12" fmla="*/ 782602 h 1601767"/>
              <a:gd name="connsiteX13" fmla="*/ 1640205 w 9435846"/>
              <a:gd name="connsiteY13" fmla="*/ 752884 h 1601767"/>
              <a:gd name="connsiteX14" fmla="*/ 1264920 w 9435846"/>
              <a:gd name="connsiteY14" fmla="*/ 971578 h 1601767"/>
              <a:gd name="connsiteX15" fmla="*/ 1373759 w 9435846"/>
              <a:gd name="connsiteY15" fmla="*/ 1490119 h 1601767"/>
              <a:gd name="connsiteX16" fmla="*/ 2254504 w 9435846"/>
              <a:gd name="connsiteY16" fmla="*/ 1586639 h 1601767"/>
              <a:gd name="connsiteX17" fmla="*/ 3427984 w 9435846"/>
              <a:gd name="connsiteY17" fmla="*/ 1585623 h 1601767"/>
              <a:gd name="connsiteX18" fmla="*/ 5679313 w 9435846"/>
              <a:gd name="connsiteY18" fmla="*/ 1582702 h 1601767"/>
              <a:gd name="connsiteX19" fmla="*/ 7036878 w 9435846"/>
              <a:gd name="connsiteY19" fmla="*/ 1582770 h 1601767"/>
              <a:gd name="connsiteX20" fmla="*/ 8728075 w 9435846"/>
              <a:gd name="connsiteY20" fmla="*/ 1585115 h 1601767"/>
              <a:gd name="connsiteX21" fmla="*/ 9435846 w 9435846"/>
              <a:gd name="connsiteY21" fmla="*/ 1589179 h 1601767"/>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40205 w 9435846"/>
              <a:gd name="connsiteY13" fmla="*/ 752884 h 1595266"/>
              <a:gd name="connsiteX14" fmla="*/ 1264920 w 9435846"/>
              <a:gd name="connsiteY14" fmla="*/ 971578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40205 w 9435846"/>
              <a:gd name="connsiteY13" fmla="*/ 752884 h 1595266"/>
              <a:gd name="connsiteX14" fmla="*/ 1264920 w 9435846"/>
              <a:gd name="connsiteY14" fmla="*/ 971578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40205 w 9435846"/>
              <a:gd name="connsiteY13" fmla="*/ 752884 h 1595266"/>
              <a:gd name="connsiteX14" fmla="*/ 1297745 w 9435846"/>
              <a:gd name="connsiteY14" fmla="*/ 102316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297745 w 9435846"/>
              <a:gd name="connsiteY14" fmla="*/ 102316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297745 w 9435846"/>
              <a:gd name="connsiteY14" fmla="*/ 102316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297745 w 9435846"/>
              <a:gd name="connsiteY14" fmla="*/ 102316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330570 w 9435846"/>
              <a:gd name="connsiteY14" fmla="*/ 114508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330570 w 9435846"/>
              <a:gd name="connsiteY14" fmla="*/ 114508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321191 w 9435846"/>
              <a:gd name="connsiteY14" fmla="*/ 1098188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1955"/>
              <a:gd name="connsiteX1" fmla="*/ 3022600 w 9435846"/>
              <a:gd name="connsiteY1" fmla="*/ 7267 h 1591955"/>
              <a:gd name="connsiteX2" fmla="*/ 4797552 w 9435846"/>
              <a:gd name="connsiteY2" fmla="*/ 8791 h 1591955"/>
              <a:gd name="connsiteX3" fmla="*/ 5539799 w 9435846"/>
              <a:gd name="connsiteY3" fmla="*/ 3634 h 1591955"/>
              <a:gd name="connsiteX4" fmla="*/ 7542276 w 9435846"/>
              <a:gd name="connsiteY4" fmla="*/ 4727 h 1591955"/>
              <a:gd name="connsiteX5" fmla="*/ 8357108 w 9435846"/>
              <a:gd name="connsiteY5" fmla="*/ 2187 h 1591955"/>
              <a:gd name="connsiteX6" fmla="*/ 8940038 w 9435846"/>
              <a:gd name="connsiteY6" fmla="*/ 65433 h 1591955"/>
              <a:gd name="connsiteX7" fmla="*/ 8997061 w 9435846"/>
              <a:gd name="connsiteY7" fmla="*/ 743867 h 1591955"/>
              <a:gd name="connsiteX8" fmla="*/ 8282305 w 9435846"/>
              <a:gd name="connsiteY8" fmla="*/ 800890 h 1591955"/>
              <a:gd name="connsiteX9" fmla="*/ 7213314 w 9435846"/>
              <a:gd name="connsiteY9" fmla="*/ 797619 h 1591955"/>
              <a:gd name="connsiteX10" fmla="*/ 4657979 w 9435846"/>
              <a:gd name="connsiteY10" fmla="*/ 793651 h 1591955"/>
              <a:gd name="connsiteX11" fmla="*/ 3570443 w 9435846"/>
              <a:gd name="connsiteY11" fmla="*/ 783038 h 1591955"/>
              <a:gd name="connsiteX12" fmla="*/ 2722118 w 9435846"/>
              <a:gd name="connsiteY12" fmla="*/ 782602 h 1591955"/>
              <a:gd name="connsiteX13" fmla="*/ 1616758 w 9435846"/>
              <a:gd name="connsiteY13" fmla="*/ 790398 h 1591955"/>
              <a:gd name="connsiteX14" fmla="*/ 1321191 w 9435846"/>
              <a:gd name="connsiteY14" fmla="*/ 1098188 h 1591955"/>
              <a:gd name="connsiteX15" fmla="*/ 1626977 w 9435846"/>
              <a:gd name="connsiteY15" fmla="*/ 1541701 h 1591955"/>
              <a:gd name="connsiteX16" fmla="*/ 2254504 w 9435846"/>
              <a:gd name="connsiteY16" fmla="*/ 1586639 h 1591955"/>
              <a:gd name="connsiteX17" fmla="*/ 3427984 w 9435846"/>
              <a:gd name="connsiteY17" fmla="*/ 1585623 h 1591955"/>
              <a:gd name="connsiteX18" fmla="*/ 5679313 w 9435846"/>
              <a:gd name="connsiteY18" fmla="*/ 1582702 h 1591955"/>
              <a:gd name="connsiteX19" fmla="*/ 7036878 w 9435846"/>
              <a:gd name="connsiteY19" fmla="*/ 1582770 h 1591955"/>
              <a:gd name="connsiteX20" fmla="*/ 8728075 w 9435846"/>
              <a:gd name="connsiteY20" fmla="*/ 1585115 h 1591955"/>
              <a:gd name="connsiteX21" fmla="*/ 9435846 w 9435846"/>
              <a:gd name="connsiteY21" fmla="*/ 1589179 h 159195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098188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098188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69011 w 9435846"/>
              <a:gd name="connsiteY12" fmla="*/ 768534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69011 w 9435846"/>
              <a:gd name="connsiteY12" fmla="*/ 768534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435846" h="1589715">
                <a:moveTo>
                  <a:pt x="0" y="7394"/>
                </a:moveTo>
                <a:lnTo>
                  <a:pt x="3022600" y="7267"/>
                </a:lnTo>
                <a:lnTo>
                  <a:pt x="4797552" y="8791"/>
                </a:lnTo>
                <a:cubicBezTo>
                  <a:pt x="4794354" y="5379"/>
                  <a:pt x="5542997" y="7046"/>
                  <a:pt x="5539799" y="3634"/>
                </a:cubicBezTo>
                <a:lnTo>
                  <a:pt x="7542276" y="4727"/>
                </a:lnTo>
                <a:lnTo>
                  <a:pt x="8357108" y="2187"/>
                </a:lnTo>
                <a:cubicBezTo>
                  <a:pt x="8545237" y="11331"/>
                  <a:pt x="8777436" y="-32738"/>
                  <a:pt x="8940038" y="65433"/>
                </a:cubicBezTo>
                <a:cubicBezTo>
                  <a:pt x="9200811" y="214658"/>
                  <a:pt x="9259083" y="576841"/>
                  <a:pt x="8997061" y="743867"/>
                </a:cubicBezTo>
                <a:cubicBezTo>
                  <a:pt x="8858394" y="832260"/>
                  <a:pt x="8579596" y="791931"/>
                  <a:pt x="8282305" y="800890"/>
                </a:cubicBezTo>
                <a:cubicBezTo>
                  <a:pt x="7985014" y="809849"/>
                  <a:pt x="7569644" y="798709"/>
                  <a:pt x="7213314" y="797619"/>
                </a:cubicBezTo>
                <a:lnTo>
                  <a:pt x="4657979" y="793651"/>
                </a:lnTo>
                <a:lnTo>
                  <a:pt x="3570443" y="783038"/>
                </a:lnTo>
                <a:lnTo>
                  <a:pt x="2769011" y="768534"/>
                </a:lnTo>
                <a:cubicBezTo>
                  <a:pt x="2264571" y="771133"/>
                  <a:pt x="1858061" y="719825"/>
                  <a:pt x="1616758" y="790398"/>
                </a:cubicBezTo>
                <a:cubicBezTo>
                  <a:pt x="1375455" y="860971"/>
                  <a:pt x="1310571" y="996392"/>
                  <a:pt x="1321191" y="1191973"/>
                </a:cubicBezTo>
                <a:cubicBezTo>
                  <a:pt x="1337655" y="1495191"/>
                  <a:pt x="1587844" y="1535709"/>
                  <a:pt x="1626977" y="1541701"/>
                </a:cubicBezTo>
                <a:cubicBezTo>
                  <a:pt x="1869486" y="1578832"/>
                  <a:pt x="1954336" y="1579319"/>
                  <a:pt x="2254504" y="1586639"/>
                </a:cubicBezTo>
                <a:cubicBezTo>
                  <a:pt x="2554672" y="1593959"/>
                  <a:pt x="3036824" y="1585962"/>
                  <a:pt x="3427984" y="1585623"/>
                </a:cubicBezTo>
                <a:lnTo>
                  <a:pt x="5679313" y="1582702"/>
                </a:lnTo>
                <a:lnTo>
                  <a:pt x="7036878" y="1582770"/>
                </a:lnTo>
                <a:lnTo>
                  <a:pt x="8728075" y="1585115"/>
                </a:lnTo>
                <a:lnTo>
                  <a:pt x="9435846" y="1589179"/>
                </a:lnTo>
              </a:path>
            </a:pathLst>
          </a:custGeom>
          <a:noFill/>
          <a:ln w="57150">
            <a:solidFill>
              <a:srgbClr val="D0D3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18" name="Text Placeholder 17">
            <a:extLst>
              <a:ext uri="{FF2B5EF4-FFF2-40B4-BE49-F238E27FC236}">
                <a16:creationId xmlns:a16="http://schemas.microsoft.com/office/drawing/2014/main" id="{04551C4C-74FB-CEA7-1DF5-C71078AB45C1}"/>
              </a:ext>
            </a:extLst>
          </p:cNvPr>
          <p:cNvSpPr>
            <a:spLocks noGrp="1"/>
          </p:cNvSpPr>
          <p:nvPr>
            <p:ph type="body" sz="quarter" idx="31" hasCustomPrompt="1"/>
          </p:nvPr>
        </p:nvSpPr>
        <p:spPr>
          <a:xfrm>
            <a:off x="970965" y="2778760"/>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28" name="Text Placeholder 17">
            <a:extLst>
              <a:ext uri="{FF2B5EF4-FFF2-40B4-BE49-F238E27FC236}">
                <a16:creationId xmlns:a16="http://schemas.microsoft.com/office/drawing/2014/main" id="{3DF42114-76FC-0A5D-6D8C-E42AEE9FD9AD}"/>
              </a:ext>
            </a:extLst>
          </p:cNvPr>
          <p:cNvSpPr>
            <a:spLocks noGrp="1"/>
          </p:cNvSpPr>
          <p:nvPr>
            <p:ph type="body" sz="quarter" idx="32" hasCustomPrompt="1"/>
          </p:nvPr>
        </p:nvSpPr>
        <p:spPr>
          <a:xfrm>
            <a:off x="2789605" y="2006600"/>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29" name="Text Placeholder 17">
            <a:extLst>
              <a:ext uri="{FF2B5EF4-FFF2-40B4-BE49-F238E27FC236}">
                <a16:creationId xmlns:a16="http://schemas.microsoft.com/office/drawing/2014/main" id="{2288D059-0329-1B9E-601C-A7E6A897FBCC}"/>
              </a:ext>
            </a:extLst>
          </p:cNvPr>
          <p:cNvSpPr>
            <a:spLocks noGrp="1"/>
          </p:cNvSpPr>
          <p:nvPr>
            <p:ph type="body" sz="quarter" idx="33" hasCustomPrompt="1"/>
          </p:nvPr>
        </p:nvSpPr>
        <p:spPr>
          <a:xfrm>
            <a:off x="2792993" y="3550920"/>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31" name="Text Placeholder 17">
            <a:extLst>
              <a:ext uri="{FF2B5EF4-FFF2-40B4-BE49-F238E27FC236}">
                <a16:creationId xmlns:a16="http://schemas.microsoft.com/office/drawing/2014/main" id="{2DE931B3-62DD-8088-64C6-20C2B8C4DADD}"/>
              </a:ext>
            </a:extLst>
          </p:cNvPr>
          <p:cNvSpPr>
            <a:spLocks noGrp="1"/>
          </p:cNvSpPr>
          <p:nvPr>
            <p:ph type="body" sz="quarter" idx="34" hasCustomPrompt="1"/>
          </p:nvPr>
        </p:nvSpPr>
        <p:spPr>
          <a:xfrm>
            <a:off x="4608245" y="2778760"/>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32" name="Text Placeholder 17">
            <a:extLst>
              <a:ext uri="{FF2B5EF4-FFF2-40B4-BE49-F238E27FC236}">
                <a16:creationId xmlns:a16="http://schemas.microsoft.com/office/drawing/2014/main" id="{2410DBC5-F358-CC6A-4BCE-EB8D9939E221}"/>
              </a:ext>
            </a:extLst>
          </p:cNvPr>
          <p:cNvSpPr>
            <a:spLocks noGrp="1"/>
          </p:cNvSpPr>
          <p:nvPr>
            <p:ph type="body" sz="quarter" idx="35" hasCustomPrompt="1"/>
          </p:nvPr>
        </p:nvSpPr>
        <p:spPr>
          <a:xfrm>
            <a:off x="6416725" y="2006600"/>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33" name="Text Placeholder 17">
            <a:extLst>
              <a:ext uri="{FF2B5EF4-FFF2-40B4-BE49-F238E27FC236}">
                <a16:creationId xmlns:a16="http://schemas.microsoft.com/office/drawing/2014/main" id="{22B7942D-FF35-446F-2D49-F9347F5FDDF9}"/>
              </a:ext>
            </a:extLst>
          </p:cNvPr>
          <p:cNvSpPr>
            <a:spLocks noGrp="1"/>
          </p:cNvSpPr>
          <p:nvPr>
            <p:ph type="body" sz="quarter" idx="36" hasCustomPrompt="1"/>
          </p:nvPr>
        </p:nvSpPr>
        <p:spPr>
          <a:xfrm>
            <a:off x="6437045" y="3550920"/>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34" name="Text Placeholder 17">
            <a:extLst>
              <a:ext uri="{FF2B5EF4-FFF2-40B4-BE49-F238E27FC236}">
                <a16:creationId xmlns:a16="http://schemas.microsoft.com/office/drawing/2014/main" id="{E556C4A1-138D-F473-0FCF-9FA9235FD0E9}"/>
              </a:ext>
            </a:extLst>
          </p:cNvPr>
          <p:cNvSpPr>
            <a:spLocks noGrp="1"/>
          </p:cNvSpPr>
          <p:nvPr>
            <p:ph type="body" sz="quarter" idx="37" hasCustomPrompt="1"/>
          </p:nvPr>
        </p:nvSpPr>
        <p:spPr>
          <a:xfrm>
            <a:off x="981125" y="2006600"/>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35" name="Text Placeholder 17">
            <a:extLst>
              <a:ext uri="{FF2B5EF4-FFF2-40B4-BE49-F238E27FC236}">
                <a16:creationId xmlns:a16="http://schemas.microsoft.com/office/drawing/2014/main" id="{70F01CA4-2B97-5120-01A9-C49F98B87267}"/>
              </a:ext>
            </a:extLst>
          </p:cNvPr>
          <p:cNvSpPr>
            <a:spLocks noGrp="1"/>
          </p:cNvSpPr>
          <p:nvPr>
            <p:ph type="body" sz="quarter" idx="38" hasCustomPrompt="1"/>
          </p:nvPr>
        </p:nvSpPr>
        <p:spPr>
          <a:xfrm>
            <a:off x="970965" y="3550920"/>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36" name="Text Placeholder 17">
            <a:extLst>
              <a:ext uri="{FF2B5EF4-FFF2-40B4-BE49-F238E27FC236}">
                <a16:creationId xmlns:a16="http://schemas.microsoft.com/office/drawing/2014/main" id="{B87628E6-145A-8741-F899-9C97E852AC4C}"/>
              </a:ext>
            </a:extLst>
          </p:cNvPr>
          <p:cNvSpPr>
            <a:spLocks noGrp="1"/>
          </p:cNvSpPr>
          <p:nvPr>
            <p:ph type="body" sz="quarter" idx="39" hasCustomPrompt="1"/>
          </p:nvPr>
        </p:nvSpPr>
        <p:spPr>
          <a:xfrm>
            <a:off x="2789605" y="2778760"/>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37" name="Text Placeholder 17">
            <a:extLst>
              <a:ext uri="{FF2B5EF4-FFF2-40B4-BE49-F238E27FC236}">
                <a16:creationId xmlns:a16="http://schemas.microsoft.com/office/drawing/2014/main" id="{B9DFB0BE-24D0-986C-5A31-CFF3C7170285}"/>
              </a:ext>
            </a:extLst>
          </p:cNvPr>
          <p:cNvSpPr>
            <a:spLocks noGrp="1"/>
          </p:cNvSpPr>
          <p:nvPr>
            <p:ph type="body" sz="quarter" idx="40" hasCustomPrompt="1"/>
          </p:nvPr>
        </p:nvSpPr>
        <p:spPr>
          <a:xfrm>
            <a:off x="4628565" y="2006600"/>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39" name="Text Placeholder 17">
            <a:extLst>
              <a:ext uri="{FF2B5EF4-FFF2-40B4-BE49-F238E27FC236}">
                <a16:creationId xmlns:a16="http://schemas.microsoft.com/office/drawing/2014/main" id="{9BCC2083-2E6B-A61E-8687-2D0C3DBB08D3}"/>
              </a:ext>
            </a:extLst>
          </p:cNvPr>
          <p:cNvSpPr>
            <a:spLocks noGrp="1"/>
          </p:cNvSpPr>
          <p:nvPr>
            <p:ph type="body" sz="quarter" idx="41" hasCustomPrompt="1"/>
          </p:nvPr>
        </p:nvSpPr>
        <p:spPr>
          <a:xfrm>
            <a:off x="4615020" y="3550920"/>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40" name="Text Placeholder 17">
            <a:extLst>
              <a:ext uri="{FF2B5EF4-FFF2-40B4-BE49-F238E27FC236}">
                <a16:creationId xmlns:a16="http://schemas.microsoft.com/office/drawing/2014/main" id="{AECB2F1C-FF09-088C-6F75-D0317280E682}"/>
              </a:ext>
            </a:extLst>
          </p:cNvPr>
          <p:cNvSpPr>
            <a:spLocks noGrp="1"/>
          </p:cNvSpPr>
          <p:nvPr>
            <p:ph type="body" sz="quarter" idx="42" hasCustomPrompt="1"/>
          </p:nvPr>
        </p:nvSpPr>
        <p:spPr>
          <a:xfrm>
            <a:off x="6426885" y="2778760"/>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Example 1</a:t>
            </a:r>
          </a:p>
        </p:txBody>
      </p:sp>
      <p:sp>
        <p:nvSpPr>
          <p:cNvPr id="47" name="Text Placeholder 5">
            <a:extLst>
              <a:ext uri="{FF2B5EF4-FFF2-40B4-BE49-F238E27FC236}">
                <a16:creationId xmlns:a16="http://schemas.microsoft.com/office/drawing/2014/main" id="{0F053AA7-20BC-4CD1-4065-6FC1E96A419A}"/>
              </a:ext>
            </a:extLst>
          </p:cNvPr>
          <p:cNvSpPr>
            <a:spLocks noGrp="1"/>
          </p:cNvSpPr>
          <p:nvPr>
            <p:ph type="body" sz="quarter" idx="10" hasCustomPrompt="1"/>
          </p:nvPr>
        </p:nvSpPr>
        <p:spPr>
          <a:xfrm>
            <a:off x="393699" y="1028700"/>
            <a:ext cx="7961337" cy="508000"/>
          </a:xfrm>
          <a:prstGeom prst="rect">
            <a:avLst/>
          </a:prstGeom>
        </p:spPr>
        <p:txBody>
          <a:bodyPr lIns="0" tIns="0" rIns="0" bIns="0"/>
          <a:lstStyle>
            <a:lvl1pPr marL="0" indent="0">
              <a:lnSpc>
                <a:spcPct val="110000"/>
              </a:lnSpc>
              <a:spcBef>
                <a:spcPts val="500"/>
              </a:spcBef>
              <a:spcAft>
                <a:spcPts val="200"/>
              </a:spcAft>
              <a:buFontTx/>
              <a:buNone/>
              <a:tabLst/>
              <a:defRPr sz="1400" b="0" i="0">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marL="0" indent="0">
              <a:spcBef>
                <a:spcPts val="500"/>
              </a:spcBef>
              <a:spcAft>
                <a:spcPts val="200"/>
              </a:spcAft>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a:t>
            </a:r>
            <a:r>
              <a:rPr lang="en-US" dirty="0" err="1"/>
              <a:t>luctus</a:t>
            </a:r>
            <a:r>
              <a:rPr lang="en-US" dirty="0"/>
              <a:t> a,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a:t>
            </a:r>
            <a:r>
              <a:rPr lang="en-US" dirty="0"/>
              <a:t>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 </a:t>
            </a:r>
            <a:r>
              <a:rPr lang="en-US" dirty="0" err="1"/>
              <a:t>itur</a:t>
            </a:r>
            <a:endParaRPr lang="en-US" dirty="0"/>
          </a:p>
        </p:txBody>
      </p:sp>
      <p:sp>
        <p:nvSpPr>
          <p:cNvPr id="2" name="Title 1">
            <a:extLst>
              <a:ext uri="{FF2B5EF4-FFF2-40B4-BE49-F238E27FC236}">
                <a16:creationId xmlns:a16="http://schemas.microsoft.com/office/drawing/2014/main" id="{3D1F2773-E67A-B76E-BAF2-465DB130610F}"/>
              </a:ext>
            </a:extLst>
          </p:cNvPr>
          <p:cNvSpPr>
            <a:spLocks noGrp="1"/>
          </p:cNvSpPr>
          <p:nvPr>
            <p:ph type="title" hasCustomPrompt="1"/>
          </p:nvPr>
        </p:nvSpPr>
        <p:spPr>
          <a:xfrm>
            <a:off x="393700" y="298521"/>
            <a:ext cx="7965843" cy="548637"/>
          </a:xfrm>
        </p:spPr>
        <p:txBody>
          <a:bodyPr/>
          <a:lstStyle>
            <a:lvl1pPr algn="ctr">
              <a:defRPr/>
            </a:lvl1pPr>
          </a:lstStyle>
          <a:p>
            <a:r>
              <a:rPr lang="en-US" dirty="0"/>
              <a:t>Infographic 6</a:t>
            </a:r>
          </a:p>
        </p:txBody>
      </p:sp>
      <p:sp>
        <p:nvSpPr>
          <p:cNvPr id="3" name="Rectangle 2">
            <a:extLst>
              <a:ext uri="{FF2B5EF4-FFF2-40B4-BE49-F238E27FC236}">
                <a16:creationId xmlns:a16="http://schemas.microsoft.com/office/drawing/2014/main" id="{CACDF130-2DA7-BF42-C21A-5E6E89E34011}"/>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Tree>
    <p:extLst>
      <p:ext uri="{BB962C8B-B14F-4D97-AF65-F5344CB8AC3E}">
        <p14:creationId xmlns:p14="http://schemas.microsoft.com/office/powerpoint/2010/main" val="1866497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7">
                                            <p:txEl>
                                              <p:pRg st="0" end="0"/>
                                            </p:txEl>
                                          </p:spTgt>
                                        </p:tgtEl>
                                        <p:attrNameLst>
                                          <p:attrName>style.visibility</p:attrName>
                                        </p:attrNameLst>
                                      </p:cBhvr>
                                      <p:to>
                                        <p:strVal val="visible"/>
                                      </p:to>
                                    </p:set>
                                    <p:animEffect transition="in" filter="fade">
                                      <p:cBhvr>
                                        <p:cTn id="14" dur="1000"/>
                                        <p:tgtEl>
                                          <p:spTgt spid="47">
                                            <p:txEl>
                                              <p:pRg st="0" end="0"/>
                                            </p:txEl>
                                          </p:spTgt>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1000"/>
                                        <p:tgtEl>
                                          <p:spTgt spid="27"/>
                                        </p:tgtEl>
                                      </p:cBhvr>
                                    </p:animEffect>
                                  </p:childTnLst>
                                </p:cTn>
                              </p:par>
                            </p:childTnLst>
                          </p:cTn>
                        </p:par>
                        <p:par>
                          <p:cTn id="19" fill="hold">
                            <p:stCondLst>
                              <p:cond delay="2500"/>
                            </p:stCondLst>
                            <p:childTnLst>
                              <p:par>
                                <p:cTn id="20" presetID="22" presetClass="entr" presetSubtype="1" fill="hold" grpId="0" nodeType="afterEffect">
                                  <p:stCondLst>
                                    <p:cond delay="50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2000"/>
                                        <p:tgtEl>
                                          <p:spTgt spid="4"/>
                                        </p:tgtEl>
                                      </p:cBhvr>
                                    </p:animEffect>
                                  </p:childTnLst>
                                </p:cTn>
                              </p:par>
                            </p:childTnLst>
                          </p:cTn>
                        </p:par>
                        <p:par>
                          <p:cTn id="23" fill="hold">
                            <p:stCondLst>
                              <p:cond delay="5000"/>
                            </p:stCondLst>
                            <p:childTnLst>
                              <p:par>
                                <p:cTn id="24" presetID="10" presetClass="entr" presetSubtype="0" fill="hold" grpId="0"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par>
                          <p:cTn id="27" fill="hold">
                            <p:stCondLst>
                              <p:cond delay="5500"/>
                            </p:stCondLst>
                            <p:childTnLst>
                              <p:par>
                                <p:cTn id="28" presetID="10" presetClass="entr" presetSubtype="0" fill="hold" grpId="0" nodeType="after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childTnLst>
                          </p:cTn>
                        </p:par>
                        <p:par>
                          <p:cTn id="31" fill="hold">
                            <p:stCondLst>
                              <p:cond delay="6000"/>
                            </p:stCondLst>
                            <p:childTnLst>
                              <p:par>
                                <p:cTn id="32" presetID="10" presetClass="entr" presetSubtype="0" fill="hold" grpId="0" nodeType="after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500"/>
                                        <p:tgtEl>
                                          <p:spTgt spid="37"/>
                                        </p:tgtEl>
                                      </p:cBhvr>
                                    </p:animEffect>
                                  </p:childTnLst>
                                </p:cTn>
                              </p:par>
                            </p:childTnLst>
                          </p:cTn>
                        </p:par>
                        <p:par>
                          <p:cTn id="35" fill="hold">
                            <p:stCondLst>
                              <p:cond delay="6500"/>
                            </p:stCondLst>
                            <p:childTnLst>
                              <p:par>
                                <p:cTn id="36" presetID="10" presetClass="entr" presetSubtype="0" fill="hold" grpId="0" nodeType="after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childTnLst>
                          </p:cTn>
                        </p:par>
                        <p:par>
                          <p:cTn id="39" fill="hold">
                            <p:stCondLst>
                              <p:cond delay="7000"/>
                            </p:stCondLst>
                            <p:childTnLst>
                              <p:par>
                                <p:cTn id="40" presetID="10" presetClass="entr" presetSubtype="0" fill="hold" grpId="0" nodeType="after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childTnLst>
                          </p:cTn>
                        </p:par>
                        <p:par>
                          <p:cTn id="43" fill="hold">
                            <p:stCondLst>
                              <p:cond delay="7500"/>
                            </p:stCondLst>
                            <p:childTnLst>
                              <p:par>
                                <p:cTn id="44" presetID="10" presetClass="entr" presetSubtype="0"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500"/>
                                        <p:tgtEl>
                                          <p:spTgt spid="31"/>
                                        </p:tgtEl>
                                      </p:cBhvr>
                                    </p:animEffect>
                                  </p:childTnLst>
                                </p:cTn>
                              </p:par>
                            </p:childTnLst>
                          </p:cTn>
                        </p:par>
                        <p:par>
                          <p:cTn id="47" fill="hold">
                            <p:stCondLst>
                              <p:cond delay="8000"/>
                            </p:stCondLst>
                            <p:childTnLst>
                              <p:par>
                                <p:cTn id="48" presetID="10" presetClass="entr" presetSubtype="0" fill="hold" grpId="0" nodeType="after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500"/>
                                        <p:tgtEl>
                                          <p:spTgt spid="36"/>
                                        </p:tgtEl>
                                      </p:cBhvr>
                                    </p:animEffect>
                                  </p:childTnLst>
                                </p:cTn>
                              </p:par>
                            </p:childTnLst>
                          </p:cTn>
                        </p:par>
                        <p:par>
                          <p:cTn id="51" fill="hold">
                            <p:stCondLst>
                              <p:cond delay="8500"/>
                            </p:stCondLst>
                            <p:childTnLst>
                              <p:par>
                                <p:cTn id="52" presetID="10" presetClass="entr" presetSubtype="0"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par>
                          <p:cTn id="55" fill="hold">
                            <p:stCondLst>
                              <p:cond delay="9000"/>
                            </p:stCondLst>
                            <p:childTnLst>
                              <p:par>
                                <p:cTn id="56" presetID="10" presetClass="entr" presetSubtype="0" fill="hold" grpId="0" nodeType="after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500"/>
                                        <p:tgtEl>
                                          <p:spTgt spid="35"/>
                                        </p:tgtEl>
                                      </p:cBhvr>
                                    </p:animEffect>
                                  </p:childTnLst>
                                </p:cTn>
                              </p:par>
                            </p:childTnLst>
                          </p:cTn>
                        </p:par>
                        <p:par>
                          <p:cTn id="59" fill="hold">
                            <p:stCondLst>
                              <p:cond delay="9500"/>
                            </p:stCondLst>
                            <p:childTnLst>
                              <p:par>
                                <p:cTn id="60" presetID="10" presetClass="entr" presetSubtype="0" fill="hold" grpId="0" nodeType="after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childTnLst>
                          </p:cTn>
                        </p:par>
                        <p:par>
                          <p:cTn id="63" fill="hold">
                            <p:stCondLst>
                              <p:cond delay="10000"/>
                            </p:stCondLst>
                            <p:childTnLst>
                              <p:par>
                                <p:cTn id="64" presetID="10" presetClass="entr" presetSubtype="0" fill="hold" grpId="0" nodeType="after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500"/>
                                        <p:tgtEl>
                                          <p:spTgt spid="39"/>
                                        </p:tgtEl>
                                      </p:cBhvr>
                                    </p:animEffect>
                                  </p:childTnLst>
                                </p:cTn>
                              </p:par>
                            </p:childTnLst>
                          </p:cTn>
                        </p:par>
                        <p:par>
                          <p:cTn id="67" fill="hold">
                            <p:stCondLst>
                              <p:cond delay="10500"/>
                            </p:stCondLst>
                            <p:childTnLst>
                              <p:par>
                                <p:cTn id="68" presetID="10" presetClass="entr" presetSubtype="0" fill="hold" grpId="0" nodeType="after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4" grpId="0" animBg="1"/>
      <p:bldP spid="18" grpId="0" animBg="1">
        <p:tmplLst>
          <p:tmpl>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28" grpId="0" animBg="1">
        <p:tmplLst>
          <p:tmpl>
            <p:tnLst>
              <p:par>
                <p:cTn presetID="10" presetClass="entr" presetSubtype="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29" grpId="0" animBg="1">
        <p:tmplLst>
          <p:tmpl>
            <p:tnLst>
              <p:par>
                <p:cTn presetID="10" presetClass="entr" presetSubtype="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31" grpId="0" animBg="1">
        <p:tmplLst>
          <p:tmpl>
            <p:tnLst>
              <p:par>
                <p:cTn presetID="10" presetClass="entr" presetSubtype="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animBg="1">
        <p:tmplLst>
          <p:tmpl>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animBg="1">
        <p:tmplLst>
          <p:tmpl>
            <p:tnLst>
              <p:par>
                <p:cTn presetID="10" presetClass="entr" presetSubtype="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animBg="1">
        <p:tmplLst>
          <p:tmpl>
            <p:tnLst>
              <p:par>
                <p:cTn presetID="10" presetClass="entr" presetSubtype="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animBg="1">
        <p:tmplLst>
          <p:tmpl>
            <p:tnLst>
              <p:par>
                <p:cTn presetID="10" presetClass="entr" presetSubtype="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animBg="1">
        <p:tmplLst>
          <p:tmpl>
            <p:tnLst>
              <p:par>
                <p:cTn presetID="10" presetClass="entr" presetSubtype="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animBg="1">
        <p:tmplLst>
          <p:tmpl>
            <p:tnLst>
              <p:par>
                <p:cTn presetID="10" presetClass="entr" presetSubtype="0"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9" grpId="0" animBg="1">
        <p:tmplLst>
          <p:tmpl>
            <p:tnLst>
              <p:par>
                <p:cTn presetID="10" presetClass="entr" presetSubtype="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animBg="1">
        <p:tmplLst>
          <p:tmpl>
            <p:tnLst>
              <p:par>
                <p:cTn presetID="10" presetClass="entr" presetSubtype="0"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7" grpId="0" build="p">
        <p:tmplLst>
          <p:tmpl lvl="1">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1000"/>
                        <p:tgtEl>
                          <p:spTgt spid="47"/>
                        </p:tgtEl>
                      </p:cBhvr>
                    </p:animEffect>
                  </p:childTnLst>
                </p:cTn>
              </p:par>
            </p:tnLst>
          </p:tmpl>
        </p:tmplLst>
      </p:bldP>
      <p:bldP spid="2" grpId="0"/>
      <p:bldP spid="3" grpId="0" animBg="1"/>
    </p:bldLst>
  </p:timing>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nfographic 7">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5E5F44C-9AAD-CD87-AFD6-F28728E86461}"/>
              </a:ext>
            </a:extLst>
          </p:cNvPr>
          <p:cNvSpPr/>
          <p:nvPr userDrawn="1"/>
        </p:nvSpPr>
        <p:spPr>
          <a:xfrm>
            <a:off x="0" y="1337481"/>
            <a:ext cx="8787161" cy="3806019"/>
          </a:xfrm>
          <a:prstGeom prst="rect">
            <a:avLst/>
          </a:prstGeom>
          <a:solidFill>
            <a:schemeClr val="bg2">
              <a:lumMod val="75000"/>
              <a:alpha val="7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3" name="Text Placeholder 17">
            <a:extLst>
              <a:ext uri="{FF2B5EF4-FFF2-40B4-BE49-F238E27FC236}">
                <a16:creationId xmlns:a16="http://schemas.microsoft.com/office/drawing/2014/main" id="{A93EEE1A-4C48-60E2-CB8B-1A4F237D23A7}"/>
              </a:ext>
            </a:extLst>
          </p:cNvPr>
          <p:cNvSpPr>
            <a:spLocks noGrp="1"/>
          </p:cNvSpPr>
          <p:nvPr>
            <p:ph type="body" sz="quarter" idx="35" hasCustomPrompt="1"/>
          </p:nvPr>
        </p:nvSpPr>
        <p:spPr>
          <a:xfrm>
            <a:off x="3395785" y="1959731"/>
            <a:ext cx="1960355" cy="2236351"/>
          </a:xfrm>
          <a:prstGeom prst="roundRect">
            <a:avLst/>
          </a:prstGeom>
          <a:solidFill>
            <a:schemeClr val="bg1">
              <a:alpha val="67000"/>
            </a:schemeClr>
          </a:solidFill>
          <a:ln w="19050">
            <a:noFill/>
          </a:ln>
        </p:spPr>
        <p:txBody>
          <a:bodyPr lIns="0" tIns="0" rIns="0" bIns="0" anchor="ctr"/>
          <a:lstStyle>
            <a:lvl1pPr marL="0" indent="0" algn="ctr">
              <a:lnSpc>
                <a:spcPct val="110000"/>
              </a:lnSpc>
              <a:spcBef>
                <a:spcPts val="0"/>
              </a:spcBef>
              <a:spcAft>
                <a:spcPts val="300"/>
              </a:spcAft>
              <a:buFontTx/>
              <a:buNone/>
              <a:defRPr sz="1350" b="1"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7937" indent="0" algn="ctr">
              <a:lnSpc>
                <a:spcPct val="110000"/>
              </a:lnSpc>
              <a:spcBef>
                <a:spcPts val="0"/>
              </a:spcBef>
              <a:buFontTx/>
              <a:buNone/>
              <a:tabLst/>
              <a:defRPr sz="1000">
                <a:solidFill>
                  <a:schemeClr val="tx1"/>
                </a:solidFill>
                <a:latin typeface="Verdana" panose="020B0604030504040204" pitchFamily="34" charset="0"/>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dirty="0"/>
              <a:t>Dummy Text</a:t>
            </a:r>
          </a:p>
          <a:p>
            <a:pPr lvl="1"/>
            <a:r>
              <a:rPr lang="en-US" dirty="0"/>
              <a:t>Dummy text Dummy text</a:t>
            </a:r>
          </a:p>
          <a:p>
            <a:pPr lvl="1"/>
            <a:r>
              <a:rPr lang="en-US" dirty="0"/>
              <a:t>Dummy text Dummy text</a:t>
            </a:r>
          </a:p>
        </p:txBody>
      </p:sp>
      <p:sp>
        <p:nvSpPr>
          <p:cNvPr id="31" name="Text Placeholder 7">
            <a:extLst>
              <a:ext uri="{FF2B5EF4-FFF2-40B4-BE49-F238E27FC236}">
                <a16:creationId xmlns:a16="http://schemas.microsoft.com/office/drawing/2014/main" id="{D57F999C-B547-F7FD-8D30-1410D5E78E85}"/>
              </a:ext>
            </a:extLst>
          </p:cNvPr>
          <p:cNvSpPr>
            <a:spLocks noGrp="1"/>
          </p:cNvSpPr>
          <p:nvPr>
            <p:ph type="body" sz="quarter" idx="11" hasCustomPrompt="1"/>
          </p:nvPr>
        </p:nvSpPr>
        <p:spPr>
          <a:xfrm>
            <a:off x="308317" y="900727"/>
            <a:ext cx="8058443" cy="300276"/>
          </a:xfrm>
          <a:prstGeom prst="rect">
            <a:avLst/>
          </a:prstGeom>
        </p:spPr>
        <p:txBody>
          <a:bodyPr lIns="0" tIns="0" rIns="0" bIns="0" anchor="ctr"/>
          <a:lstStyle>
            <a:lvl1pPr marL="0" indent="0" algn="ctr">
              <a:buFontTx/>
              <a:buNone/>
              <a:defRPr sz="1600" b="1"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err="1"/>
              <a:t>Subheader</a:t>
            </a:r>
            <a:endParaRPr lang="en-US" dirty="0"/>
          </a:p>
        </p:txBody>
      </p:sp>
      <p:sp>
        <p:nvSpPr>
          <p:cNvPr id="36" name="Text Placeholder 5">
            <a:extLst>
              <a:ext uri="{FF2B5EF4-FFF2-40B4-BE49-F238E27FC236}">
                <a16:creationId xmlns:a16="http://schemas.microsoft.com/office/drawing/2014/main" id="{18376436-8857-91D0-F87B-61C071292A60}"/>
              </a:ext>
            </a:extLst>
          </p:cNvPr>
          <p:cNvSpPr>
            <a:spLocks noGrp="1"/>
          </p:cNvSpPr>
          <p:nvPr>
            <p:ph type="body" sz="quarter" idx="10" hasCustomPrompt="1"/>
          </p:nvPr>
        </p:nvSpPr>
        <p:spPr>
          <a:xfrm>
            <a:off x="432416" y="2070231"/>
            <a:ext cx="1987227" cy="688249"/>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37" name="Text Placeholder 5">
            <a:extLst>
              <a:ext uri="{FF2B5EF4-FFF2-40B4-BE49-F238E27FC236}">
                <a16:creationId xmlns:a16="http://schemas.microsoft.com/office/drawing/2014/main" id="{A5C9173C-B638-4E0E-DE74-C7B6BF1DB11B}"/>
              </a:ext>
            </a:extLst>
          </p:cNvPr>
          <p:cNvSpPr>
            <a:spLocks noGrp="1"/>
          </p:cNvSpPr>
          <p:nvPr>
            <p:ph type="body" sz="quarter" idx="14" hasCustomPrompt="1"/>
          </p:nvPr>
        </p:nvSpPr>
        <p:spPr>
          <a:xfrm>
            <a:off x="427845" y="1738605"/>
            <a:ext cx="2571960"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38" name="Text Placeholder 5">
            <a:extLst>
              <a:ext uri="{FF2B5EF4-FFF2-40B4-BE49-F238E27FC236}">
                <a16:creationId xmlns:a16="http://schemas.microsoft.com/office/drawing/2014/main" id="{2E5415E2-09FA-8AAB-4EBA-3FC6AE4B5BD4}"/>
              </a:ext>
            </a:extLst>
          </p:cNvPr>
          <p:cNvSpPr>
            <a:spLocks noGrp="1"/>
          </p:cNvSpPr>
          <p:nvPr>
            <p:ph type="body" sz="quarter" idx="15" hasCustomPrompt="1"/>
          </p:nvPr>
        </p:nvSpPr>
        <p:spPr>
          <a:xfrm>
            <a:off x="419809" y="3476923"/>
            <a:ext cx="2042037"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40" name="Text Placeholder 5">
            <a:extLst>
              <a:ext uri="{FF2B5EF4-FFF2-40B4-BE49-F238E27FC236}">
                <a16:creationId xmlns:a16="http://schemas.microsoft.com/office/drawing/2014/main" id="{6207373F-4B22-E591-5649-1095CFF84F43}"/>
              </a:ext>
            </a:extLst>
          </p:cNvPr>
          <p:cNvSpPr>
            <a:spLocks noGrp="1"/>
          </p:cNvSpPr>
          <p:nvPr>
            <p:ph type="body" sz="quarter" idx="16" hasCustomPrompt="1"/>
          </p:nvPr>
        </p:nvSpPr>
        <p:spPr>
          <a:xfrm>
            <a:off x="415240" y="3138423"/>
            <a:ext cx="2577691"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45" name="Text Placeholder 5">
            <a:extLst>
              <a:ext uri="{FF2B5EF4-FFF2-40B4-BE49-F238E27FC236}">
                <a16:creationId xmlns:a16="http://schemas.microsoft.com/office/drawing/2014/main" id="{E1055A6C-3F5B-B4D6-F36C-FF04E6562830}"/>
              </a:ext>
            </a:extLst>
          </p:cNvPr>
          <p:cNvSpPr>
            <a:spLocks noGrp="1"/>
          </p:cNvSpPr>
          <p:nvPr>
            <p:ph type="body" sz="quarter" idx="17" hasCustomPrompt="1"/>
          </p:nvPr>
        </p:nvSpPr>
        <p:spPr>
          <a:xfrm>
            <a:off x="6329714" y="2079397"/>
            <a:ext cx="2133567"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46" name="Text Placeholder 5">
            <a:extLst>
              <a:ext uri="{FF2B5EF4-FFF2-40B4-BE49-F238E27FC236}">
                <a16:creationId xmlns:a16="http://schemas.microsoft.com/office/drawing/2014/main" id="{A441078B-D899-D447-825D-6C42CBE257C5}"/>
              </a:ext>
            </a:extLst>
          </p:cNvPr>
          <p:cNvSpPr>
            <a:spLocks noGrp="1"/>
          </p:cNvSpPr>
          <p:nvPr>
            <p:ph type="body" sz="quarter" idx="18" hasCustomPrompt="1"/>
          </p:nvPr>
        </p:nvSpPr>
        <p:spPr>
          <a:xfrm>
            <a:off x="6325144" y="1740897"/>
            <a:ext cx="2127976"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sp>
        <p:nvSpPr>
          <p:cNvPr id="47" name="Text Placeholder 5">
            <a:extLst>
              <a:ext uri="{FF2B5EF4-FFF2-40B4-BE49-F238E27FC236}">
                <a16:creationId xmlns:a16="http://schemas.microsoft.com/office/drawing/2014/main" id="{590D82DB-DD0F-2470-49DB-B0DA4BE5CE3D}"/>
              </a:ext>
            </a:extLst>
          </p:cNvPr>
          <p:cNvSpPr>
            <a:spLocks noGrp="1"/>
          </p:cNvSpPr>
          <p:nvPr>
            <p:ph type="body" sz="quarter" idx="19" hasCustomPrompt="1"/>
          </p:nvPr>
        </p:nvSpPr>
        <p:spPr>
          <a:xfrm>
            <a:off x="6337733" y="3460361"/>
            <a:ext cx="2206827"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48" name="Text Placeholder 5">
            <a:extLst>
              <a:ext uri="{FF2B5EF4-FFF2-40B4-BE49-F238E27FC236}">
                <a16:creationId xmlns:a16="http://schemas.microsoft.com/office/drawing/2014/main" id="{A35BF3D4-5DDC-B33F-56A3-D31175BE3A4E}"/>
              </a:ext>
            </a:extLst>
          </p:cNvPr>
          <p:cNvSpPr>
            <a:spLocks noGrp="1"/>
          </p:cNvSpPr>
          <p:nvPr>
            <p:ph type="body" sz="quarter" idx="20" hasCustomPrompt="1"/>
          </p:nvPr>
        </p:nvSpPr>
        <p:spPr>
          <a:xfrm>
            <a:off x="6333165" y="3121860"/>
            <a:ext cx="2221556"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Header</a:t>
            </a:r>
          </a:p>
        </p:txBody>
      </p:sp>
      <p:cxnSp>
        <p:nvCxnSpPr>
          <p:cNvPr id="10" name="Connecteur droit avec flèche 26">
            <a:extLst>
              <a:ext uri="{FF2B5EF4-FFF2-40B4-BE49-F238E27FC236}">
                <a16:creationId xmlns:a16="http://schemas.microsoft.com/office/drawing/2014/main" id="{A89B7CF5-FBD9-4D4A-BA5A-ED9D5C6D0415}"/>
              </a:ext>
            </a:extLst>
          </p:cNvPr>
          <p:cNvCxnSpPr>
            <a:cxnSpLocks/>
          </p:cNvCxnSpPr>
          <p:nvPr userDrawn="1"/>
        </p:nvCxnSpPr>
        <p:spPr>
          <a:xfrm>
            <a:off x="2418080" y="2384829"/>
            <a:ext cx="843280"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eur droit avec flèche 26">
            <a:extLst>
              <a:ext uri="{FF2B5EF4-FFF2-40B4-BE49-F238E27FC236}">
                <a16:creationId xmlns:a16="http://schemas.microsoft.com/office/drawing/2014/main" id="{532762D5-F56A-8170-92C1-2AD3F916A42A}"/>
              </a:ext>
            </a:extLst>
          </p:cNvPr>
          <p:cNvCxnSpPr>
            <a:cxnSpLocks/>
          </p:cNvCxnSpPr>
          <p:nvPr userDrawn="1"/>
        </p:nvCxnSpPr>
        <p:spPr>
          <a:xfrm>
            <a:off x="2458720" y="3766589"/>
            <a:ext cx="802640"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26">
            <a:extLst>
              <a:ext uri="{FF2B5EF4-FFF2-40B4-BE49-F238E27FC236}">
                <a16:creationId xmlns:a16="http://schemas.microsoft.com/office/drawing/2014/main" id="{23726999-D067-30B0-A639-C0B18DC2C78B}"/>
              </a:ext>
            </a:extLst>
          </p:cNvPr>
          <p:cNvCxnSpPr>
            <a:cxnSpLocks/>
          </p:cNvCxnSpPr>
          <p:nvPr userDrawn="1"/>
        </p:nvCxnSpPr>
        <p:spPr>
          <a:xfrm flipH="1">
            <a:off x="5462386" y="2394989"/>
            <a:ext cx="755534"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eur droit avec flèche 26">
            <a:extLst>
              <a:ext uri="{FF2B5EF4-FFF2-40B4-BE49-F238E27FC236}">
                <a16:creationId xmlns:a16="http://schemas.microsoft.com/office/drawing/2014/main" id="{C1E03E47-3718-4D47-838D-01347D3B3315}"/>
              </a:ext>
            </a:extLst>
          </p:cNvPr>
          <p:cNvCxnSpPr>
            <a:cxnSpLocks/>
          </p:cNvCxnSpPr>
          <p:nvPr userDrawn="1"/>
        </p:nvCxnSpPr>
        <p:spPr>
          <a:xfrm flipH="1">
            <a:off x="5462386" y="3776749"/>
            <a:ext cx="699263"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2D2091A1-0FA6-9003-03E6-0A2E0D499F9F}"/>
              </a:ext>
            </a:extLst>
          </p:cNvPr>
          <p:cNvSpPr>
            <a:spLocks noGrp="1"/>
          </p:cNvSpPr>
          <p:nvPr>
            <p:ph type="title" hasCustomPrompt="1"/>
          </p:nvPr>
        </p:nvSpPr>
        <p:spPr>
          <a:xfrm>
            <a:off x="308318" y="235021"/>
            <a:ext cx="8043203" cy="548637"/>
          </a:xfrm>
        </p:spPr>
        <p:txBody>
          <a:bodyPr/>
          <a:lstStyle>
            <a:lvl1pPr algn="ctr">
              <a:defRPr>
                <a:solidFill>
                  <a:schemeClr val="tx1"/>
                </a:solidFill>
              </a:defRPr>
            </a:lvl1pPr>
          </a:lstStyle>
          <a:p>
            <a:r>
              <a:rPr lang="en-US" dirty="0"/>
              <a:t>Infographic 7</a:t>
            </a:r>
          </a:p>
        </p:txBody>
      </p:sp>
      <p:sp>
        <p:nvSpPr>
          <p:cNvPr id="4" name="Rectangle 3">
            <a:extLst>
              <a:ext uri="{FF2B5EF4-FFF2-40B4-BE49-F238E27FC236}">
                <a16:creationId xmlns:a16="http://schemas.microsoft.com/office/drawing/2014/main" id="{A9DDE6D1-3DD7-2A66-67A5-17A3F7676F23}"/>
              </a:ext>
            </a:extLst>
          </p:cNvPr>
          <p:cNvSpPr/>
          <p:nvPr userDrawn="1"/>
        </p:nvSpPr>
        <p:spPr>
          <a:xfrm>
            <a:off x="0" y="4389715"/>
            <a:ext cx="8712926" cy="406400"/>
          </a:xfrm>
          <a:prstGeom prst="rect">
            <a:avLst/>
          </a:prstGeom>
          <a:gradFill>
            <a:gsLst>
              <a:gs pos="1000">
                <a:schemeClr val="bg2">
                  <a:lumMod val="50000"/>
                  <a:alpha val="0"/>
                </a:schemeClr>
              </a:gs>
              <a:gs pos="9000">
                <a:schemeClr val="bg2">
                  <a:lumMod val="50000"/>
                  <a:alpha val="78816"/>
                </a:schemeClr>
              </a:gs>
              <a:gs pos="99000">
                <a:schemeClr val="bg2">
                  <a:lumMod val="50000"/>
                  <a:alpha val="0"/>
                </a:schemeClr>
              </a:gs>
              <a:gs pos="93000">
                <a:schemeClr val="bg2">
                  <a:lumMod val="50000"/>
                  <a:alpha val="79492"/>
                </a:schemeClr>
              </a:gs>
              <a:gs pos="51000">
                <a:schemeClr val="bg2">
                  <a:lumMod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5" name="Text Placeholder 7">
            <a:extLst>
              <a:ext uri="{FF2B5EF4-FFF2-40B4-BE49-F238E27FC236}">
                <a16:creationId xmlns:a16="http://schemas.microsoft.com/office/drawing/2014/main" id="{726CF2EA-925D-4109-1EAC-3592EE80B0CD}"/>
              </a:ext>
            </a:extLst>
          </p:cNvPr>
          <p:cNvSpPr>
            <a:spLocks noGrp="1"/>
          </p:cNvSpPr>
          <p:nvPr>
            <p:ph type="body" sz="quarter" idx="41" hasCustomPrompt="1"/>
          </p:nvPr>
        </p:nvSpPr>
        <p:spPr>
          <a:xfrm>
            <a:off x="2730500" y="4440515"/>
            <a:ext cx="3302000" cy="303969"/>
          </a:xfrm>
          <a:prstGeom prst="rect">
            <a:avLst/>
          </a:prstGeom>
        </p:spPr>
        <p:txBody>
          <a:bodyPr lIns="0" tIns="0" rIns="0" bIns="0" anchor="ctr"/>
          <a:lstStyle>
            <a:lvl1pPr marL="0" indent="0" algn="ctr">
              <a:lnSpc>
                <a:spcPct val="100000"/>
              </a:lnSpc>
              <a:spcBef>
                <a:spcPts val="0"/>
              </a:spcBef>
              <a:spcAft>
                <a:spcPts val="0"/>
              </a:spcAft>
              <a:buFontTx/>
              <a:buNone/>
              <a:defRPr sz="1500" b="1" i="1">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Lorem ipsum dolor sit </a:t>
            </a:r>
            <a:r>
              <a:rPr lang="en-US" dirty="0" err="1"/>
              <a:t>amet</a:t>
            </a:r>
            <a:endParaRPr lang="en-US" dirty="0"/>
          </a:p>
        </p:txBody>
      </p:sp>
      <p:sp>
        <p:nvSpPr>
          <p:cNvPr id="9" name="Rectangle 8">
            <a:extLst>
              <a:ext uri="{FF2B5EF4-FFF2-40B4-BE49-F238E27FC236}">
                <a16:creationId xmlns:a16="http://schemas.microsoft.com/office/drawing/2014/main" id="{E9EE6CA2-6D25-A3BD-522D-55C27B602056}"/>
              </a:ext>
            </a:extLst>
          </p:cNvPr>
          <p:cNvSpPr/>
          <p:nvPr userDrawn="1"/>
        </p:nvSpPr>
        <p:spPr>
          <a:xfrm>
            <a:off x="73903" y="86181"/>
            <a:ext cx="8666189"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Tree>
    <p:extLst>
      <p:ext uri="{BB962C8B-B14F-4D97-AF65-F5344CB8AC3E}">
        <p14:creationId xmlns:p14="http://schemas.microsoft.com/office/powerpoint/2010/main" val="791621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31">
                                            <p:txEl>
                                              <p:pRg st="0" end="0"/>
                                            </p:txEl>
                                          </p:spTgt>
                                        </p:tgtEl>
                                        <p:attrNameLst>
                                          <p:attrName>style.visibility</p:attrName>
                                        </p:attrNameLst>
                                      </p:cBhvr>
                                      <p:to>
                                        <p:strVal val="visible"/>
                                      </p:to>
                                    </p:set>
                                    <p:animEffect transition="in" filter="fade">
                                      <p:cBhvr>
                                        <p:cTn id="13" dur="1000"/>
                                        <p:tgtEl>
                                          <p:spTgt spid="31">
                                            <p:txEl>
                                              <p:pRg st="0" end="0"/>
                                            </p:txEl>
                                          </p:spTgt>
                                        </p:tgtEl>
                                      </p:cBhvr>
                                    </p:animEffect>
                                  </p:childTnLst>
                                </p:cTn>
                              </p:par>
                            </p:childTnLst>
                          </p:cTn>
                        </p:par>
                        <p:par>
                          <p:cTn id="14" fill="hold">
                            <p:stCondLst>
                              <p:cond delay="2000"/>
                            </p:stCondLst>
                            <p:childTnLst>
                              <p:par>
                                <p:cTn id="15" presetID="10" presetClass="entr" presetSubtype="0"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childTnLst>
                                </p:cTn>
                              </p:par>
                            </p:childTnLst>
                          </p:cTn>
                        </p:par>
                        <p:par>
                          <p:cTn id="21" fill="hold">
                            <p:stCondLst>
                              <p:cond delay="3000"/>
                            </p:stCondLst>
                            <p:childTnLst>
                              <p:par>
                                <p:cTn id="22" presetID="2" presetClass="entr" presetSubtype="8"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0-#ppt_w/2"/>
                                          </p:val>
                                        </p:tav>
                                        <p:tav tm="100000">
                                          <p:val>
                                            <p:strVal val="#ppt_x"/>
                                          </p:val>
                                        </p:tav>
                                      </p:tavLst>
                                    </p:anim>
                                    <p:anim calcmode="lin" valueType="num">
                                      <p:cBhvr additive="base">
                                        <p:cTn id="25" dur="500" fill="hold"/>
                                        <p:tgtEl>
                                          <p:spTgt spid="10"/>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 calcmode="lin" valueType="num">
                                      <p:cBhvr additive="base">
                                        <p:cTn id="28" dur="500" fill="hold"/>
                                        <p:tgtEl>
                                          <p:spTgt spid="37"/>
                                        </p:tgtEl>
                                        <p:attrNameLst>
                                          <p:attrName>ppt_x</p:attrName>
                                        </p:attrNameLst>
                                      </p:cBhvr>
                                      <p:tavLst>
                                        <p:tav tm="0">
                                          <p:val>
                                            <p:strVal val="0-#ppt_w/2"/>
                                          </p:val>
                                        </p:tav>
                                        <p:tav tm="100000">
                                          <p:val>
                                            <p:strVal val="#ppt_x"/>
                                          </p:val>
                                        </p:tav>
                                      </p:tavLst>
                                    </p:anim>
                                    <p:anim calcmode="lin" valueType="num">
                                      <p:cBhvr additive="base">
                                        <p:cTn id="29" dur="500" fill="hold"/>
                                        <p:tgtEl>
                                          <p:spTgt spid="37"/>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additive="base">
                                        <p:cTn id="32" dur="500" fill="hold"/>
                                        <p:tgtEl>
                                          <p:spTgt spid="36"/>
                                        </p:tgtEl>
                                        <p:attrNameLst>
                                          <p:attrName>ppt_x</p:attrName>
                                        </p:attrNameLst>
                                      </p:cBhvr>
                                      <p:tavLst>
                                        <p:tav tm="0">
                                          <p:val>
                                            <p:strVal val="0-#ppt_w/2"/>
                                          </p:val>
                                        </p:tav>
                                        <p:tav tm="100000">
                                          <p:val>
                                            <p:strVal val="#ppt_x"/>
                                          </p:val>
                                        </p:tav>
                                      </p:tavLst>
                                    </p:anim>
                                    <p:anim calcmode="lin" valueType="num">
                                      <p:cBhvr additive="base">
                                        <p:cTn id="33" dur="500" fill="hold"/>
                                        <p:tgtEl>
                                          <p:spTgt spid="36"/>
                                        </p:tgtEl>
                                        <p:attrNameLst>
                                          <p:attrName>ppt_y</p:attrName>
                                        </p:attrNameLst>
                                      </p:cBhvr>
                                      <p:tavLst>
                                        <p:tav tm="0">
                                          <p:val>
                                            <p:strVal val="#ppt_y"/>
                                          </p:val>
                                        </p:tav>
                                        <p:tav tm="100000">
                                          <p:val>
                                            <p:strVal val="#ppt_y"/>
                                          </p:val>
                                        </p:tav>
                                      </p:tavLst>
                                    </p:anim>
                                  </p:childTnLst>
                                </p:cTn>
                              </p:par>
                            </p:childTnLst>
                          </p:cTn>
                        </p:par>
                        <p:par>
                          <p:cTn id="34" fill="hold">
                            <p:stCondLst>
                              <p:cond delay="3500"/>
                            </p:stCondLst>
                            <p:childTnLst>
                              <p:par>
                                <p:cTn id="35" presetID="2" presetClass="entr" presetSubtype="8"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0-#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anim calcmode="lin" valueType="num">
                                      <p:cBhvr additive="base">
                                        <p:cTn id="41" dur="500" fill="hold"/>
                                        <p:tgtEl>
                                          <p:spTgt spid="40"/>
                                        </p:tgtEl>
                                        <p:attrNameLst>
                                          <p:attrName>ppt_x</p:attrName>
                                        </p:attrNameLst>
                                      </p:cBhvr>
                                      <p:tavLst>
                                        <p:tav tm="0">
                                          <p:val>
                                            <p:strVal val="0-#ppt_w/2"/>
                                          </p:val>
                                        </p:tav>
                                        <p:tav tm="100000">
                                          <p:val>
                                            <p:strVal val="#ppt_x"/>
                                          </p:val>
                                        </p:tav>
                                      </p:tavLst>
                                    </p:anim>
                                    <p:anim calcmode="lin" valueType="num">
                                      <p:cBhvr additive="base">
                                        <p:cTn id="42" dur="500" fill="hold"/>
                                        <p:tgtEl>
                                          <p:spTgt spid="40"/>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 calcmode="lin" valueType="num">
                                      <p:cBhvr additive="base">
                                        <p:cTn id="45" dur="500" fill="hold"/>
                                        <p:tgtEl>
                                          <p:spTgt spid="38"/>
                                        </p:tgtEl>
                                        <p:attrNameLst>
                                          <p:attrName>ppt_x</p:attrName>
                                        </p:attrNameLst>
                                      </p:cBhvr>
                                      <p:tavLst>
                                        <p:tav tm="0">
                                          <p:val>
                                            <p:strVal val="0-#ppt_w/2"/>
                                          </p:val>
                                        </p:tav>
                                        <p:tav tm="100000">
                                          <p:val>
                                            <p:strVal val="#ppt_x"/>
                                          </p:val>
                                        </p:tav>
                                      </p:tavLst>
                                    </p:anim>
                                    <p:anim calcmode="lin" valueType="num">
                                      <p:cBhvr additive="base">
                                        <p:cTn id="46" dur="500" fill="hold"/>
                                        <p:tgtEl>
                                          <p:spTgt spid="38"/>
                                        </p:tgtEl>
                                        <p:attrNameLst>
                                          <p:attrName>ppt_y</p:attrName>
                                        </p:attrNameLst>
                                      </p:cBhvr>
                                      <p:tavLst>
                                        <p:tav tm="0">
                                          <p:val>
                                            <p:strVal val="#ppt_y"/>
                                          </p:val>
                                        </p:tav>
                                        <p:tav tm="100000">
                                          <p:val>
                                            <p:strVal val="#ppt_y"/>
                                          </p:val>
                                        </p:tav>
                                      </p:tavLst>
                                    </p:anim>
                                  </p:childTnLst>
                                </p:cTn>
                              </p:par>
                            </p:childTnLst>
                          </p:cTn>
                        </p:par>
                        <p:par>
                          <p:cTn id="47" fill="hold">
                            <p:stCondLst>
                              <p:cond delay="4000"/>
                            </p:stCondLst>
                            <p:childTnLst>
                              <p:par>
                                <p:cTn id="48" presetID="2" presetClass="entr" presetSubtype="2"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1+#ppt_w/2"/>
                                          </p:val>
                                        </p:tav>
                                        <p:tav tm="100000">
                                          <p:val>
                                            <p:strVal val="#ppt_x"/>
                                          </p:val>
                                        </p:tav>
                                      </p:tavLst>
                                    </p:anim>
                                    <p:anim calcmode="lin" valueType="num">
                                      <p:cBhvr additive="base">
                                        <p:cTn id="51" dur="500" fill="hold"/>
                                        <p:tgtEl>
                                          <p:spTgt spid="14"/>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childTnLst>
                                    <p:set>
                                      <p:cBhvr>
                                        <p:cTn id="53" dur="1" fill="hold">
                                          <p:stCondLst>
                                            <p:cond delay="0"/>
                                          </p:stCondLst>
                                        </p:cTn>
                                        <p:tgtEl>
                                          <p:spTgt spid="45"/>
                                        </p:tgtEl>
                                        <p:attrNameLst>
                                          <p:attrName>style.visibility</p:attrName>
                                        </p:attrNameLst>
                                      </p:cBhvr>
                                      <p:to>
                                        <p:strVal val="visible"/>
                                      </p:to>
                                    </p:set>
                                    <p:anim calcmode="lin" valueType="num">
                                      <p:cBhvr additive="base">
                                        <p:cTn id="54" dur="500" fill="hold"/>
                                        <p:tgtEl>
                                          <p:spTgt spid="45"/>
                                        </p:tgtEl>
                                        <p:attrNameLst>
                                          <p:attrName>ppt_x</p:attrName>
                                        </p:attrNameLst>
                                      </p:cBhvr>
                                      <p:tavLst>
                                        <p:tav tm="0">
                                          <p:val>
                                            <p:strVal val="1+#ppt_w/2"/>
                                          </p:val>
                                        </p:tav>
                                        <p:tav tm="100000">
                                          <p:val>
                                            <p:strVal val="#ppt_x"/>
                                          </p:val>
                                        </p:tav>
                                      </p:tavLst>
                                    </p:anim>
                                    <p:anim calcmode="lin" valueType="num">
                                      <p:cBhvr additive="base">
                                        <p:cTn id="55" dur="500" fill="hold"/>
                                        <p:tgtEl>
                                          <p:spTgt spid="45"/>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 calcmode="lin" valueType="num">
                                      <p:cBhvr additive="base">
                                        <p:cTn id="58" dur="500" fill="hold"/>
                                        <p:tgtEl>
                                          <p:spTgt spid="46"/>
                                        </p:tgtEl>
                                        <p:attrNameLst>
                                          <p:attrName>ppt_x</p:attrName>
                                        </p:attrNameLst>
                                      </p:cBhvr>
                                      <p:tavLst>
                                        <p:tav tm="0">
                                          <p:val>
                                            <p:strVal val="1+#ppt_w/2"/>
                                          </p:val>
                                        </p:tav>
                                        <p:tav tm="100000">
                                          <p:val>
                                            <p:strVal val="#ppt_x"/>
                                          </p:val>
                                        </p:tav>
                                      </p:tavLst>
                                    </p:anim>
                                    <p:anim calcmode="lin" valueType="num">
                                      <p:cBhvr additive="base">
                                        <p:cTn id="59" dur="500" fill="hold"/>
                                        <p:tgtEl>
                                          <p:spTgt spid="46"/>
                                        </p:tgtEl>
                                        <p:attrNameLst>
                                          <p:attrName>ppt_y</p:attrName>
                                        </p:attrNameLst>
                                      </p:cBhvr>
                                      <p:tavLst>
                                        <p:tav tm="0">
                                          <p:val>
                                            <p:strVal val="#ppt_y"/>
                                          </p:val>
                                        </p:tav>
                                        <p:tav tm="100000">
                                          <p:val>
                                            <p:strVal val="#ppt_y"/>
                                          </p:val>
                                        </p:tav>
                                      </p:tavLst>
                                    </p:anim>
                                  </p:childTnLst>
                                </p:cTn>
                              </p:par>
                            </p:childTnLst>
                          </p:cTn>
                        </p:par>
                        <p:par>
                          <p:cTn id="60" fill="hold">
                            <p:stCondLst>
                              <p:cond delay="4500"/>
                            </p:stCondLst>
                            <p:childTnLst>
                              <p:par>
                                <p:cTn id="61" presetID="2" presetClass="entr" presetSubtype="2" fill="hold" nodeType="after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1+#ppt_w/2"/>
                                          </p:val>
                                        </p:tav>
                                        <p:tav tm="100000">
                                          <p:val>
                                            <p:strVal val="#ppt_x"/>
                                          </p:val>
                                        </p:tav>
                                      </p:tavLst>
                                    </p:anim>
                                    <p:anim calcmode="lin" valueType="num">
                                      <p:cBhvr additive="base">
                                        <p:cTn id="64" dur="500" fill="hold"/>
                                        <p:tgtEl>
                                          <p:spTgt spid="15"/>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 calcmode="lin" valueType="num">
                                      <p:cBhvr additive="base">
                                        <p:cTn id="67" dur="500" fill="hold"/>
                                        <p:tgtEl>
                                          <p:spTgt spid="48"/>
                                        </p:tgtEl>
                                        <p:attrNameLst>
                                          <p:attrName>ppt_x</p:attrName>
                                        </p:attrNameLst>
                                      </p:cBhvr>
                                      <p:tavLst>
                                        <p:tav tm="0">
                                          <p:val>
                                            <p:strVal val="1+#ppt_w/2"/>
                                          </p:val>
                                        </p:tav>
                                        <p:tav tm="100000">
                                          <p:val>
                                            <p:strVal val="#ppt_x"/>
                                          </p:val>
                                        </p:tav>
                                      </p:tavLst>
                                    </p:anim>
                                    <p:anim calcmode="lin" valueType="num">
                                      <p:cBhvr additive="base">
                                        <p:cTn id="68" dur="500" fill="hold"/>
                                        <p:tgtEl>
                                          <p:spTgt spid="48"/>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 calcmode="lin" valueType="num">
                                      <p:cBhvr additive="base">
                                        <p:cTn id="71" dur="500" fill="hold"/>
                                        <p:tgtEl>
                                          <p:spTgt spid="47"/>
                                        </p:tgtEl>
                                        <p:attrNameLst>
                                          <p:attrName>ppt_x</p:attrName>
                                        </p:attrNameLst>
                                      </p:cBhvr>
                                      <p:tavLst>
                                        <p:tav tm="0">
                                          <p:val>
                                            <p:strVal val="1+#ppt_w/2"/>
                                          </p:val>
                                        </p:tav>
                                        <p:tav tm="100000">
                                          <p:val>
                                            <p:strVal val="#ppt_x"/>
                                          </p:val>
                                        </p:tav>
                                      </p:tavLst>
                                    </p:anim>
                                    <p:anim calcmode="lin" valueType="num">
                                      <p:cBhvr additive="base">
                                        <p:cTn id="72" dur="500" fill="hold"/>
                                        <p:tgtEl>
                                          <p:spTgt spid="47"/>
                                        </p:tgtEl>
                                        <p:attrNameLst>
                                          <p:attrName>ppt_y</p:attrName>
                                        </p:attrNameLst>
                                      </p:cBhvr>
                                      <p:tavLst>
                                        <p:tav tm="0">
                                          <p:val>
                                            <p:strVal val="#ppt_y"/>
                                          </p:val>
                                        </p:tav>
                                        <p:tav tm="100000">
                                          <p:val>
                                            <p:strVal val="#ppt_y"/>
                                          </p:val>
                                        </p:tav>
                                      </p:tavLst>
                                    </p:anim>
                                  </p:childTnLst>
                                </p:cTn>
                              </p:par>
                            </p:childTnLst>
                          </p:cTn>
                        </p:par>
                        <p:par>
                          <p:cTn id="73" fill="hold">
                            <p:stCondLst>
                              <p:cond delay="5000"/>
                            </p:stCondLst>
                            <p:childTnLst>
                              <p:par>
                                <p:cTn id="74" presetID="2" presetClass="entr" presetSubtype="4" fill="hold" grpId="0" nodeType="afterEffect">
                                  <p:stCondLst>
                                    <p:cond delay="0"/>
                                  </p:stCondLst>
                                  <p:childTnLst>
                                    <p:set>
                                      <p:cBhvr>
                                        <p:cTn id="75" dur="1" fill="hold">
                                          <p:stCondLst>
                                            <p:cond delay="0"/>
                                          </p:stCondLst>
                                        </p:cTn>
                                        <p:tgtEl>
                                          <p:spTgt spid="4"/>
                                        </p:tgtEl>
                                        <p:attrNameLst>
                                          <p:attrName>style.visibility</p:attrName>
                                        </p:attrNameLst>
                                      </p:cBhvr>
                                      <p:to>
                                        <p:strVal val="visible"/>
                                      </p:to>
                                    </p:set>
                                    <p:anim calcmode="lin" valueType="num">
                                      <p:cBhvr additive="base">
                                        <p:cTn id="76" dur="500" fill="hold"/>
                                        <p:tgtEl>
                                          <p:spTgt spid="4"/>
                                        </p:tgtEl>
                                        <p:attrNameLst>
                                          <p:attrName>ppt_x</p:attrName>
                                        </p:attrNameLst>
                                      </p:cBhvr>
                                      <p:tavLst>
                                        <p:tav tm="0">
                                          <p:val>
                                            <p:strVal val="#ppt_x"/>
                                          </p:val>
                                        </p:tav>
                                        <p:tav tm="100000">
                                          <p:val>
                                            <p:strVal val="#ppt_x"/>
                                          </p:val>
                                        </p:tav>
                                      </p:tavLst>
                                    </p:anim>
                                    <p:anim calcmode="lin" valueType="num">
                                      <p:cBhvr additive="base">
                                        <p:cTn id="77" dur="500" fill="hold"/>
                                        <p:tgtEl>
                                          <p:spTgt spid="4"/>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5">
                                            <p:txEl>
                                              <p:pRg st="0" end="0"/>
                                            </p:txEl>
                                          </p:spTgt>
                                        </p:tgtEl>
                                        <p:attrNameLst>
                                          <p:attrName>style.visibility</p:attrName>
                                        </p:attrNameLst>
                                      </p:cBhvr>
                                      <p:to>
                                        <p:strVal val="visible"/>
                                      </p:to>
                                    </p:set>
                                    <p:anim calcmode="lin" valueType="num">
                                      <p:cBhvr additive="base">
                                        <p:cTn id="80"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3" grpId="0" animBg="1">
        <p:tmplLst>
          <p:tmpl>
            <p:tnLst>
              <p:par>
                <p:cTn presetID="10"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31" grpId="0" build="p">
        <p:tmplLst>
          <p:tmpl lvl="1">
            <p:tnLst>
              <p:par>
                <p:cTn presetID="10" presetClass="entr" presetSubtype="0" fill="hold" nodeType="withEffect">
                  <p:stCondLst>
                    <p:cond delay="1000"/>
                  </p:stCondLst>
                  <p:childTnLst>
                    <p:set>
                      <p:cBhvr>
                        <p:cTn dur="1" fill="hold">
                          <p:stCondLst>
                            <p:cond delay="0"/>
                          </p:stCondLst>
                        </p:cTn>
                        <p:tgtEl>
                          <p:spTgt spid="31"/>
                        </p:tgtEl>
                        <p:attrNameLst>
                          <p:attrName>style.visibility</p:attrName>
                        </p:attrNameLst>
                      </p:cBhvr>
                      <p:to>
                        <p:strVal val="visible"/>
                      </p:to>
                    </p:set>
                    <p:animEffect transition="in" filter="fade">
                      <p:cBhvr>
                        <p:cTn dur="1000"/>
                        <p:tgtEl>
                          <p:spTgt spid="31"/>
                        </p:tgtEl>
                      </p:cBhvr>
                    </p:animEffect>
                  </p:childTnLst>
                </p:cTn>
              </p:par>
            </p:tnLst>
          </p:tmpl>
        </p:tmplLst>
      </p:bldP>
      <p:bldP spid="36" grpId="0">
        <p:tmplLst>
          <p:tmpl>
            <p:tnLst>
              <p:par>
                <p:cTn presetID="2" presetClass="entr" presetSubtype="8" fill="hold" nodeType="with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ppt_y"/>
                          </p:val>
                        </p:tav>
                        <p:tav tm="100000">
                          <p:val>
                            <p:strVal val="#ppt_y"/>
                          </p:val>
                        </p:tav>
                      </p:tavLst>
                    </p:anim>
                  </p:childTnLst>
                </p:cTn>
              </p:par>
            </p:tnLst>
          </p:tmpl>
        </p:tmplLst>
      </p:bldP>
      <p:bldP spid="37" grpId="0">
        <p:tmplLst>
          <p:tmpl>
            <p:tnLst>
              <p:par>
                <p:cTn presetID="2" presetClass="entr" presetSubtype="8" fill="hold" nodeType="withEffect">
                  <p:stCondLst>
                    <p:cond delay="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0-#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p:tmplLst>
          <p:tmpl>
            <p:tnLst>
              <p:par>
                <p:cTn presetID="2" presetClass="entr" presetSubtype="8" fill="hold" nodeType="with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0-#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40" grpId="0">
        <p:tmplLst>
          <p:tmpl>
            <p:tnLst>
              <p:par>
                <p:cTn presetID="2" presetClass="entr" presetSubtype="8" fill="hold" nodeType="withEffect">
                  <p:stCondLst>
                    <p:cond delay="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0-#ppt_w/2"/>
                          </p:val>
                        </p:tav>
                        <p:tav tm="100000">
                          <p:val>
                            <p:strVal val="#ppt_x"/>
                          </p:val>
                        </p:tav>
                      </p:tavLst>
                    </p:anim>
                    <p:anim calcmode="lin" valueType="num">
                      <p:cBhvr additive="base">
                        <p:cTn dur="500" fill="hold"/>
                        <p:tgtEl>
                          <p:spTgt spid="40"/>
                        </p:tgtEl>
                        <p:attrNameLst>
                          <p:attrName>ppt_y</p:attrName>
                        </p:attrNameLst>
                      </p:cBhvr>
                      <p:tavLst>
                        <p:tav tm="0">
                          <p:val>
                            <p:strVal val="#ppt_y"/>
                          </p:val>
                        </p:tav>
                        <p:tav tm="100000">
                          <p:val>
                            <p:strVal val="#ppt_y"/>
                          </p:val>
                        </p:tav>
                      </p:tavLst>
                    </p:anim>
                  </p:childTnLst>
                </p:cTn>
              </p:par>
            </p:tnLst>
          </p:tmpl>
        </p:tmplLst>
      </p:bldP>
      <p:bldP spid="45" grpId="0">
        <p:tmplLst>
          <p:tmpl>
            <p:tnLst>
              <p:par>
                <p:cTn presetID="2" presetClass="entr" presetSubtype="2" fill="hold" nodeType="with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P spid="46" grpId="0">
        <p:tmplLst>
          <p:tmpl>
            <p:tnLst>
              <p:par>
                <p:cTn presetID="2" presetClass="entr" presetSubtype="2" fill="hold" nodeType="with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1+#ppt_w/2"/>
                          </p:val>
                        </p:tav>
                        <p:tav tm="100000">
                          <p:val>
                            <p:strVal val="#ppt_x"/>
                          </p:val>
                        </p:tav>
                      </p:tavLst>
                    </p:anim>
                    <p:anim calcmode="lin" valueType="num">
                      <p:cBhvr additive="base">
                        <p:cTn dur="500" fill="hold"/>
                        <p:tgtEl>
                          <p:spTgt spid="46"/>
                        </p:tgtEl>
                        <p:attrNameLst>
                          <p:attrName>ppt_y</p:attrName>
                        </p:attrNameLst>
                      </p:cBhvr>
                      <p:tavLst>
                        <p:tav tm="0">
                          <p:val>
                            <p:strVal val="#ppt_y"/>
                          </p:val>
                        </p:tav>
                        <p:tav tm="100000">
                          <p:val>
                            <p:strVal val="#ppt_y"/>
                          </p:val>
                        </p:tav>
                      </p:tavLst>
                    </p:anim>
                  </p:childTnLst>
                </p:cTn>
              </p:par>
            </p:tnLst>
          </p:tmpl>
        </p:tmplLst>
      </p:bldP>
      <p:bldP spid="47" grpId="0">
        <p:tmplLst>
          <p:tmpl>
            <p:tnLst>
              <p:par>
                <p:cTn presetID="2" presetClass="entr" presetSubtype="2" fill="hold" nodeType="with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p:tmplLst>
          <p:tmpl>
            <p:tnLst>
              <p:par>
                <p:cTn presetID="2" presetClass="entr" presetSubtype="2"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1+#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3" grpId="0"/>
      <p:bldP spid="4" grpId="0" animBg="1"/>
      <p:bldP spid="5" grpId="0" build="p">
        <p:tmplLst>
          <p:tmpl lvl="1">
            <p:tnLst>
              <p:par>
                <p:cTn presetID="2" presetClass="entr" presetSubtype="4" fill="hold" nodeType="with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Lst>
      </p:bldP>
      <p:bldP spid="9"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ctivity Dark Blue">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3451" y="-2647950"/>
            <a:ext cx="508000" cy="7454900"/>
          </a:xfrm>
          <a:prstGeom prst="rect">
            <a:avLst/>
          </a:prstGeom>
          <a:gradFill>
            <a:gsLst>
              <a:gs pos="100000">
                <a:schemeClr val="accent5">
                  <a:lumMod val="25000"/>
                </a:schemeClr>
              </a:gs>
              <a:gs pos="35000">
                <a:srgbClr val="085269">
                  <a:alpha val="41000"/>
                </a:srgbClr>
              </a:gs>
              <a:gs pos="6000">
                <a:srgbClr val="085269"/>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5"/>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Activity Type</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8" y="828942"/>
            <a:ext cx="4162084" cy="504558"/>
          </a:xfrm>
          <a:prstGeom prst="rect">
            <a:avLst/>
          </a:prstGeom>
        </p:spPr>
        <p:txBody>
          <a:bodyPr lIns="0" tIns="0" rIns="0" bIns="0" anchor="ctr"/>
          <a:lstStyle>
            <a:lvl1pPr marL="0" indent="0">
              <a:buFontTx/>
              <a:buNone/>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3" y="1587500"/>
            <a:ext cx="4183388" cy="3157220"/>
          </a:xfrm>
          <a:prstGeom prst="rect">
            <a:avLst/>
          </a:prstGeom>
        </p:spPr>
        <p:txBody>
          <a:bodyPr lIns="0" tIns="0" rIns="0" bIns="0" numCol="1" spcCol="457200" anchor="t"/>
          <a:lstStyle>
            <a:lvl1pPr marL="0" indent="0">
              <a:lnSpc>
                <a:spcPct val="110000"/>
              </a:lnSpc>
              <a:spcBef>
                <a:spcPts val="500"/>
              </a:spcBef>
              <a:spcAft>
                <a:spcPts val="200"/>
              </a:spcAft>
              <a:buNone/>
              <a:defRPr sz="1400">
                <a:latin typeface="Verdana" panose="020B0604030504040204" pitchFamily="34" charset="0"/>
              </a:defRPr>
            </a:lvl1pPr>
          </a:lstStyle>
          <a:p>
            <a:pPr marL="0" indent="0">
              <a:spcBef>
                <a:spcPts val="500"/>
              </a:spcBef>
              <a:spcAft>
                <a:spcPts val="200"/>
              </a:spcAft>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a:t>
            </a:r>
            <a:r>
              <a:rPr lang="en-US" dirty="0" err="1"/>
              <a:t>luctus</a:t>
            </a:r>
            <a:r>
              <a:rPr lang="en-US" dirty="0"/>
              <a:t> a,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 Aenean </a:t>
            </a:r>
            <a:r>
              <a:rPr lang="en-US" dirty="0" err="1"/>
              <a:t>aliquet</a:t>
            </a:r>
            <a:r>
              <a:rPr lang="en-US" dirty="0"/>
              <a:t> </a:t>
            </a:r>
            <a:r>
              <a:rPr lang="en-US" dirty="0" err="1"/>
              <a:t>est</a:t>
            </a:r>
            <a:r>
              <a:rPr lang="en-US" dirty="0"/>
              <a:t> </a:t>
            </a:r>
            <a:r>
              <a:rPr lang="en-US" dirty="0" err="1"/>
              <a:t>elit</a:t>
            </a:r>
            <a:r>
              <a:rPr lang="en-US" dirty="0"/>
              <a:t>, sed </a:t>
            </a:r>
            <a:r>
              <a:rPr lang="en-US" dirty="0" err="1"/>
              <a:t>dapibus</a:t>
            </a:r>
            <a:r>
              <a:rPr lang="en-US" dirty="0"/>
              <a:t> </a:t>
            </a:r>
            <a:r>
              <a:rPr lang="en-US" dirty="0" err="1"/>
              <a:t>odio</a:t>
            </a:r>
            <a:r>
              <a:rPr lang="en-US" dirty="0"/>
              <a:t> pulvinar sit </a:t>
            </a:r>
            <a:r>
              <a:rPr lang="en-US" dirty="0" err="1"/>
              <a:t>amet</a:t>
            </a:r>
            <a:r>
              <a:rPr lang="en-US" dirty="0"/>
              <a:t>. </a:t>
            </a:r>
            <a:r>
              <a:rPr lang="en-US" dirty="0" err="1"/>
              <a:t>Suspendisse</a:t>
            </a:r>
            <a:r>
              <a:rPr lang="en-US" dirty="0"/>
              <a:t> </a:t>
            </a:r>
            <a:r>
              <a:rPr lang="en-US" dirty="0" err="1"/>
              <a:t>blandit</a:t>
            </a:r>
            <a:r>
              <a:rPr lang="en-US" dirty="0"/>
              <a:t> </a:t>
            </a:r>
            <a:r>
              <a:rPr lang="en-US" dirty="0" err="1"/>
              <a:t>nulla</a:t>
            </a:r>
            <a:r>
              <a:rPr lang="en-US" dirty="0"/>
              <a:t> non </a:t>
            </a:r>
            <a:r>
              <a:rPr lang="en-US" dirty="0" err="1"/>
              <a:t>tristique</a:t>
            </a:r>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8" y="365226"/>
            <a:ext cx="1367327" cy="1367327"/>
          </a:xfrm>
          <a:prstGeom prst="ellipse">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Tree>
    <p:extLst>
      <p:ext uri="{BB962C8B-B14F-4D97-AF65-F5344CB8AC3E}">
        <p14:creationId xmlns:p14="http://schemas.microsoft.com/office/powerpoint/2010/main" val="3408482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1000"/>
                        <p:tgtEl>
                          <p:spTgt spid="6"/>
                        </p:tgtEl>
                      </p:cBhvr>
                    </p:animEffect>
                  </p:childTnLst>
                </p:cTn>
              </p:par>
            </p:tnLst>
          </p:tmpl>
        </p:tmplLst>
      </p:b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ctivity Red">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3451" y="-2647950"/>
            <a:ext cx="508000" cy="7454900"/>
          </a:xfrm>
          <a:prstGeom prst="rect">
            <a:avLst/>
          </a:prstGeom>
          <a:gradFill>
            <a:gsLst>
              <a:gs pos="85000">
                <a:srgbClr val="94130E"/>
              </a:gs>
              <a:gs pos="27000">
                <a:srgbClr val="94130E">
                  <a:alpha val="57008"/>
                </a:srgbClr>
              </a:gs>
              <a:gs pos="7000">
                <a:srgbClr val="94130E"/>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5"/>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Activity Type</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8" y="828942"/>
            <a:ext cx="4162084" cy="504558"/>
          </a:xfrm>
          <a:prstGeom prst="rect">
            <a:avLst/>
          </a:prstGeom>
        </p:spPr>
        <p:txBody>
          <a:bodyPr lIns="0" tIns="0" rIns="0" bIns="0" anchor="ctr"/>
          <a:lstStyle>
            <a:lvl1pPr marL="0" indent="0">
              <a:buFontTx/>
              <a:buNone/>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3" y="1587500"/>
            <a:ext cx="4183388" cy="3157220"/>
          </a:xfrm>
          <a:prstGeom prst="rect">
            <a:avLst/>
          </a:prstGeom>
        </p:spPr>
        <p:txBody>
          <a:bodyPr lIns="0" tIns="0" rIns="0" bIns="0" numCol="1" spcCol="457200" anchor="t"/>
          <a:lstStyle>
            <a:lvl1pPr marL="0" indent="0">
              <a:lnSpc>
                <a:spcPct val="110000"/>
              </a:lnSpc>
              <a:spcBef>
                <a:spcPts val="500"/>
              </a:spcBef>
              <a:spcAft>
                <a:spcPts val="200"/>
              </a:spcAft>
              <a:buNone/>
              <a:defRPr sz="1400">
                <a:latin typeface="Verdana" panose="020B0604030504040204" pitchFamily="34" charset="0"/>
              </a:defRPr>
            </a:lvl1pPr>
          </a:lstStyle>
          <a:p>
            <a:pPr marL="0" indent="0">
              <a:spcBef>
                <a:spcPts val="500"/>
              </a:spcBef>
              <a:spcAft>
                <a:spcPts val="200"/>
              </a:spcAft>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a:t>
            </a:r>
            <a:r>
              <a:rPr lang="en-US" dirty="0" err="1"/>
              <a:t>luctus</a:t>
            </a:r>
            <a:r>
              <a:rPr lang="en-US" dirty="0"/>
              <a:t> a, </a:t>
            </a:r>
            <a:r>
              <a:rPr lang="en-US" dirty="0" err="1"/>
              <a:t>scelerisque</a:t>
            </a:r>
            <a:r>
              <a:rPr lang="en-US" dirty="0"/>
              <a:t> </a:t>
            </a:r>
            <a:r>
              <a:rPr lang="en-US" dirty="0" err="1"/>
              <a:t>ut</a:t>
            </a:r>
            <a:r>
              <a:rPr lang="en-US" dirty="0"/>
              <a:t> ex. Sed </a:t>
            </a:r>
            <a:r>
              <a:rPr lang="en-US" dirty="0" err="1"/>
              <a:t>sed</a:t>
            </a:r>
            <a:r>
              <a:rPr lang="en-US" dirty="0"/>
              <a:t>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 Aenean </a:t>
            </a:r>
            <a:r>
              <a:rPr lang="en-US" dirty="0" err="1"/>
              <a:t>aliquet</a:t>
            </a:r>
            <a:r>
              <a:rPr lang="en-US" dirty="0"/>
              <a:t> </a:t>
            </a:r>
            <a:r>
              <a:rPr lang="en-US" dirty="0" err="1"/>
              <a:t>est</a:t>
            </a:r>
            <a:r>
              <a:rPr lang="en-US" dirty="0"/>
              <a:t> </a:t>
            </a:r>
            <a:r>
              <a:rPr lang="en-US" dirty="0" err="1"/>
              <a:t>elit</a:t>
            </a:r>
            <a:r>
              <a:rPr lang="en-US" dirty="0"/>
              <a:t>, sed </a:t>
            </a:r>
            <a:r>
              <a:rPr lang="en-US" dirty="0" err="1"/>
              <a:t>dapibus</a:t>
            </a:r>
            <a:r>
              <a:rPr lang="en-US" dirty="0"/>
              <a:t> </a:t>
            </a:r>
            <a:r>
              <a:rPr lang="en-US" dirty="0" err="1"/>
              <a:t>odio</a:t>
            </a:r>
            <a:r>
              <a:rPr lang="en-US" dirty="0"/>
              <a:t> pulvinar sit </a:t>
            </a:r>
            <a:r>
              <a:rPr lang="en-US" dirty="0" err="1"/>
              <a:t>amet</a:t>
            </a:r>
            <a:r>
              <a:rPr lang="en-US" dirty="0"/>
              <a:t>. </a:t>
            </a:r>
            <a:r>
              <a:rPr lang="en-US" dirty="0" err="1"/>
              <a:t>Suspendisse</a:t>
            </a:r>
            <a:r>
              <a:rPr lang="en-US" dirty="0"/>
              <a:t> </a:t>
            </a:r>
            <a:r>
              <a:rPr lang="en-US" dirty="0" err="1"/>
              <a:t>blandit</a:t>
            </a:r>
            <a:r>
              <a:rPr lang="en-US" dirty="0"/>
              <a:t> </a:t>
            </a:r>
            <a:r>
              <a:rPr lang="en-US" dirty="0" err="1"/>
              <a:t>nulla</a:t>
            </a:r>
            <a:r>
              <a:rPr lang="en-US" dirty="0"/>
              <a:t> non </a:t>
            </a:r>
            <a:r>
              <a:rPr lang="en-US" dirty="0" err="1"/>
              <a:t>tristique</a:t>
            </a:r>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8" y="365226"/>
            <a:ext cx="1367327" cy="1367327"/>
          </a:xfrm>
          <a:prstGeom prst="ellipse">
            <a:avLst/>
          </a:prstGeom>
          <a:solidFill>
            <a:srgbClr val="9413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Tree>
    <p:extLst>
      <p:ext uri="{BB962C8B-B14F-4D97-AF65-F5344CB8AC3E}">
        <p14:creationId xmlns:p14="http://schemas.microsoft.com/office/powerpoint/2010/main" val="302245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1000"/>
                        <p:tgtEl>
                          <p:spTgt spid="6"/>
                        </p:tgtEl>
                      </p:cBhvr>
                    </p:animEffect>
                  </p:childTnLst>
                </p:cTn>
              </p:par>
            </p:tnLst>
          </p:tmpl>
        </p:tmplLst>
      </p:bldP>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ctivity Green">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3451" y="-2647950"/>
            <a:ext cx="508000" cy="7454900"/>
          </a:xfrm>
          <a:prstGeom prst="rect">
            <a:avLst/>
          </a:prstGeom>
          <a:gradFill>
            <a:gsLst>
              <a:gs pos="75000">
                <a:srgbClr val="009487"/>
              </a:gs>
              <a:gs pos="36000">
                <a:srgbClr val="009487">
                  <a:alpha val="40740"/>
                </a:srgbClr>
              </a:gs>
              <a:gs pos="0">
                <a:srgbClr val="009487"/>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5"/>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Activity Type</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8" y="828942"/>
            <a:ext cx="4162084" cy="504558"/>
          </a:xfrm>
          <a:prstGeom prst="rect">
            <a:avLst/>
          </a:prstGeom>
        </p:spPr>
        <p:txBody>
          <a:bodyPr lIns="0" tIns="0" rIns="0" bIns="0" anchor="ctr"/>
          <a:lstStyle>
            <a:lvl1pPr marL="0" indent="0">
              <a:buFontTx/>
              <a:buNone/>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3" y="1587500"/>
            <a:ext cx="4183388" cy="3157220"/>
          </a:xfrm>
          <a:prstGeom prst="rect">
            <a:avLst/>
          </a:prstGeom>
        </p:spPr>
        <p:txBody>
          <a:bodyPr lIns="0" tIns="0" rIns="0" bIns="0" numCol="1" spcCol="457200" anchor="t"/>
          <a:lstStyle>
            <a:lvl1pPr marL="0" indent="0">
              <a:lnSpc>
                <a:spcPct val="110000"/>
              </a:lnSpc>
              <a:spcBef>
                <a:spcPts val="500"/>
              </a:spcBef>
              <a:spcAft>
                <a:spcPts val="200"/>
              </a:spcAft>
              <a:buNone/>
              <a:defRPr sz="1400">
                <a:latin typeface="Verdana" panose="020B0604030504040204" pitchFamily="34" charset="0"/>
              </a:defRPr>
            </a:lvl1pPr>
          </a:lstStyle>
          <a:p>
            <a:pPr marL="0" indent="0">
              <a:spcBef>
                <a:spcPts val="500"/>
              </a:spcBef>
              <a:spcAft>
                <a:spcPts val="200"/>
              </a:spcAft>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a:t>
            </a:r>
            <a:r>
              <a:rPr lang="en-US" dirty="0" err="1"/>
              <a:t>luctus</a:t>
            </a:r>
            <a:r>
              <a:rPr lang="en-US" dirty="0"/>
              <a:t> a,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 Aenean </a:t>
            </a:r>
            <a:r>
              <a:rPr lang="en-US" dirty="0" err="1"/>
              <a:t>aliquet</a:t>
            </a:r>
            <a:r>
              <a:rPr lang="en-US" dirty="0"/>
              <a:t> </a:t>
            </a:r>
            <a:r>
              <a:rPr lang="en-US" dirty="0" err="1"/>
              <a:t>est</a:t>
            </a:r>
            <a:r>
              <a:rPr lang="en-US" dirty="0"/>
              <a:t> </a:t>
            </a:r>
            <a:r>
              <a:rPr lang="en-US" dirty="0" err="1"/>
              <a:t>elit</a:t>
            </a:r>
            <a:r>
              <a:rPr lang="en-US" dirty="0"/>
              <a:t>, sed </a:t>
            </a:r>
            <a:r>
              <a:rPr lang="en-US" dirty="0" err="1"/>
              <a:t>dapibus</a:t>
            </a:r>
            <a:r>
              <a:rPr lang="en-US" dirty="0"/>
              <a:t> </a:t>
            </a:r>
            <a:r>
              <a:rPr lang="en-US" dirty="0" err="1"/>
              <a:t>odio</a:t>
            </a:r>
            <a:r>
              <a:rPr lang="en-US" dirty="0"/>
              <a:t> pulvinar sit </a:t>
            </a:r>
            <a:r>
              <a:rPr lang="en-US" dirty="0" err="1"/>
              <a:t>amet</a:t>
            </a:r>
            <a:r>
              <a:rPr lang="en-US" dirty="0"/>
              <a:t>. </a:t>
            </a:r>
            <a:r>
              <a:rPr lang="en-US" dirty="0" err="1"/>
              <a:t>Suspendisse</a:t>
            </a:r>
            <a:r>
              <a:rPr lang="en-US" dirty="0"/>
              <a:t> </a:t>
            </a:r>
            <a:r>
              <a:rPr lang="en-US" dirty="0" err="1"/>
              <a:t>blandit</a:t>
            </a:r>
            <a:r>
              <a:rPr lang="en-US" dirty="0"/>
              <a:t> </a:t>
            </a:r>
            <a:r>
              <a:rPr lang="en-US" dirty="0" err="1"/>
              <a:t>nulla</a:t>
            </a:r>
            <a:r>
              <a:rPr lang="en-US" dirty="0"/>
              <a:t> non </a:t>
            </a:r>
            <a:r>
              <a:rPr lang="en-US" dirty="0" err="1"/>
              <a:t>tristique</a:t>
            </a:r>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8" y="365226"/>
            <a:ext cx="1367327" cy="1367327"/>
          </a:xfrm>
          <a:prstGeom prst="ellipse">
            <a:avLst/>
          </a:prstGeom>
          <a:solidFill>
            <a:srgbClr val="009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Tree>
    <p:extLst>
      <p:ext uri="{BB962C8B-B14F-4D97-AF65-F5344CB8AC3E}">
        <p14:creationId xmlns:p14="http://schemas.microsoft.com/office/powerpoint/2010/main" val="312595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1000"/>
                        <p:tgtEl>
                          <p:spTgt spid="6"/>
                        </p:tgtEl>
                      </p:cBhvr>
                    </p:animEffec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ctivity Light Blue">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8835" y="-2653336"/>
            <a:ext cx="508000" cy="7465671"/>
          </a:xfrm>
          <a:prstGeom prst="rect">
            <a:avLst/>
          </a:prstGeom>
          <a:gradFill>
            <a:gsLst>
              <a:gs pos="73000">
                <a:srgbClr val="9EE3F8"/>
              </a:gs>
              <a:gs pos="36000">
                <a:schemeClr val="accent5">
                  <a:lumMod val="90000"/>
                  <a:alpha val="32880"/>
                </a:schemeClr>
              </a:gs>
              <a:gs pos="0">
                <a:schemeClr val="accent5">
                  <a:lumMod val="9000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sz="1800" b="1" dirty="0">
              <a:solidFill>
                <a:srgbClr val="FFFFFF"/>
              </a:solidFill>
              <a:latin typeface="Verdana"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5"/>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Activity Type</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8" y="828942"/>
            <a:ext cx="4162084" cy="504558"/>
          </a:xfrm>
          <a:prstGeom prst="rect">
            <a:avLst/>
          </a:prstGeom>
        </p:spPr>
        <p:txBody>
          <a:bodyPr lIns="0" tIns="0" rIns="0" bIns="0" anchor="ctr"/>
          <a:lstStyle>
            <a:lvl1pPr marL="0" indent="0">
              <a:buFontTx/>
              <a:buNone/>
              <a:defRPr sz="1600" b="1"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342883" indent="0">
              <a:buNone/>
              <a:defRPr/>
            </a:lvl2pPr>
          </a:lstStyle>
          <a:p>
            <a:pPr lvl="0"/>
            <a:r>
              <a:rPr lang="en-US" dirty="0"/>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2" y="1587500"/>
            <a:ext cx="4205691" cy="3157220"/>
          </a:xfrm>
          <a:prstGeom prst="rect">
            <a:avLst/>
          </a:prstGeom>
        </p:spPr>
        <p:txBody>
          <a:bodyPr lIns="0" tIns="0" rIns="0" bIns="0" numCol="1" spcCol="457200" anchor="t"/>
          <a:lstStyle>
            <a:lvl1pPr marL="0" indent="0">
              <a:lnSpc>
                <a:spcPct val="110000"/>
              </a:lnSpc>
              <a:spcBef>
                <a:spcPts val="500"/>
              </a:spcBef>
              <a:spcAft>
                <a:spcPts val="200"/>
              </a:spcAft>
              <a:buNone/>
              <a:defRPr sz="1400">
                <a:latin typeface="Verdana" panose="020B0604030504040204" pitchFamily="34" charset="0"/>
              </a:defRPr>
            </a:lvl1pPr>
          </a:lstStyle>
          <a:p>
            <a:pPr marL="0" indent="0">
              <a:spcBef>
                <a:spcPts val="500"/>
              </a:spcBef>
              <a:spcAft>
                <a:spcPts val="200"/>
              </a:spcAft>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a:t>
            </a:r>
            <a:r>
              <a:rPr lang="en-US" dirty="0" err="1"/>
              <a:t>luctus</a:t>
            </a:r>
            <a:r>
              <a:rPr lang="en-US" dirty="0"/>
              <a:t> a,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 Aenean </a:t>
            </a:r>
            <a:r>
              <a:rPr lang="en-US" dirty="0" err="1"/>
              <a:t>aliquet</a:t>
            </a:r>
            <a:r>
              <a:rPr lang="en-US" dirty="0"/>
              <a:t> </a:t>
            </a:r>
            <a:r>
              <a:rPr lang="en-US" dirty="0" err="1"/>
              <a:t>est</a:t>
            </a:r>
            <a:r>
              <a:rPr lang="en-US" dirty="0"/>
              <a:t> </a:t>
            </a:r>
            <a:r>
              <a:rPr lang="en-US" dirty="0" err="1"/>
              <a:t>elit</a:t>
            </a:r>
            <a:r>
              <a:rPr lang="en-US" dirty="0"/>
              <a:t>, sed </a:t>
            </a:r>
            <a:r>
              <a:rPr lang="en-US" dirty="0" err="1"/>
              <a:t>dapibus</a:t>
            </a:r>
            <a:r>
              <a:rPr lang="en-US" dirty="0"/>
              <a:t> </a:t>
            </a:r>
            <a:r>
              <a:rPr lang="en-US" dirty="0" err="1"/>
              <a:t>odio</a:t>
            </a:r>
            <a:r>
              <a:rPr lang="en-US" dirty="0"/>
              <a:t> pulvinar sit </a:t>
            </a:r>
            <a:r>
              <a:rPr lang="en-US" dirty="0" err="1"/>
              <a:t>amet</a:t>
            </a:r>
            <a:r>
              <a:rPr lang="en-US" dirty="0"/>
              <a:t>. </a:t>
            </a:r>
            <a:r>
              <a:rPr lang="en-US" dirty="0" err="1"/>
              <a:t>Suspendisse</a:t>
            </a:r>
            <a:r>
              <a:rPr lang="en-US" dirty="0"/>
              <a:t> </a:t>
            </a:r>
            <a:r>
              <a:rPr lang="en-US" dirty="0" err="1"/>
              <a:t>blandit</a:t>
            </a:r>
            <a:r>
              <a:rPr lang="en-US" dirty="0"/>
              <a:t> </a:t>
            </a:r>
            <a:r>
              <a:rPr lang="en-US" dirty="0" err="1"/>
              <a:t>nulla</a:t>
            </a:r>
            <a:r>
              <a:rPr lang="en-US" dirty="0"/>
              <a:t> non </a:t>
            </a:r>
            <a:r>
              <a:rPr lang="en-US" dirty="0" err="1"/>
              <a:t>tristique</a:t>
            </a:r>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8" y="365226"/>
            <a:ext cx="1367327" cy="1367327"/>
          </a:xfrm>
          <a:prstGeom prst="ellipse">
            <a:avLst/>
          </a:prstGeom>
          <a:solidFill>
            <a:srgbClr val="9EE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Tree>
    <p:extLst>
      <p:ext uri="{BB962C8B-B14F-4D97-AF65-F5344CB8AC3E}">
        <p14:creationId xmlns:p14="http://schemas.microsoft.com/office/powerpoint/2010/main" val="3201394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1000"/>
                        <p:tgtEl>
                          <p:spTgt spid="6"/>
                        </p:tgtEl>
                      </p:cBhvr>
                    </p:animEffect>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Picture 2" descr="A blue rectangle with white lines&#10;&#10;Description automatically generated">
            <a:extLst>
              <a:ext uri="{FF2B5EF4-FFF2-40B4-BE49-F238E27FC236}">
                <a16:creationId xmlns:a16="http://schemas.microsoft.com/office/drawing/2014/main" id="{9140A8C4-44ED-1E5D-D556-53FE4F62C35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7649" r="2252" b="15904"/>
          <a:stretch/>
        </p:blipFill>
        <p:spPr>
          <a:xfrm>
            <a:off x="0" y="0"/>
            <a:ext cx="8771860" cy="5143500"/>
          </a:xfrm>
          <a:prstGeom prst="rect">
            <a:avLst/>
          </a:prstGeom>
        </p:spPr>
      </p:pic>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1117600" y="1455999"/>
            <a:ext cx="6388100" cy="1439602"/>
          </a:xfrm>
          <a:prstGeom prst="rect">
            <a:avLst/>
          </a:prstGeom>
        </p:spPr>
        <p:txBody>
          <a:bodyPr lIns="0" tIns="0" rIns="0" bIns="0"/>
          <a:lstStyle>
            <a:lvl1pPr marL="0" indent="0" algn="l">
              <a:lnSpc>
                <a:spcPct val="100000"/>
              </a:lnSpc>
              <a:spcBef>
                <a:spcPts val="500"/>
              </a:spcBef>
              <a:spcAft>
                <a:spcPts val="0"/>
              </a:spcAft>
              <a:buFontTx/>
              <a:buNone/>
              <a:tabLst/>
              <a:defRPr sz="1400" b="1" i="1">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br>
              <a:rPr lang="en-US" dirty="0"/>
            </a:b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br>
              <a:rPr lang="en-US" dirty="0"/>
            </a:br>
            <a:r>
              <a:rPr lang="en-US" dirty="0"/>
              <a:t>  </a:t>
            </a:r>
            <a:r>
              <a:rPr lang="en-US" dirty="0" err="1"/>
              <a:t>aucibus</a:t>
            </a:r>
            <a:r>
              <a:rPr lang="en-US" dirty="0"/>
              <a:t>.</a:t>
            </a:r>
          </a:p>
          <a:p>
            <a:pPr marL="0" marR="0" lvl="0" indent="0" algn="l" defTabSz="685766" rtl="0" eaLnBrk="1" fontAlgn="auto" latinLnBrk="0" hangingPunct="1">
              <a:lnSpc>
                <a:spcPct val="100000"/>
              </a:lnSpc>
              <a:spcBef>
                <a:spcPts val="500"/>
              </a:spcBef>
              <a:spcAft>
                <a:spcPts val="0"/>
              </a:spcAft>
              <a:buClrTx/>
              <a:buSzTx/>
              <a:buFontTx/>
              <a:buNone/>
              <a:tabLst/>
              <a:defRPr/>
            </a:pPr>
            <a:r>
              <a:rPr lang="en-US" dirty="0"/>
              <a:t>   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a:t>
            </a:r>
            <a:br>
              <a:rPr lang="en-US" dirty="0"/>
            </a:br>
            <a:r>
              <a:rPr lang="en-US" dirty="0"/>
              <a:t>    Vestibulum Aenean ex, lacinia at dolor </a:t>
            </a:r>
            <a:r>
              <a:rPr lang="en-US" dirty="0" err="1"/>
              <a:t>accumsan</a:t>
            </a:r>
            <a:r>
              <a:rPr lang="en-US" dirty="0"/>
              <a:t>, </a:t>
            </a:r>
            <a:r>
              <a:rPr lang="en-US" dirty="0" err="1"/>
              <a:t>tincidunt</a:t>
            </a:r>
            <a:r>
              <a:rPr lang="en-US" dirty="0"/>
              <a:t> </a:t>
            </a:r>
            <a:br>
              <a:rPr lang="en-US" dirty="0"/>
            </a:br>
            <a:r>
              <a:rPr lang="en-US" dirty="0"/>
              <a:t>      </a:t>
            </a:r>
            <a:r>
              <a:rPr lang="en-US" dirty="0" err="1"/>
              <a:t>aculis</a:t>
            </a:r>
            <a:r>
              <a:rPr lang="en-US" dirty="0"/>
              <a:t> </a:t>
            </a:r>
            <a:r>
              <a:rPr lang="en-US" dirty="0" err="1"/>
              <a:t>urna</a:t>
            </a:r>
            <a:r>
              <a:rPr lang="en-US" dirty="0"/>
              <a:t>. Vestibulum</a:t>
            </a:r>
          </a:p>
        </p:txBody>
      </p:sp>
      <p:sp>
        <p:nvSpPr>
          <p:cNvPr id="4" name="Text Placeholder 5">
            <a:extLst>
              <a:ext uri="{FF2B5EF4-FFF2-40B4-BE49-F238E27FC236}">
                <a16:creationId xmlns:a16="http://schemas.microsoft.com/office/drawing/2014/main" id="{187C181E-8A66-90A8-BBB1-5C341156B51E}"/>
              </a:ext>
            </a:extLst>
          </p:cNvPr>
          <p:cNvSpPr>
            <a:spLocks noGrp="1"/>
          </p:cNvSpPr>
          <p:nvPr>
            <p:ph type="body" sz="quarter" idx="11" hasCustomPrompt="1"/>
          </p:nvPr>
        </p:nvSpPr>
        <p:spPr>
          <a:xfrm>
            <a:off x="4800600" y="2992699"/>
            <a:ext cx="2933700" cy="525201"/>
          </a:xfrm>
          <a:prstGeom prst="rect">
            <a:avLst/>
          </a:prstGeom>
        </p:spPr>
        <p:txBody>
          <a:bodyPr lIns="0" tIns="0" rIns="0" bIns="0"/>
          <a:lstStyle>
            <a:lvl1pPr marL="0" indent="0" algn="l">
              <a:lnSpc>
                <a:spcPct val="100000"/>
              </a:lnSpc>
              <a:spcBef>
                <a:spcPts val="500"/>
              </a:spcBef>
              <a:spcAft>
                <a:spcPts val="0"/>
              </a:spcAft>
              <a:buFontTx/>
              <a:buNone/>
              <a:tabLst/>
              <a:defRPr sz="1400" b="0" i="1">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 Quote source</a:t>
            </a:r>
          </a:p>
        </p:txBody>
      </p:sp>
    </p:spTree>
    <p:extLst>
      <p:ext uri="{BB962C8B-B14F-4D97-AF65-F5344CB8AC3E}">
        <p14:creationId xmlns:p14="http://schemas.microsoft.com/office/powerpoint/2010/main" val="41248520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member">
    <p:bg>
      <p:bgPr>
        <a:solidFill>
          <a:schemeClr val="bg2">
            <a:lumMod val="50000"/>
          </a:schemeClr>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422618" y="2116399"/>
            <a:ext cx="3895383" cy="1579302"/>
          </a:xfrm>
          <a:prstGeom prst="rect">
            <a:avLst/>
          </a:prstGeom>
        </p:spPr>
        <p:txBody>
          <a:bodyPr lIns="0" tIns="0" rIns="0" bIns="0"/>
          <a:lstStyle>
            <a:lvl1pPr marL="230188" indent="-230188">
              <a:lnSpc>
                <a:spcPct val="110000"/>
              </a:lnSpc>
              <a:spcBef>
                <a:spcPts val="500"/>
              </a:spcBef>
              <a:spcAft>
                <a:spcPts val="0"/>
              </a:spcAft>
              <a:buFont typeface="Arial" panose="020B0604020202020204" pitchFamily="34" charset="0"/>
              <a:buChar char="•"/>
              <a:tabLst/>
              <a:defRPr sz="14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p:txBody>
      </p:sp>
      <p:pic>
        <p:nvPicPr>
          <p:cNvPr id="6" name="Picture 5" descr="A hand with a finger pointing up&#10;&#10;Description automatically generated">
            <a:extLst>
              <a:ext uri="{FF2B5EF4-FFF2-40B4-BE49-F238E27FC236}">
                <a16:creationId xmlns:a16="http://schemas.microsoft.com/office/drawing/2014/main" id="{A1BAB40E-4B0C-30A2-15D1-F99C4BE715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53831" y="1054100"/>
            <a:ext cx="3118177" cy="3111500"/>
          </a:xfrm>
          <a:prstGeom prst="rect">
            <a:avLst/>
          </a:prstGeom>
        </p:spPr>
      </p:pic>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422618" y="2418085"/>
            <a:ext cx="3793783" cy="312417"/>
          </a:xfrm>
        </p:spPr>
        <p:txBody>
          <a:bodyPr/>
          <a:lstStyle>
            <a:lvl1pPr algn="ctr">
              <a:defRPr sz="2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Remember!</a:t>
            </a:r>
          </a:p>
        </p:txBody>
      </p:sp>
    </p:spTree>
    <p:extLst>
      <p:ext uri="{BB962C8B-B14F-4D97-AF65-F5344CB8AC3E}">
        <p14:creationId xmlns:p14="http://schemas.microsoft.com/office/powerpoint/2010/main" val="1045480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10" presetClass="entr" presetSubtype="0" fill="hold" grpId="2"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childTnLst>
                                </p:cTn>
                              </p:par>
                            </p:childTnLst>
                          </p:cTn>
                        </p:par>
                        <p:par>
                          <p:cTn id="12" fill="hold">
                            <p:stCondLst>
                              <p:cond delay="2000"/>
                            </p:stCondLst>
                            <p:childTnLst>
                              <p:par>
                                <p:cTn id="13" presetID="26" presetClass="emph" presetSubtype="0" repeatCount="2000" fill="hold" grpId="0" nodeType="afterEffect">
                                  <p:stCondLst>
                                    <p:cond delay="0"/>
                                  </p:stCondLst>
                                  <p:childTnLst>
                                    <p:animEffect transition="out" filter="fade">
                                      <p:cBhvr>
                                        <p:cTn id="14" dur="500" tmFilter="0, 0; .2, .5; .8, .5; 1, 0"/>
                                        <p:tgtEl>
                                          <p:spTgt spid="3"/>
                                        </p:tgtEl>
                                      </p:cBhvr>
                                    </p:animEffect>
                                    <p:animScale>
                                      <p:cBhvr>
                                        <p:cTn id="15" dur="250" autoRev="1" fill="hold"/>
                                        <p:tgtEl>
                                          <p:spTgt spid="3"/>
                                        </p:tgtEl>
                                      </p:cBhvr>
                                      <p:by x="105000" y="105000"/>
                                    </p:animScale>
                                  </p:childTnLst>
                                </p:cTn>
                              </p:par>
                            </p:childTnLst>
                          </p:cTn>
                        </p:par>
                        <p:par>
                          <p:cTn id="16" fill="hold">
                            <p:stCondLst>
                              <p:cond delay="3000"/>
                            </p:stCondLst>
                            <p:childTnLst>
                              <p:par>
                                <p:cTn id="17" presetID="64" presetClass="path" presetSubtype="0" accel="50000" decel="50000" fill="hold" grpId="1" nodeType="afterEffect">
                                  <p:stCondLst>
                                    <p:cond delay="0"/>
                                  </p:stCondLst>
                                  <p:childTnLst>
                                    <p:animMotion origin="layout" path="M 4.16667E-6 1.35802E-6 L -0.0875 -0.16574 " pathEditMode="relative" rAng="0" ptsTypes="AA">
                                      <p:cBhvr>
                                        <p:cTn id="18" dur="1000" fill="hold"/>
                                        <p:tgtEl>
                                          <p:spTgt spid="3"/>
                                        </p:tgtEl>
                                        <p:attrNameLst>
                                          <p:attrName>ppt_x</p:attrName>
                                          <p:attrName>ppt_y</p:attrName>
                                        </p:attrNameLst>
                                      </p:cBhvr>
                                      <p:rCtr x="-4375" y="-8302"/>
                                    </p:animMotion>
                                  </p:childTnLst>
                                </p:cTn>
                              </p:par>
                            </p:childTnLst>
                          </p:cTn>
                        </p:par>
                        <p:par>
                          <p:cTn id="19" fill="hold">
                            <p:stCondLst>
                              <p:cond delay="4000"/>
                            </p:stCondLst>
                            <p:childTnLst>
                              <p:par>
                                <p:cTn id="20" presetID="10" presetClass="entr" presetSubtype="0" fill="hold" grpId="0" nodeType="after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childTnLst>
                          </p:cTn>
                        </p:par>
                        <p:par>
                          <p:cTn id="23" fill="hold">
                            <p:stCondLst>
                              <p:cond delay="4500"/>
                            </p:stCondLst>
                            <p:childTnLst>
                              <p:par>
                                <p:cTn id="24" presetID="10" presetClass="entr" presetSubtype="0" fill="hold" grpId="0" nodeType="after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Effect transition="in" filter="fade">
                                      <p:cBhvr>
                                        <p:cTn id="26" dur="500"/>
                                        <p:tgtEl>
                                          <p:spTgt spid="4">
                                            <p:txEl>
                                              <p:pRg st="1" end="1"/>
                                            </p:txEl>
                                          </p:spTgt>
                                        </p:tgtEl>
                                      </p:cBhvr>
                                    </p:animEffect>
                                  </p:childTnLst>
                                </p:cTn>
                              </p:par>
                            </p:childTnLst>
                          </p:cTn>
                        </p:par>
                        <p:par>
                          <p:cTn id="27" fill="hold">
                            <p:stCondLst>
                              <p:cond delay="5000"/>
                            </p:stCondLst>
                            <p:childTnLst>
                              <p:par>
                                <p:cTn id="28" presetID="10" presetClass="entr" presetSubtype="0" fill="hold" grpId="0" nodeType="after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animEffect transition="in" filter="fade">
                                      <p:cBhvr>
                                        <p:cTn id="3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4">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3" grpId="0"/>
      <p:bldP spid="3" grpId="1"/>
      <p:bldP spid="3" grpId="2"/>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scussion Poi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CB16ED-AA5D-839E-D3B5-CAB3A4CB2E5F}"/>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559778" y="2116399"/>
            <a:ext cx="3895383" cy="718241"/>
          </a:xfrm>
          <a:prstGeom prst="rect">
            <a:avLst/>
          </a:prstGeom>
        </p:spPr>
        <p:txBody>
          <a:bodyPr lIns="0" tIns="0" rIns="0" bIns="0"/>
          <a:lstStyle>
            <a:lvl1pPr marL="0" indent="0">
              <a:lnSpc>
                <a:spcPct val="110000"/>
              </a:lnSpc>
              <a:spcBef>
                <a:spcPts val="500"/>
              </a:spcBef>
              <a:spcAft>
                <a:spcPts val="0"/>
              </a:spcAft>
              <a:buFontTx/>
              <a:buNone/>
              <a:tabLst/>
              <a:defRPr sz="1400" b="0"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pic>
        <p:nvPicPr>
          <p:cNvPr id="6" name="Picture 5">
            <a:extLst>
              <a:ext uri="{FF2B5EF4-FFF2-40B4-BE49-F238E27FC236}">
                <a16:creationId xmlns:a16="http://schemas.microsoft.com/office/drawing/2014/main" id="{A1BAB40E-4B0C-30A2-15D1-F99C4BE7152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953831" y="1057217"/>
            <a:ext cx="3118177" cy="3105265"/>
          </a:xfrm>
          <a:prstGeom prst="rect">
            <a:avLst/>
          </a:prstGeom>
        </p:spPr>
      </p:pic>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582638" y="2429515"/>
            <a:ext cx="3793783" cy="312417"/>
          </a:xfrm>
        </p:spPr>
        <p:txBody>
          <a:bodyPr/>
          <a:lstStyle>
            <a:lvl1pPr algn="ctr">
              <a:defRPr sz="2600" b="1" i="0">
                <a:solidFill>
                  <a:schemeClr val="tx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Discussion Point:</a:t>
            </a:r>
          </a:p>
        </p:txBody>
      </p:sp>
      <p:sp>
        <p:nvSpPr>
          <p:cNvPr id="5" name="Text Placeholder 5">
            <a:extLst>
              <a:ext uri="{FF2B5EF4-FFF2-40B4-BE49-F238E27FC236}">
                <a16:creationId xmlns:a16="http://schemas.microsoft.com/office/drawing/2014/main" id="{B43F15E5-BB1E-2825-CF6A-B95B568416DB}"/>
              </a:ext>
            </a:extLst>
          </p:cNvPr>
          <p:cNvSpPr>
            <a:spLocks noGrp="1"/>
          </p:cNvSpPr>
          <p:nvPr>
            <p:ph type="body" sz="quarter" idx="11" hasCustomPrompt="1"/>
          </p:nvPr>
        </p:nvSpPr>
        <p:spPr>
          <a:xfrm>
            <a:off x="540728" y="2977459"/>
            <a:ext cx="3895383" cy="718241"/>
          </a:xfrm>
          <a:prstGeom prst="rect">
            <a:avLst/>
          </a:prstGeom>
        </p:spPr>
        <p:txBody>
          <a:bodyPr lIns="0" tIns="0" rIns="0" bIns="0"/>
          <a:lstStyle>
            <a:lvl1pPr marL="0" indent="0">
              <a:lnSpc>
                <a:spcPct val="110000"/>
              </a:lnSpc>
              <a:spcBef>
                <a:spcPts val="500"/>
              </a:spcBef>
              <a:spcAft>
                <a:spcPts val="0"/>
              </a:spcAft>
              <a:buFontTx/>
              <a:buNone/>
              <a:tabLst/>
              <a:defRPr sz="1800" b="0" i="1">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Q: Question Lorem ipsum dolor sit </a:t>
            </a:r>
            <a:r>
              <a:rPr lang="en-US" dirty="0" err="1"/>
              <a:t>amet</a:t>
            </a:r>
            <a:r>
              <a:rPr lang="en-US" dirty="0"/>
              <a:t>?</a:t>
            </a:r>
          </a:p>
        </p:txBody>
      </p:sp>
    </p:spTree>
    <p:extLst>
      <p:ext uri="{BB962C8B-B14F-4D97-AF65-F5344CB8AC3E}">
        <p14:creationId xmlns:p14="http://schemas.microsoft.com/office/powerpoint/2010/main" val="67052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childTnLst>
                          </p:cTn>
                        </p:par>
                        <p:par>
                          <p:cTn id="11" fill="hold">
                            <p:stCondLst>
                              <p:cond delay="1000"/>
                            </p:stCondLst>
                            <p:childTnLst>
                              <p:par>
                                <p:cTn id="12" presetID="10" presetClass="entr" presetSubtype="0" fill="hold" grpId="1"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childTnLst>
                                </p:cTn>
                              </p:par>
                            </p:childTnLst>
                          </p:cTn>
                        </p:par>
                        <p:par>
                          <p:cTn id="15" fill="hold">
                            <p:stCondLst>
                              <p:cond delay="2000"/>
                            </p:stCondLst>
                            <p:childTnLst>
                              <p:par>
                                <p:cTn id="16" presetID="64" presetClass="path" presetSubtype="0" accel="50000" decel="50000" fill="hold" grpId="0" nodeType="afterEffect">
                                  <p:stCondLst>
                                    <p:cond delay="0"/>
                                  </p:stCondLst>
                                  <p:childTnLst>
                                    <p:animMotion origin="layout" path="M -5.55556E-7 8.64198E-7 L -0.03871 -0.16235 " pathEditMode="relative" rAng="0" ptsTypes="AA">
                                      <p:cBhvr>
                                        <p:cTn id="17" dur="1000" fill="hold"/>
                                        <p:tgtEl>
                                          <p:spTgt spid="3"/>
                                        </p:tgtEl>
                                        <p:attrNameLst>
                                          <p:attrName>ppt_x</p:attrName>
                                          <p:attrName>ppt_y</p:attrName>
                                        </p:attrNameLst>
                                      </p:cBhvr>
                                      <p:rCtr x="-1944" y="-8117"/>
                                    </p:animMotion>
                                  </p:childTnLst>
                                </p:cTn>
                              </p:par>
                            </p:childTnLst>
                          </p:cTn>
                        </p:par>
                        <p:par>
                          <p:cTn id="18" fill="hold">
                            <p:stCondLst>
                              <p:cond delay="3000"/>
                            </p:stCondLst>
                            <p:childTnLst>
                              <p:par>
                                <p:cTn id="19" presetID="10" presetClass="entr" presetSubtype="0" fill="hold" grpId="0" nodeType="after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1000"/>
                                        <p:tgtEl>
                                          <p:spTgt spid="4">
                                            <p:txEl>
                                              <p:pRg st="0" end="0"/>
                                            </p:txEl>
                                          </p:spTgt>
                                        </p:tgtEl>
                                      </p:cBhvr>
                                    </p:animEffect>
                                  </p:childTnLst>
                                </p:cTn>
                              </p:par>
                            </p:childTnLst>
                          </p:cTn>
                        </p:par>
                        <p:par>
                          <p:cTn id="22" fill="hold">
                            <p:stCondLst>
                              <p:cond delay="4000"/>
                            </p:stCondLst>
                            <p:childTnLst>
                              <p:par>
                                <p:cTn id="23" presetID="10" presetClass="entr" presetSubtype="0" fill="hold" grpId="0" nodeType="after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fade">
                                      <p:cBhvr>
                                        <p:cTn id="25"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build="p" bldLvl="4">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3" grpId="0"/>
      <p:bldP spid="3" grpId="1"/>
      <p:bldP spid="5" grpId="0" build="p" bldLvl="4">
        <p:tmplLst>
          <p:tmpl lvl="1">
            <p:tnLst>
              <p:par>
                <p:cTn presetID="10" presetClass="entr" presetSubtype="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Module Objectiv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16B128-0C11-C88E-8F99-621CF186B021}"/>
              </a:ext>
            </a:extLst>
          </p:cNvPr>
          <p:cNvSpPr>
            <a:spLocks/>
          </p:cNvSpPr>
          <p:nvPr userDrawn="1"/>
        </p:nvSpPr>
        <p:spPr>
          <a:xfrm>
            <a:off x="0" y="0"/>
            <a:ext cx="5321301" cy="5143500"/>
          </a:xfrm>
          <a:prstGeom prst="rect">
            <a:avLst/>
          </a:prstGeom>
          <a:solidFill>
            <a:schemeClr val="tx1">
              <a:alpha val="8482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latin typeface="Verdana" panose="020B0604030504040204" pitchFamily="34" charset="0"/>
            </a:endParaRPr>
          </a:p>
        </p:txBody>
      </p:sp>
      <p:pic>
        <p:nvPicPr>
          <p:cNvPr id="7" name="Picture 6" descr="A dart in the center of a dartboard&#10;&#10;Description automatically generated">
            <a:extLst>
              <a:ext uri="{FF2B5EF4-FFF2-40B4-BE49-F238E27FC236}">
                <a16:creationId xmlns:a16="http://schemas.microsoft.com/office/drawing/2014/main" id="{966F7963-1D55-A69C-650B-38191E40883F}"/>
              </a:ext>
            </a:extLst>
          </p:cNvPr>
          <p:cNvPicPr>
            <a:picLocks noChangeAspect="1"/>
          </p:cNvPicPr>
          <p:nvPr userDrawn="1"/>
        </p:nvPicPr>
        <p:blipFill>
          <a:blip r:embed="rId2" cstate="print">
            <a:alphaModFix/>
            <a:extLst>
              <a:ext uri="{BEBA8EAE-BF5A-486C-A8C5-ECC9F3942E4B}">
                <a14:imgProps xmlns:a14="http://schemas.microsoft.com/office/drawing/2010/main">
                  <a14:imgLayer r:embed="rId3">
                    <a14:imgEffect>
                      <a14:saturation sat="82000"/>
                    </a14:imgEffect>
                    <a14:imgEffect>
                      <a14:brightnessContrast bright="26000"/>
                    </a14:imgEffect>
                  </a14:imgLayer>
                </a14:imgProps>
              </a:ext>
              <a:ext uri="{28A0092B-C50C-407E-A947-70E740481C1C}">
                <a14:useLocalDpi xmlns:a14="http://schemas.microsoft.com/office/drawing/2010/main" val="0"/>
              </a:ext>
            </a:extLst>
          </a:blip>
          <a:stretch>
            <a:fillRect/>
          </a:stretch>
        </p:blipFill>
        <p:spPr>
          <a:xfrm>
            <a:off x="2844800" y="1023716"/>
            <a:ext cx="5982340" cy="4119783"/>
          </a:xfrm>
          <a:prstGeom prst="rect">
            <a:avLst/>
          </a:prstGeom>
        </p:spPr>
      </p:pic>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a:xfrm>
            <a:off x="419829" y="405977"/>
            <a:ext cx="3974316" cy="566417"/>
          </a:xfrm>
        </p:spPr>
        <p:txBody>
          <a:bodyPr anchor="ctr">
            <a:normAutofit/>
          </a:bodyPr>
          <a:lstStyle>
            <a:lvl1pPr>
              <a:defRPr sz="2400" b="0">
                <a:solidFill>
                  <a:schemeClr val="bg1"/>
                </a:solidFill>
              </a:defRPr>
            </a:lvl1pPr>
          </a:lstStyle>
          <a:p>
            <a:r>
              <a:rPr lang="en-US" dirty="0"/>
              <a:t>Module Objectives</a:t>
            </a:r>
          </a:p>
        </p:txBody>
      </p:sp>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419828" y="1164375"/>
            <a:ext cx="4743187" cy="1996068"/>
          </a:xfrm>
          <a:prstGeom prst="rect">
            <a:avLst/>
          </a:prstGeom>
        </p:spPr>
        <p:txBody>
          <a:bodyPr lIns="0" tIns="0" rIns="0" bIns="0"/>
          <a:lstStyle>
            <a:lvl1pPr marL="230188" indent="-230188">
              <a:lnSpc>
                <a:spcPct val="110000"/>
              </a:lnSpc>
              <a:spcBef>
                <a:spcPts val="900"/>
              </a:spcBef>
              <a:spcAft>
                <a:spcPts val="0"/>
              </a:spcAft>
              <a:buFont typeface="Arial" panose="020B0604020202020204" pitchFamily="34" charset="0"/>
              <a:buChar char="•"/>
              <a:tabLst/>
              <a:defRPr sz="14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a:p>
            <a:pPr lvl="0"/>
            <a:r>
              <a:rPr lang="en-US" dirty="0" err="1"/>
              <a:t>Curabitur</a:t>
            </a:r>
            <a:r>
              <a:rPr lang="en-US" dirty="0"/>
              <a:t> </a:t>
            </a:r>
            <a:r>
              <a:rPr lang="en-US" dirty="0" err="1"/>
              <a:t>condimentum</a:t>
            </a:r>
            <a:r>
              <a:rPr lang="en-US" dirty="0"/>
              <a:t> libero vitae </a:t>
            </a:r>
            <a:r>
              <a:rPr lang="en-US" dirty="0" err="1"/>
              <a:t>mollis</a:t>
            </a:r>
            <a:r>
              <a:rPr lang="en-US" dirty="0"/>
              <a:t> </a:t>
            </a:r>
            <a:r>
              <a:rPr lang="en-US" dirty="0" err="1"/>
              <a:t>suscipit</a:t>
            </a:r>
            <a:r>
              <a:rPr lang="en-US" dirty="0"/>
              <a:t>. </a:t>
            </a:r>
            <a:r>
              <a:rPr lang="en-US" dirty="0" err="1"/>
              <a:t>Praesent</a:t>
            </a:r>
            <a:r>
              <a:rPr lang="en-US" dirty="0"/>
              <a:t> </a:t>
            </a:r>
          </a:p>
        </p:txBody>
      </p:sp>
    </p:spTree>
    <p:extLst>
      <p:ext uri="{BB962C8B-B14F-4D97-AF65-F5344CB8AC3E}">
        <p14:creationId xmlns:p14="http://schemas.microsoft.com/office/powerpoint/2010/main" val="266309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estion">
    <p:bg>
      <p:bgPr>
        <a:solidFill>
          <a:srgbClr val="09658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6204-D7D9-4184-9D94-AF7AD42B25EA}"/>
              </a:ext>
            </a:extLst>
          </p:cNvPr>
          <p:cNvSpPr>
            <a:spLocks noGrp="1"/>
          </p:cNvSpPr>
          <p:nvPr>
            <p:ph type="title" hasCustomPrompt="1"/>
          </p:nvPr>
        </p:nvSpPr>
        <p:spPr/>
        <p:txBody>
          <a:bodyPr/>
          <a:lstStyle>
            <a:lvl1pPr>
              <a:defRPr>
                <a:effectLst/>
              </a:defRPr>
            </a:lvl1pPr>
          </a:lstStyle>
          <a:p>
            <a:r>
              <a:rPr lang="en-US" dirty="0"/>
              <a:t>Question:</a:t>
            </a:r>
          </a:p>
        </p:txBody>
      </p:sp>
      <p:sp>
        <p:nvSpPr>
          <p:cNvPr id="4" name="Text Placeholder 3">
            <a:extLst>
              <a:ext uri="{FF2B5EF4-FFF2-40B4-BE49-F238E27FC236}">
                <a16:creationId xmlns:a16="http://schemas.microsoft.com/office/drawing/2014/main" id="{F92D8CB1-C637-EA83-82DF-AE062EB80611}"/>
              </a:ext>
            </a:extLst>
          </p:cNvPr>
          <p:cNvSpPr>
            <a:spLocks noGrp="1"/>
          </p:cNvSpPr>
          <p:nvPr>
            <p:ph type="body" sz="quarter" idx="10" hasCustomPrompt="1"/>
          </p:nvPr>
        </p:nvSpPr>
        <p:spPr>
          <a:xfrm>
            <a:off x="446088" y="1070322"/>
            <a:ext cx="4003675" cy="2654300"/>
          </a:xfrm>
          <a:prstGeom prst="rect">
            <a:avLst/>
          </a:prstGeom>
        </p:spPr>
        <p:txBody>
          <a:bodyPr lIns="0" tIns="0" rIns="0" bIns="0"/>
          <a:lstStyle>
            <a:lvl1pPr marL="0" indent="0">
              <a:lnSpc>
                <a:spcPct val="100000"/>
              </a:lnSpc>
              <a:spcBef>
                <a:spcPts val="0"/>
              </a:spcBef>
              <a:buFontTx/>
              <a:buNone/>
              <a:defRPr sz="21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457200" indent="0">
              <a:lnSpc>
                <a:spcPct val="110000"/>
              </a:lnSpc>
              <a:buFontTx/>
              <a:buNone/>
              <a:defRPr sz="2500" b="0" i="0">
                <a:latin typeface="Verdana" panose="020B0604030504040204" pitchFamily="34" charset="0"/>
                <a:ea typeface="Verdana" panose="020B0604030504040204" pitchFamily="34" charset="0"/>
                <a:cs typeface="Verdana" panose="020B0604030504040204" pitchFamily="34" charset="0"/>
              </a:defRPr>
            </a:lvl2pPr>
            <a:lvl3pPr marL="914400" indent="0">
              <a:lnSpc>
                <a:spcPct val="110000"/>
              </a:lnSpc>
              <a:buFontTx/>
              <a:buNone/>
              <a:defRPr sz="2500" b="0" i="0">
                <a:latin typeface="Verdana" panose="020B0604030504040204" pitchFamily="34" charset="0"/>
                <a:ea typeface="Verdana" panose="020B0604030504040204" pitchFamily="34" charset="0"/>
                <a:cs typeface="Verdana" panose="020B0604030504040204" pitchFamily="34" charset="0"/>
              </a:defRPr>
            </a:lvl3pPr>
            <a:lvl4pPr marL="1371600" indent="0">
              <a:lnSpc>
                <a:spcPct val="110000"/>
              </a:lnSpc>
              <a:buFontTx/>
              <a:buNone/>
              <a:defRPr sz="2500" b="0" i="0">
                <a:latin typeface="Verdana" panose="020B0604030504040204" pitchFamily="34" charset="0"/>
                <a:ea typeface="Verdana" panose="020B0604030504040204" pitchFamily="34" charset="0"/>
                <a:cs typeface="Verdana" panose="020B0604030504040204" pitchFamily="34" charset="0"/>
              </a:defRPr>
            </a:lvl4pPr>
            <a:lvl5pPr marL="1828800" indent="0">
              <a:lnSpc>
                <a:spcPct val="110000"/>
              </a:lnSpc>
              <a:buFontTx/>
              <a:buNone/>
              <a:defRPr sz="2500" b="0" i="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What are the most valuable things you’ve learnt today?</a:t>
            </a:r>
          </a:p>
        </p:txBody>
      </p:sp>
    </p:spTree>
    <p:extLst>
      <p:ext uri="{BB962C8B-B14F-4D97-AF65-F5344CB8AC3E}">
        <p14:creationId xmlns:p14="http://schemas.microsoft.com/office/powerpoint/2010/main" val="260323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0-#ppt_w/2"/>
                                          </p:val>
                                        </p:tav>
                                        <p:tav tm="100000">
                                          <p:val>
                                            <p:strVal val="#ppt_x"/>
                                          </p:val>
                                        </p:tav>
                                      </p:tavLst>
                                    </p:anim>
                                    <p:anim calcmode="lin" valueType="num">
                                      <p:cBhvr additive="base">
                                        <p:cTn id="8" dur="20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200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tmplLst>
          <p:tmpl>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ny Questions?">
    <p:bg>
      <p:bgPr>
        <a:solidFill>
          <a:srgbClr val="09658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4BE464-1332-6A15-43AE-CC951AB2C835}"/>
              </a:ext>
            </a:extLst>
          </p:cNvPr>
          <p:cNvPicPr>
            <a:picLocks noChangeAspect="1"/>
          </p:cNvPicPr>
          <p:nvPr userDrawn="1"/>
        </p:nvPicPr>
        <p:blipFill>
          <a:blip r:embed="rId2" cstate="print">
            <a:alphaModFix amt="5800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Rectangle 4">
            <a:extLst>
              <a:ext uri="{FF2B5EF4-FFF2-40B4-BE49-F238E27FC236}">
                <a16:creationId xmlns:a16="http://schemas.microsoft.com/office/drawing/2014/main" id="{EDC220D7-A353-6B31-862C-D480C83AD1A5}"/>
              </a:ext>
            </a:extLst>
          </p:cNvPr>
          <p:cNvSpPr>
            <a:spLocks/>
          </p:cNvSpPr>
          <p:nvPr userDrawn="1"/>
        </p:nvSpPr>
        <p:spPr>
          <a:xfrm flipV="1">
            <a:off x="0" y="0"/>
            <a:ext cx="9144000" cy="5143500"/>
          </a:xfrm>
          <a:prstGeom prst="rect">
            <a:avLst/>
          </a:prstGeom>
          <a:gradFill>
            <a:gsLst>
              <a:gs pos="46000">
                <a:srgbClr val="096580">
                  <a:alpha val="0"/>
                </a:srgbClr>
              </a:gs>
              <a:gs pos="6000">
                <a:srgbClr val="096580"/>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 name="Title 1">
            <a:extLst>
              <a:ext uri="{FF2B5EF4-FFF2-40B4-BE49-F238E27FC236}">
                <a16:creationId xmlns:a16="http://schemas.microsoft.com/office/drawing/2014/main" id="{AA47D58B-A6B8-7CDC-0826-8C0BE000CFD7}"/>
              </a:ext>
            </a:extLst>
          </p:cNvPr>
          <p:cNvSpPr>
            <a:spLocks noGrp="1"/>
          </p:cNvSpPr>
          <p:nvPr>
            <p:ph type="title" hasCustomPrompt="1"/>
          </p:nvPr>
        </p:nvSpPr>
        <p:spPr>
          <a:xfrm>
            <a:off x="525780" y="4028075"/>
            <a:ext cx="6640830" cy="349616"/>
          </a:xfrm>
        </p:spPr>
        <p:txBody>
          <a:bodyPr/>
          <a:lstStyle>
            <a:lvl1pPr algn="l">
              <a:defRPr sz="2500"/>
            </a:lvl1pPr>
          </a:lstStyle>
          <a:p>
            <a:r>
              <a:rPr lang="en-US" dirty="0"/>
              <a:t>Any questions?</a:t>
            </a:r>
          </a:p>
        </p:txBody>
      </p:sp>
    </p:spTree>
    <p:extLst>
      <p:ext uri="{BB962C8B-B14F-4D97-AF65-F5344CB8AC3E}">
        <p14:creationId xmlns:p14="http://schemas.microsoft.com/office/powerpoint/2010/main" val="427445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urse 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752FA-6264-6108-98F2-2C9071647053}"/>
              </a:ext>
            </a:extLst>
          </p:cNvPr>
          <p:cNvSpPr>
            <a:spLocks noGrp="1"/>
          </p:cNvSpPr>
          <p:nvPr>
            <p:ph type="title" hasCustomPrompt="1"/>
          </p:nvPr>
        </p:nvSpPr>
        <p:spPr>
          <a:xfrm>
            <a:off x="428114" y="447455"/>
            <a:ext cx="6182486" cy="431418"/>
          </a:xfrm>
        </p:spPr>
        <p:txBody>
          <a:bodyPr>
            <a:normAutofit/>
          </a:bodyPr>
          <a:lstStyle>
            <a:lvl1pPr>
              <a:defRPr sz="2400" b="0">
                <a:solidFill>
                  <a:schemeClr val="tx1"/>
                </a:solidFill>
              </a:defRPr>
            </a:lvl1pPr>
          </a:lstStyle>
          <a:p>
            <a:r>
              <a:rPr lang="en-US" dirty="0"/>
              <a:t>Course Agenda</a:t>
            </a:r>
          </a:p>
        </p:txBody>
      </p:sp>
      <p:sp>
        <p:nvSpPr>
          <p:cNvPr id="3" name="Rectangle 2">
            <a:extLst>
              <a:ext uri="{FF2B5EF4-FFF2-40B4-BE49-F238E27FC236}">
                <a16:creationId xmlns:a16="http://schemas.microsoft.com/office/drawing/2014/main" id="{6D34DCDD-C97A-81A1-0C16-FDDA0BAA49D0}"/>
              </a:ext>
            </a:extLst>
          </p:cNvPr>
          <p:cNvSpPr/>
          <p:nvPr userDrawn="1"/>
        </p:nvSpPr>
        <p:spPr>
          <a:xfrm>
            <a:off x="84840" y="84841"/>
            <a:ext cx="8653807" cy="4977354"/>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8" name="Table Placeholder 7">
            <a:extLst>
              <a:ext uri="{FF2B5EF4-FFF2-40B4-BE49-F238E27FC236}">
                <a16:creationId xmlns:a16="http://schemas.microsoft.com/office/drawing/2014/main" id="{DE1B25F8-4DB2-3716-D790-769BDBA2F782}"/>
              </a:ext>
            </a:extLst>
          </p:cNvPr>
          <p:cNvSpPr>
            <a:spLocks noGrp="1"/>
          </p:cNvSpPr>
          <p:nvPr>
            <p:ph type="tbl" sz="quarter" idx="10"/>
          </p:nvPr>
        </p:nvSpPr>
        <p:spPr>
          <a:xfrm>
            <a:off x="435603" y="1616149"/>
            <a:ext cx="8027987" cy="3179837"/>
          </a:xfrm>
          <a:prstGeom prst="rect">
            <a:avLst/>
          </a:prstGeom>
        </p:spPr>
        <p:txBody>
          <a:bodyPr lIns="91440" anchor="ctr"/>
          <a:lstStyle>
            <a:lvl1pPr>
              <a:defRPr>
                <a:latin typeface="Verdana" panose="020B0604030504040204" pitchFamily="34" charset="0"/>
                <a:cs typeface="Arial" panose="020B0604020202020204" pitchFamily="34" charset="0"/>
              </a:defRPr>
            </a:lvl1pPr>
          </a:lstStyle>
          <a:p>
            <a:endParaRPr lang="en-US" dirty="0"/>
          </a:p>
        </p:txBody>
      </p:sp>
      <p:sp>
        <p:nvSpPr>
          <p:cNvPr id="4" name="Slide Number Placeholder 4">
            <a:extLst>
              <a:ext uri="{FF2B5EF4-FFF2-40B4-BE49-F238E27FC236}">
                <a16:creationId xmlns:a16="http://schemas.microsoft.com/office/drawing/2014/main" id="{95373961-BA94-8B61-F66D-FD1085710950}"/>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195171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bout the Instructo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34FDCC-C6C9-D99A-0677-FE60A4E0FF45}"/>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Title 1">
            <a:extLst>
              <a:ext uri="{FF2B5EF4-FFF2-40B4-BE49-F238E27FC236}">
                <a16:creationId xmlns:a16="http://schemas.microsoft.com/office/drawing/2014/main" id="{713173C0-3196-4E48-4A55-4C31C2CACE0E}"/>
              </a:ext>
            </a:extLst>
          </p:cNvPr>
          <p:cNvSpPr>
            <a:spLocks noGrp="1"/>
          </p:cNvSpPr>
          <p:nvPr>
            <p:ph type="title" hasCustomPrompt="1"/>
          </p:nvPr>
        </p:nvSpPr>
        <p:spPr>
          <a:xfrm>
            <a:off x="422618" y="459332"/>
            <a:ext cx="3793783" cy="312417"/>
          </a:xfrm>
        </p:spPr>
        <p:txBody>
          <a:bodyPr>
            <a:normAutofit/>
          </a:bodyPr>
          <a:lstStyle>
            <a:lvl1pPr>
              <a:defRPr sz="2200" b="0" i="0">
                <a:solidFill>
                  <a:schemeClr val="tx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About the Instructor</a:t>
            </a:r>
          </a:p>
        </p:txBody>
      </p:sp>
      <p:sp>
        <p:nvSpPr>
          <p:cNvPr id="4" name="Text Placeholder 5">
            <a:extLst>
              <a:ext uri="{FF2B5EF4-FFF2-40B4-BE49-F238E27FC236}">
                <a16:creationId xmlns:a16="http://schemas.microsoft.com/office/drawing/2014/main" id="{95A75733-712C-A40E-3765-194CD9129988}"/>
              </a:ext>
            </a:extLst>
          </p:cNvPr>
          <p:cNvSpPr>
            <a:spLocks noGrp="1"/>
          </p:cNvSpPr>
          <p:nvPr>
            <p:ph type="body" sz="quarter" idx="10" hasCustomPrompt="1"/>
          </p:nvPr>
        </p:nvSpPr>
        <p:spPr>
          <a:xfrm>
            <a:off x="422618" y="1066800"/>
            <a:ext cx="4689709" cy="3771014"/>
          </a:xfrm>
          <a:prstGeom prst="rect">
            <a:avLst/>
          </a:prstGeom>
        </p:spPr>
        <p:txBody>
          <a:bodyPr lIns="0" tIns="0" rIns="0" bIns="0"/>
          <a:lstStyle>
            <a:lvl1pPr marL="0" indent="0">
              <a:lnSpc>
                <a:spcPct val="110000"/>
              </a:lnSpc>
              <a:spcBef>
                <a:spcPts val="500"/>
              </a:spcBef>
              <a:spcAft>
                <a:spcPts val="0"/>
              </a:spcAft>
              <a:buFontTx/>
              <a:buNone/>
              <a:tabLst/>
              <a:defRPr sz="1300" b="0"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p:txBody>
      </p:sp>
      <p:sp>
        <p:nvSpPr>
          <p:cNvPr id="6" name="Picture Placeholder 5">
            <a:extLst>
              <a:ext uri="{FF2B5EF4-FFF2-40B4-BE49-F238E27FC236}">
                <a16:creationId xmlns:a16="http://schemas.microsoft.com/office/drawing/2014/main" id="{E435C6EA-0E27-EDEA-4735-707BBA56FB45}"/>
              </a:ext>
            </a:extLst>
          </p:cNvPr>
          <p:cNvSpPr>
            <a:spLocks noGrp="1"/>
          </p:cNvSpPr>
          <p:nvPr>
            <p:ph type="pic" sz="quarter" idx="11"/>
          </p:nvPr>
        </p:nvSpPr>
        <p:spPr>
          <a:xfrm>
            <a:off x="5375275" y="1066800"/>
            <a:ext cx="3103707" cy="3754438"/>
          </a:xfrm>
          <a:prstGeom prst="rect">
            <a:avLst/>
          </a:prstGeom>
        </p:spPr>
        <p:txBody>
          <a:bodyPr/>
          <a:lstStyle>
            <a:lvl1pPr>
              <a:defRPr>
                <a:latin typeface="Verdana" panose="020B0604030504040204" pitchFamily="34" charset="0"/>
                <a:cs typeface="Arial" panose="020B0604020202020204" pitchFamily="34" charset="0"/>
              </a:defRPr>
            </a:lvl1pPr>
          </a:lstStyle>
          <a:p>
            <a:endParaRPr lang="en-US" dirty="0"/>
          </a:p>
        </p:txBody>
      </p:sp>
      <p:sp>
        <p:nvSpPr>
          <p:cNvPr id="5" name="Slide Number Placeholder 4">
            <a:extLst>
              <a:ext uri="{FF2B5EF4-FFF2-40B4-BE49-F238E27FC236}">
                <a16:creationId xmlns:a16="http://schemas.microsoft.com/office/drawing/2014/main" id="{3FF8EE64-C7FC-9801-ACA3-91BAF0A8072D}"/>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290600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1000"/>
                                        <p:tgtEl>
                                          <p:spTgt spid="4">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childTnLst>
                                </p:cTn>
                              </p:par>
                              <p:par>
                                <p:cTn id="20" presetID="10" presetClass="entr" presetSubtype="0" fill="hold" grpId="0" nodeType="withEffect" nodePh="1">
                                  <p:stCondLst>
                                    <p:cond delay="0"/>
                                  </p:stCondLst>
                                  <p:endCondLst>
                                    <p:cond evt="begin" delay="0">
                                      <p:tn val="20"/>
                                    </p:cond>
                                  </p:end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6" grpId="0"/>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34FDCC-C6C9-D99A-0677-FE60A4E0FF45}"/>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4" name="Text Placeholder 5">
            <a:extLst>
              <a:ext uri="{FF2B5EF4-FFF2-40B4-BE49-F238E27FC236}">
                <a16:creationId xmlns:a16="http://schemas.microsoft.com/office/drawing/2014/main" id="{95A75733-712C-A40E-3765-194CD9129988}"/>
              </a:ext>
            </a:extLst>
          </p:cNvPr>
          <p:cNvSpPr>
            <a:spLocks noGrp="1"/>
          </p:cNvSpPr>
          <p:nvPr>
            <p:ph type="body" sz="quarter" idx="10" hasCustomPrompt="1"/>
          </p:nvPr>
        </p:nvSpPr>
        <p:spPr>
          <a:xfrm>
            <a:off x="422618" y="384313"/>
            <a:ext cx="8032269" cy="4453501"/>
          </a:xfrm>
          <a:prstGeom prst="rect">
            <a:avLst/>
          </a:prstGeom>
        </p:spPr>
        <p:txBody>
          <a:bodyPr lIns="0" tIns="0" rIns="0" bIns="0" anchor="ctr"/>
          <a:lstStyle>
            <a:lvl1pPr marL="0" indent="0" algn="ctr">
              <a:lnSpc>
                <a:spcPct val="110000"/>
              </a:lnSpc>
              <a:spcBef>
                <a:spcPts val="500"/>
              </a:spcBef>
              <a:spcAft>
                <a:spcPts val="0"/>
              </a:spcAft>
              <a:buFontTx/>
              <a:buNone/>
              <a:tabLst/>
              <a:defRPr sz="1300" b="0"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This program is protected by copyright. No portion of this program may be </a:t>
            </a:r>
            <a:br>
              <a:rPr lang="en-US" dirty="0"/>
            </a:br>
            <a:r>
              <a:rPr lang="en-US" dirty="0"/>
              <a:t>stored or reproduced in any form, or by any means, without prior written permission </a:t>
            </a:r>
            <a:br>
              <a:rPr lang="en-US" dirty="0"/>
            </a:br>
            <a:r>
              <a:rPr lang="en-US" dirty="0"/>
              <a:t>from SAE International. Any reuse, rebroadcast or retransmission of any of the </a:t>
            </a:r>
            <a:br>
              <a:rPr lang="en-US" dirty="0"/>
            </a:br>
            <a:r>
              <a:rPr lang="en-US" dirty="0"/>
              <a:t>information contained herein, in any media, is strictly prohibited.</a:t>
            </a:r>
          </a:p>
        </p:txBody>
      </p:sp>
      <p:sp>
        <p:nvSpPr>
          <p:cNvPr id="3" name="Slide Number Placeholder 4">
            <a:extLst>
              <a:ext uri="{FF2B5EF4-FFF2-40B4-BE49-F238E27FC236}">
                <a16:creationId xmlns:a16="http://schemas.microsoft.com/office/drawing/2014/main" id="{FAF30A55-C83A-2D3F-978E-B1B33D3174A0}"/>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268218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odule Summar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a:xfrm>
            <a:off x="419829" y="1307301"/>
            <a:ext cx="3974316" cy="566417"/>
          </a:xfrm>
        </p:spPr>
        <p:txBody>
          <a:bodyPr anchor="ctr">
            <a:normAutofit/>
          </a:bodyPr>
          <a:lstStyle>
            <a:lvl1pPr>
              <a:defRPr sz="1800">
                <a:solidFill>
                  <a:srgbClr val="9EE3F8"/>
                </a:solidFill>
              </a:defRPr>
            </a:lvl1pPr>
          </a:lstStyle>
          <a:p>
            <a:r>
              <a:rPr lang="en-US" dirty="0"/>
              <a:t>Module Summary</a:t>
            </a:r>
          </a:p>
        </p:txBody>
      </p:sp>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419828" y="2040675"/>
            <a:ext cx="4743187" cy="1996068"/>
          </a:xfrm>
          <a:prstGeom prst="rect">
            <a:avLst/>
          </a:prstGeom>
        </p:spPr>
        <p:txBody>
          <a:bodyPr lIns="0" tIns="0" rIns="0" bIns="0"/>
          <a:lstStyle>
            <a:lvl1pPr marL="230188" indent="-230188">
              <a:lnSpc>
                <a:spcPct val="110000"/>
              </a:lnSpc>
              <a:spcBef>
                <a:spcPts val="500"/>
              </a:spcBef>
              <a:spcAft>
                <a:spcPts val="0"/>
              </a:spcAft>
              <a:buFont typeface="Arial" panose="020B0604020202020204" pitchFamily="34" charset="0"/>
              <a:buChar char="•"/>
              <a:tabLst/>
              <a:defRPr sz="13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a:p>
            <a:pPr lvl="0"/>
            <a:r>
              <a:rPr lang="en-US" dirty="0" err="1"/>
              <a:t>Curabitur</a:t>
            </a:r>
            <a:r>
              <a:rPr lang="en-US" dirty="0"/>
              <a:t> </a:t>
            </a:r>
            <a:r>
              <a:rPr lang="en-US" dirty="0" err="1"/>
              <a:t>condimentum</a:t>
            </a:r>
            <a:r>
              <a:rPr lang="en-US" dirty="0"/>
              <a:t> libero vitae </a:t>
            </a:r>
            <a:r>
              <a:rPr lang="en-US" dirty="0" err="1"/>
              <a:t>mollis</a:t>
            </a:r>
            <a:r>
              <a:rPr lang="en-US" dirty="0"/>
              <a:t> </a:t>
            </a:r>
            <a:r>
              <a:rPr lang="en-US" dirty="0" err="1"/>
              <a:t>suscipit</a:t>
            </a:r>
            <a:r>
              <a:rPr lang="en-US" dirty="0"/>
              <a:t>. </a:t>
            </a:r>
            <a:r>
              <a:rPr lang="en-US" dirty="0" err="1"/>
              <a:t>Praesent</a:t>
            </a:r>
            <a:r>
              <a:rPr lang="en-US" dirty="0"/>
              <a:t> </a:t>
            </a:r>
          </a:p>
        </p:txBody>
      </p:sp>
      <p:sp>
        <p:nvSpPr>
          <p:cNvPr id="3" name="Slide Number Placeholder 4">
            <a:extLst>
              <a:ext uri="{FF2B5EF4-FFF2-40B4-BE49-F238E27FC236}">
                <a16:creationId xmlns:a16="http://schemas.microsoft.com/office/drawing/2014/main" id="{9765E66D-8249-C74F-D0E3-EE33F7053693}"/>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36083738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Module Objectiv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16B128-0C11-C88E-8F99-621CF186B021}"/>
              </a:ext>
            </a:extLst>
          </p:cNvPr>
          <p:cNvSpPr>
            <a:spLocks/>
          </p:cNvSpPr>
          <p:nvPr userDrawn="1"/>
        </p:nvSpPr>
        <p:spPr>
          <a:xfrm>
            <a:off x="0" y="0"/>
            <a:ext cx="5321301" cy="5143500"/>
          </a:xfrm>
          <a:prstGeom prst="rect">
            <a:avLst/>
          </a:prstGeom>
          <a:solidFill>
            <a:schemeClr val="tx1">
              <a:alpha val="8482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latin typeface="Verdana" panose="020B0604030504040204" pitchFamily="34" charset="0"/>
            </a:endParaRPr>
          </a:p>
        </p:txBody>
      </p:sp>
      <p:pic>
        <p:nvPicPr>
          <p:cNvPr id="7" name="Picture 6" descr="A dart in the center of a dartboard&#10;&#10;Description automatically generated">
            <a:extLst>
              <a:ext uri="{FF2B5EF4-FFF2-40B4-BE49-F238E27FC236}">
                <a16:creationId xmlns:a16="http://schemas.microsoft.com/office/drawing/2014/main" id="{966F7963-1D55-A69C-650B-38191E40883F}"/>
              </a:ext>
            </a:extLst>
          </p:cNvPr>
          <p:cNvPicPr>
            <a:picLocks noChangeAspect="1"/>
          </p:cNvPicPr>
          <p:nvPr userDrawn="1"/>
        </p:nvPicPr>
        <p:blipFill>
          <a:blip r:embed="rId2" cstate="print">
            <a:alphaModFix/>
            <a:extLst>
              <a:ext uri="{BEBA8EAE-BF5A-486C-A8C5-ECC9F3942E4B}">
                <a14:imgProps xmlns:a14="http://schemas.microsoft.com/office/drawing/2010/main">
                  <a14:imgLayer r:embed="rId3">
                    <a14:imgEffect>
                      <a14:saturation sat="82000"/>
                    </a14:imgEffect>
                    <a14:imgEffect>
                      <a14:brightnessContrast bright="26000"/>
                    </a14:imgEffect>
                  </a14:imgLayer>
                </a14:imgProps>
              </a:ext>
              <a:ext uri="{28A0092B-C50C-407E-A947-70E740481C1C}">
                <a14:useLocalDpi xmlns:a14="http://schemas.microsoft.com/office/drawing/2010/main" val="0"/>
              </a:ext>
            </a:extLst>
          </a:blip>
          <a:stretch>
            <a:fillRect/>
          </a:stretch>
        </p:blipFill>
        <p:spPr>
          <a:xfrm>
            <a:off x="2844800" y="1023716"/>
            <a:ext cx="5982340" cy="4119783"/>
          </a:xfrm>
          <a:prstGeom prst="rect">
            <a:avLst/>
          </a:prstGeom>
        </p:spPr>
      </p:pic>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a:xfrm>
            <a:off x="419829" y="405977"/>
            <a:ext cx="3974316" cy="566417"/>
          </a:xfrm>
        </p:spPr>
        <p:txBody>
          <a:bodyPr anchor="ctr">
            <a:normAutofit/>
          </a:bodyPr>
          <a:lstStyle>
            <a:lvl1pPr>
              <a:defRPr sz="2400" b="0">
                <a:solidFill>
                  <a:schemeClr val="bg1"/>
                </a:solidFill>
              </a:defRPr>
            </a:lvl1pPr>
          </a:lstStyle>
          <a:p>
            <a:r>
              <a:rPr lang="en-US" dirty="0"/>
              <a:t>Module Objectives</a:t>
            </a:r>
          </a:p>
        </p:txBody>
      </p:sp>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419828" y="1164375"/>
            <a:ext cx="4743187" cy="1996068"/>
          </a:xfrm>
          <a:prstGeom prst="rect">
            <a:avLst/>
          </a:prstGeom>
        </p:spPr>
        <p:txBody>
          <a:bodyPr lIns="0" tIns="0" rIns="0" bIns="0"/>
          <a:lstStyle>
            <a:lvl1pPr marL="230188" indent="-230188">
              <a:lnSpc>
                <a:spcPct val="110000"/>
              </a:lnSpc>
              <a:spcBef>
                <a:spcPts val="900"/>
              </a:spcBef>
              <a:spcAft>
                <a:spcPts val="0"/>
              </a:spcAft>
              <a:buFont typeface="Arial" panose="020B0604020202020204" pitchFamily="34" charset="0"/>
              <a:buChar char="•"/>
              <a:tabLst/>
              <a:defRPr sz="14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a:p>
            <a:pPr lvl="0"/>
            <a:r>
              <a:rPr lang="en-US" dirty="0" err="1"/>
              <a:t>Curabitur</a:t>
            </a:r>
            <a:r>
              <a:rPr lang="en-US" dirty="0"/>
              <a:t> </a:t>
            </a:r>
            <a:r>
              <a:rPr lang="en-US" dirty="0" err="1"/>
              <a:t>condimentum</a:t>
            </a:r>
            <a:r>
              <a:rPr lang="en-US" dirty="0"/>
              <a:t> libero vitae </a:t>
            </a:r>
            <a:r>
              <a:rPr lang="en-US" dirty="0" err="1"/>
              <a:t>mollis</a:t>
            </a:r>
            <a:r>
              <a:rPr lang="en-US" dirty="0"/>
              <a:t> </a:t>
            </a:r>
            <a:r>
              <a:rPr lang="en-US" dirty="0" err="1"/>
              <a:t>suscipit</a:t>
            </a:r>
            <a:r>
              <a:rPr lang="en-US" dirty="0"/>
              <a:t>. </a:t>
            </a:r>
            <a:r>
              <a:rPr lang="en-US" dirty="0" err="1"/>
              <a:t>Praesent</a:t>
            </a:r>
            <a:r>
              <a:rPr lang="en-US" dirty="0"/>
              <a:t> </a:t>
            </a:r>
          </a:p>
        </p:txBody>
      </p:sp>
      <p:sp>
        <p:nvSpPr>
          <p:cNvPr id="3" name="Slide Number Placeholder 4">
            <a:extLst>
              <a:ext uri="{FF2B5EF4-FFF2-40B4-BE49-F238E27FC236}">
                <a16:creationId xmlns:a16="http://schemas.microsoft.com/office/drawing/2014/main" id="{E4195C83-895C-6077-E8AC-F03908270ECF}"/>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2997219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0-#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urse Objectiv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173C0-3196-4E48-4A55-4C31C2CACE0E}"/>
              </a:ext>
            </a:extLst>
          </p:cNvPr>
          <p:cNvSpPr>
            <a:spLocks noGrp="1"/>
          </p:cNvSpPr>
          <p:nvPr>
            <p:ph type="title" hasCustomPrompt="1"/>
          </p:nvPr>
        </p:nvSpPr>
        <p:spPr>
          <a:xfrm>
            <a:off x="422618" y="459332"/>
            <a:ext cx="3793783" cy="312417"/>
          </a:xfrm>
        </p:spPr>
        <p:txBody>
          <a:bodyPr/>
          <a:lstStyle>
            <a:lvl1pPr>
              <a:defRPr sz="1800" b="1" i="0">
                <a:solidFill>
                  <a:srgbClr val="9EE3F8"/>
                </a:solidFill>
                <a:latin typeface="Verdana" panose="020B0604030504040204" pitchFamily="34" charset="0"/>
                <a:ea typeface="Verdana" panose="020B0604030504040204" pitchFamily="34" charset="0"/>
                <a:cs typeface="Arial" panose="020B0604020202020204" pitchFamily="34" charset="0"/>
              </a:defRPr>
            </a:lvl1pPr>
          </a:lstStyle>
          <a:p>
            <a:r>
              <a:rPr lang="en-US" dirty="0"/>
              <a:t>Course Objectives</a:t>
            </a:r>
          </a:p>
        </p:txBody>
      </p:sp>
      <p:sp>
        <p:nvSpPr>
          <p:cNvPr id="4" name="Text Placeholder 5">
            <a:extLst>
              <a:ext uri="{FF2B5EF4-FFF2-40B4-BE49-F238E27FC236}">
                <a16:creationId xmlns:a16="http://schemas.microsoft.com/office/drawing/2014/main" id="{95A75733-712C-A40E-3765-194CD9129988}"/>
              </a:ext>
            </a:extLst>
          </p:cNvPr>
          <p:cNvSpPr>
            <a:spLocks noGrp="1"/>
          </p:cNvSpPr>
          <p:nvPr>
            <p:ph type="body" sz="quarter" idx="10" hasCustomPrompt="1"/>
          </p:nvPr>
        </p:nvSpPr>
        <p:spPr>
          <a:xfrm>
            <a:off x="422618" y="1066800"/>
            <a:ext cx="4689709" cy="3771014"/>
          </a:xfrm>
          <a:prstGeom prst="rect">
            <a:avLst/>
          </a:prstGeom>
        </p:spPr>
        <p:txBody>
          <a:bodyPr lIns="0" tIns="0" rIns="0" bIns="0"/>
          <a:lstStyle>
            <a:lvl1pPr marL="342900" indent="-342900">
              <a:lnSpc>
                <a:spcPct val="110000"/>
              </a:lnSpc>
              <a:spcBef>
                <a:spcPts val="500"/>
              </a:spcBef>
              <a:spcAft>
                <a:spcPts val="0"/>
              </a:spcAft>
              <a:buFont typeface="+mj-lt"/>
              <a:buAutoNum type="arabicParenR"/>
              <a:tabLst/>
              <a:defRPr sz="14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p:txBody>
      </p:sp>
      <p:sp>
        <p:nvSpPr>
          <p:cNvPr id="2" name="Slide Number Placeholder 4">
            <a:extLst>
              <a:ext uri="{FF2B5EF4-FFF2-40B4-BE49-F238E27FC236}">
                <a16:creationId xmlns:a16="http://schemas.microsoft.com/office/drawing/2014/main" id="{1989992C-8354-6DE6-3AE8-872BFB15AE77}"/>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66656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childTnLst>
                                </p:cTn>
                              </p:par>
                            </p:childTnLst>
                          </p:cTn>
                        </p:par>
                        <p:par>
                          <p:cTn id="13" fill="hold">
                            <p:stCondLst>
                              <p:cond delay="2000"/>
                            </p:stCondLst>
                            <p:childTnLst>
                              <p:par>
                                <p:cTn id="14" presetID="10" presetClass="entr" presetSubtype="0" fill="hold" grpId="0" nodeType="after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1000"/>
                                        <p:tgtEl>
                                          <p:spTgt spid="4">
                                            <p:txEl>
                                              <p:pRg st="1" end="1"/>
                                            </p:txEl>
                                          </p:spTgt>
                                        </p:tgtEl>
                                      </p:cBhvr>
                                    </p:animEffect>
                                  </p:childTnLst>
                                </p:cTn>
                              </p:par>
                            </p:childTnLst>
                          </p:cTn>
                        </p:par>
                        <p:par>
                          <p:cTn id="17" fill="hold">
                            <p:stCondLst>
                              <p:cond delay="3000"/>
                            </p:stCondLst>
                            <p:childTnLst>
                              <p:par>
                                <p:cTn id="18" presetID="10" presetClass="entr" presetSubtype="0" fill="hold" grpId="0" nodeType="after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bldLvl="5">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ntr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173C0-3196-4E48-4A55-4C31C2CACE0E}"/>
              </a:ext>
            </a:extLst>
          </p:cNvPr>
          <p:cNvSpPr>
            <a:spLocks noGrp="1"/>
          </p:cNvSpPr>
          <p:nvPr>
            <p:ph type="title" hasCustomPrompt="1"/>
          </p:nvPr>
        </p:nvSpPr>
        <p:spPr>
          <a:xfrm>
            <a:off x="422618" y="459332"/>
            <a:ext cx="3678327" cy="316523"/>
          </a:xfrm>
        </p:spPr>
        <p:txBody>
          <a:bodyPr anchor="t">
            <a:noAutofit/>
          </a:bodyPr>
          <a:lstStyle>
            <a:lvl1pPr>
              <a:defRPr sz="2400" b="0"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Timetable</a:t>
            </a:r>
          </a:p>
        </p:txBody>
      </p:sp>
      <p:sp>
        <p:nvSpPr>
          <p:cNvPr id="4" name="Text Placeholder 5">
            <a:extLst>
              <a:ext uri="{FF2B5EF4-FFF2-40B4-BE49-F238E27FC236}">
                <a16:creationId xmlns:a16="http://schemas.microsoft.com/office/drawing/2014/main" id="{95A75733-712C-A40E-3765-194CD9129988}"/>
              </a:ext>
            </a:extLst>
          </p:cNvPr>
          <p:cNvSpPr>
            <a:spLocks noGrp="1"/>
          </p:cNvSpPr>
          <p:nvPr>
            <p:ph type="body" sz="quarter" idx="10" hasCustomPrompt="1"/>
          </p:nvPr>
        </p:nvSpPr>
        <p:spPr>
          <a:xfrm>
            <a:off x="422619" y="1431234"/>
            <a:ext cx="3636764" cy="3406579"/>
          </a:xfrm>
          <a:prstGeom prst="rect">
            <a:avLst/>
          </a:prstGeom>
        </p:spPr>
        <p:txBody>
          <a:bodyPr lIns="0" tIns="0" rIns="0" bIns="0" anchor="t"/>
          <a:lstStyle>
            <a:lvl1pPr marL="0" indent="0">
              <a:lnSpc>
                <a:spcPct val="110000"/>
              </a:lnSpc>
              <a:spcBef>
                <a:spcPts val="1200"/>
              </a:spcBef>
              <a:spcAft>
                <a:spcPts val="0"/>
              </a:spcAft>
              <a:buFontTx/>
              <a:buNone/>
              <a:tabLst/>
              <a:defRPr sz="14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dirty="0"/>
              <a:t>Day 1:  8:00 am – 4:30 pm</a:t>
            </a:r>
          </a:p>
          <a:p>
            <a:pPr lvl="0"/>
            <a:r>
              <a:rPr lang="en-US" dirty="0"/>
              <a:t>Day 2:  8:00 am – 4:30 pm</a:t>
            </a:r>
          </a:p>
          <a:p>
            <a:pPr lvl="0"/>
            <a:r>
              <a:rPr lang="en-US" dirty="0"/>
              <a:t>Breaks:  Morning &amp; Afternoon, TBD</a:t>
            </a:r>
          </a:p>
          <a:p>
            <a:pPr lvl="0"/>
            <a:r>
              <a:rPr lang="en-US" dirty="0"/>
              <a:t>Lunch:  TBD</a:t>
            </a:r>
          </a:p>
        </p:txBody>
      </p:sp>
      <p:sp>
        <p:nvSpPr>
          <p:cNvPr id="2" name="Slide Number Placeholder 4">
            <a:extLst>
              <a:ext uri="{FF2B5EF4-FFF2-40B4-BE49-F238E27FC236}">
                <a16:creationId xmlns:a16="http://schemas.microsoft.com/office/drawing/2014/main" id="{89457457-E6AF-12DD-678E-0AC2B3CA28A6}"/>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24202305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ndcap">
    <p:bg>
      <p:bgPr>
        <a:solidFill>
          <a:srgbClr val="096580">
            <a:alpha val="26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730328-5497-EA37-5F01-791C75B21CA0}"/>
              </a:ext>
            </a:extLst>
          </p:cNvPr>
          <p:cNvSpPr>
            <a:spLocks/>
          </p:cNvSpPr>
          <p:nvPr userDrawn="1"/>
        </p:nvSpPr>
        <p:spPr>
          <a:xfrm>
            <a:off x="0" y="0"/>
            <a:ext cx="8820727" cy="5143500"/>
          </a:xfrm>
          <a:prstGeom prst="rect">
            <a:avLst/>
          </a:prstGeom>
          <a:solidFill>
            <a:srgbClr val="09658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latin typeface="Verdana" panose="020B0604030504040204" pitchFamily="34" charset="0"/>
            </a:endParaRPr>
          </a:p>
        </p:txBody>
      </p:sp>
      <p:sp>
        <p:nvSpPr>
          <p:cNvPr id="8" name="Rectangle 7">
            <a:extLst>
              <a:ext uri="{FF2B5EF4-FFF2-40B4-BE49-F238E27FC236}">
                <a16:creationId xmlns:a16="http://schemas.microsoft.com/office/drawing/2014/main" id="{62783CFD-72F0-E97C-F67F-35438AADF8C6}"/>
              </a:ext>
            </a:extLst>
          </p:cNvPr>
          <p:cNvSpPr/>
          <p:nvPr userDrawn="1"/>
        </p:nvSpPr>
        <p:spPr>
          <a:xfrm>
            <a:off x="1" y="0"/>
            <a:ext cx="2403567"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6" name="TextBox 5">
            <a:extLst>
              <a:ext uri="{FF2B5EF4-FFF2-40B4-BE49-F238E27FC236}">
                <a16:creationId xmlns:a16="http://schemas.microsoft.com/office/drawing/2014/main" id="{55FC013B-A5A9-A3A8-F7BC-3C646D293440}"/>
              </a:ext>
            </a:extLst>
          </p:cNvPr>
          <p:cNvSpPr txBox="1"/>
          <p:nvPr userDrawn="1"/>
        </p:nvSpPr>
        <p:spPr>
          <a:xfrm>
            <a:off x="1" y="2182896"/>
            <a:ext cx="2375065" cy="2231380"/>
          </a:xfrm>
          <a:prstGeom prst="rect">
            <a:avLst/>
          </a:prstGeom>
          <a:noFill/>
        </p:spPr>
        <p:txBody>
          <a:bodyPr wrap="square" numCol="1" spcCol="274320" rtlCol="0">
            <a:noAutofit/>
          </a:bodyPr>
          <a:lstStyle/>
          <a:p>
            <a:pPr algn="ctr" fontAlgn="base">
              <a:lnSpc>
                <a:spcPts val="1300"/>
              </a:lnSpc>
            </a:pPr>
            <a:r>
              <a:rPr lang="en-US" sz="1000" b="1" i="0" dirty="0">
                <a:solidFill>
                  <a:srgbClr val="1A1A1A"/>
                </a:solidFill>
                <a:effectLst/>
                <a:latin typeface="Verdana" panose="020B0604030504040204" pitchFamily="34" charset="0"/>
                <a:ea typeface="Verdana" panose="020B0604030504040204" pitchFamily="34" charset="0"/>
                <a:cs typeface="Arial" panose="020B0604020202020204" pitchFamily="34" charset="0"/>
              </a:rPr>
              <a:t>North America</a:t>
            </a:r>
          </a:p>
          <a:p>
            <a:pPr algn="ctr" fontAlgn="base">
              <a:lnSpc>
                <a:spcPts val="1300"/>
              </a:lnSpc>
            </a:pPr>
            <a:r>
              <a:rPr lang="en-US" sz="1000" b="0" i="0" dirty="0">
                <a:solidFill>
                  <a:srgbClr val="1A1A1A"/>
                </a:solidFill>
                <a:effectLst/>
                <a:latin typeface="Verdana" panose="020B0604030504040204" pitchFamily="34" charset="0"/>
                <a:ea typeface="Verdana" panose="020B0604030504040204" pitchFamily="34" charset="0"/>
                <a:cs typeface="Arial" panose="020B0604020202020204" pitchFamily="34" charset="0"/>
              </a:rPr>
              <a:t>Pittsburgh</a:t>
            </a:r>
          </a:p>
          <a:p>
            <a:pPr marL="0" marR="0" lvl="0" indent="0" algn="ctr" defTabSz="685766" rtl="0" eaLnBrk="1" fontAlgn="base" latinLnBrk="0" hangingPunct="1">
              <a:lnSpc>
                <a:spcPts val="1300"/>
              </a:lnSpc>
              <a:spcBef>
                <a:spcPts val="0"/>
              </a:spcBef>
              <a:spcAft>
                <a:spcPts val="0"/>
              </a:spcAft>
              <a:buClrTx/>
              <a:buSzTx/>
              <a:buFontTx/>
              <a:buNone/>
              <a:tabLst/>
              <a:defRPr/>
            </a:pPr>
            <a:r>
              <a:rPr lang="en-US" sz="1000" b="0" i="0" dirty="0">
                <a:solidFill>
                  <a:srgbClr val="1A1A1A"/>
                </a:solidFill>
                <a:effectLst/>
                <a:latin typeface="Verdana" panose="020B0604030504040204" pitchFamily="34" charset="0"/>
                <a:ea typeface="Verdana" panose="020B0604030504040204" pitchFamily="34" charset="0"/>
                <a:cs typeface="Arial" panose="020B0604020202020204" pitchFamily="34" charset="0"/>
              </a:rPr>
              <a:t>Detroit</a:t>
            </a:r>
          </a:p>
          <a:p>
            <a:pPr algn="ctr" fontAlgn="base">
              <a:lnSpc>
                <a:spcPts val="1300"/>
              </a:lnSpc>
            </a:pPr>
            <a:r>
              <a:rPr lang="en-US" sz="1000" b="0" i="0" dirty="0">
                <a:solidFill>
                  <a:srgbClr val="1A1A1A"/>
                </a:solidFill>
                <a:effectLst/>
                <a:latin typeface="Verdana" panose="020B0604030504040204" pitchFamily="34" charset="0"/>
                <a:ea typeface="Verdana" panose="020B0604030504040204" pitchFamily="34" charset="0"/>
                <a:cs typeface="Arial" panose="020B0604020202020204" pitchFamily="34" charset="0"/>
              </a:rPr>
              <a:t>Washington, DC</a:t>
            </a:r>
          </a:p>
          <a:p>
            <a:pPr algn="ctr" fontAlgn="base">
              <a:lnSpc>
                <a:spcPts val="1300"/>
              </a:lnSpc>
            </a:pPr>
            <a:r>
              <a:rPr lang="en-US" sz="1000" b="0" i="0" dirty="0">
                <a:solidFill>
                  <a:srgbClr val="1A1A1A"/>
                </a:solidFill>
                <a:effectLst/>
                <a:latin typeface="Verdana" panose="020B0604030504040204" pitchFamily="34" charset="0"/>
                <a:ea typeface="Verdana" panose="020B0604030504040204" pitchFamily="34" charset="0"/>
                <a:cs typeface="Arial" panose="020B0604020202020204" pitchFamily="34" charset="0"/>
              </a:rPr>
              <a:t>Silicon Valley</a:t>
            </a:r>
          </a:p>
          <a:p>
            <a:pPr algn="ctr" fontAlgn="base">
              <a:lnSpc>
                <a:spcPts val="1300"/>
              </a:lnSpc>
            </a:pPr>
            <a:endParaRPr lang="en-US" sz="1000" b="0" i="0" dirty="0">
              <a:solidFill>
                <a:srgbClr val="1A1A1A"/>
              </a:solidFill>
              <a:effectLst/>
              <a:latin typeface="Verdana" panose="020B0604030504040204" pitchFamily="34" charset="0"/>
              <a:ea typeface="Verdana" panose="020B0604030504040204" pitchFamily="34" charset="0"/>
              <a:cs typeface="Arial" panose="020B0604020202020204" pitchFamily="34" charset="0"/>
            </a:endParaRPr>
          </a:p>
          <a:p>
            <a:pPr marL="0" marR="0" lvl="0" indent="0" algn="ctr" defTabSz="685766" rtl="0" eaLnBrk="1" fontAlgn="base" latinLnBrk="0" hangingPunct="1">
              <a:lnSpc>
                <a:spcPts val="1300"/>
              </a:lnSpc>
              <a:spcBef>
                <a:spcPts val="0"/>
              </a:spcBef>
              <a:spcAft>
                <a:spcPts val="0"/>
              </a:spcAft>
              <a:buClrTx/>
              <a:buSzTx/>
              <a:buFontTx/>
              <a:buNone/>
              <a:tabLst/>
              <a:defRPr/>
            </a:pPr>
            <a:r>
              <a:rPr lang="en-US" sz="1000" b="1" i="0" dirty="0">
                <a:solidFill>
                  <a:srgbClr val="1A1A1A"/>
                </a:solidFill>
                <a:effectLst/>
                <a:latin typeface="Verdana" panose="020B0604030504040204" pitchFamily="34" charset="0"/>
                <a:ea typeface="Verdana" panose="020B0604030504040204" pitchFamily="34" charset="0"/>
                <a:cs typeface="Arial" panose="020B0604020202020204" pitchFamily="34" charset="0"/>
              </a:rPr>
              <a:t>Europe</a:t>
            </a:r>
          </a:p>
          <a:p>
            <a:pPr marL="0" marR="0" lvl="0" indent="0" algn="ctr" defTabSz="685766" rtl="0" eaLnBrk="1" fontAlgn="base" latinLnBrk="0" hangingPunct="1">
              <a:lnSpc>
                <a:spcPts val="1300"/>
              </a:lnSpc>
              <a:spcBef>
                <a:spcPts val="0"/>
              </a:spcBef>
              <a:spcAft>
                <a:spcPts val="0"/>
              </a:spcAft>
              <a:buClrTx/>
              <a:buSzTx/>
              <a:buFontTx/>
              <a:buNone/>
              <a:tabLst/>
              <a:defRPr/>
            </a:pPr>
            <a:r>
              <a:rPr lang="en-US" sz="1000" b="0" i="0" dirty="0">
                <a:solidFill>
                  <a:srgbClr val="1A1A1A"/>
                </a:solidFill>
                <a:effectLst/>
                <a:latin typeface="Verdana" panose="020B0604030504040204" pitchFamily="34" charset="0"/>
                <a:ea typeface="Verdana" panose="020B0604030504040204" pitchFamily="34" charset="0"/>
                <a:cs typeface="Arial" panose="020B0604020202020204" pitchFamily="34" charset="0"/>
              </a:rPr>
              <a:t>Amsterdam</a:t>
            </a:r>
            <a:endParaRPr lang="en-US" sz="1000" b="1" i="0" dirty="0">
              <a:solidFill>
                <a:srgbClr val="1A1A1A"/>
              </a:solidFill>
              <a:effectLst/>
              <a:latin typeface="Verdana" panose="020B0604030504040204" pitchFamily="34" charset="0"/>
              <a:ea typeface="Verdana" panose="020B0604030504040204" pitchFamily="34" charset="0"/>
              <a:cs typeface="Arial" panose="020B0604020202020204" pitchFamily="34" charset="0"/>
            </a:endParaRPr>
          </a:p>
          <a:p>
            <a:pPr marL="0" marR="0" lvl="0" indent="0" algn="ctr" defTabSz="685766" rtl="0" eaLnBrk="1" fontAlgn="base" latinLnBrk="0" hangingPunct="1">
              <a:lnSpc>
                <a:spcPts val="1300"/>
              </a:lnSpc>
              <a:spcBef>
                <a:spcPts val="0"/>
              </a:spcBef>
              <a:spcAft>
                <a:spcPts val="0"/>
              </a:spcAft>
              <a:buClrTx/>
              <a:buSzTx/>
              <a:buFontTx/>
              <a:buNone/>
              <a:tabLst/>
              <a:defRPr/>
            </a:pPr>
            <a:r>
              <a:rPr lang="en-US" sz="1000" b="0" i="0" dirty="0">
                <a:solidFill>
                  <a:srgbClr val="1A1A1A"/>
                </a:solidFill>
                <a:effectLst/>
                <a:latin typeface="Verdana" panose="020B0604030504040204" pitchFamily="34" charset="0"/>
                <a:ea typeface="Verdana" panose="020B0604030504040204" pitchFamily="34" charset="0"/>
                <a:cs typeface="Arial" panose="020B0604020202020204" pitchFamily="34" charset="0"/>
              </a:rPr>
              <a:t>London</a:t>
            </a:r>
          </a:p>
          <a:p>
            <a:pPr marL="0" marR="0" lvl="0" indent="0" algn="ctr" defTabSz="685766" rtl="0" eaLnBrk="1" fontAlgn="base" latinLnBrk="0" hangingPunct="1">
              <a:lnSpc>
                <a:spcPts val="1300"/>
              </a:lnSpc>
              <a:spcBef>
                <a:spcPts val="0"/>
              </a:spcBef>
              <a:spcAft>
                <a:spcPts val="0"/>
              </a:spcAft>
              <a:buClrTx/>
              <a:buSzTx/>
              <a:buFontTx/>
              <a:buNone/>
              <a:tabLst/>
              <a:defRPr/>
            </a:pPr>
            <a:endParaRPr lang="en-US" sz="1000" b="0" i="0" dirty="0">
              <a:solidFill>
                <a:srgbClr val="1A1A1A"/>
              </a:solidFill>
              <a:effectLst/>
              <a:latin typeface="Verdana" panose="020B0604030504040204" pitchFamily="34" charset="0"/>
              <a:ea typeface="Verdana" panose="020B0604030504040204" pitchFamily="34" charset="0"/>
              <a:cs typeface="Arial" panose="020B0604020202020204" pitchFamily="34" charset="0"/>
            </a:endParaRPr>
          </a:p>
          <a:p>
            <a:pPr marL="0" marR="0" lvl="0" indent="0" algn="ctr" defTabSz="685766" rtl="0" eaLnBrk="1" fontAlgn="base" latinLnBrk="0" hangingPunct="1">
              <a:lnSpc>
                <a:spcPts val="1300"/>
              </a:lnSpc>
              <a:spcBef>
                <a:spcPts val="0"/>
              </a:spcBef>
              <a:spcAft>
                <a:spcPts val="0"/>
              </a:spcAft>
              <a:buClrTx/>
              <a:buSzTx/>
              <a:buFontTx/>
              <a:buNone/>
              <a:tabLst/>
              <a:defRPr/>
            </a:pPr>
            <a:r>
              <a:rPr lang="en-US" sz="1000" b="1" i="0" dirty="0">
                <a:solidFill>
                  <a:srgbClr val="1A1A1A"/>
                </a:solidFill>
                <a:effectLst/>
                <a:latin typeface="Verdana" panose="020B0604030504040204" pitchFamily="34" charset="0"/>
                <a:ea typeface="Verdana" panose="020B0604030504040204" pitchFamily="34" charset="0"/>
                <a:cs typeface="Arial" panose="020B0604020202020204" pitchFamily="34" charset="0"/>
              </a:rPr>
              <a:t>Asia</a:t>
            </a:r>
          </a:p>
          <a:p>
            <a:pPr marL="0" marR="0" lvl="0" indent="0" algn="ctr" defTabSz="685766" rtl="0" eaLnBrk="1" fontAlgn="base" latinLnBrk="0" hangingPunct="1">
              <a:lnSpc>
                <a:spcPts val="1300"/>
              </a:lnSpc>
              <a:spcBef>
                <a:spcPts val="0"/>
              </a:spcBef>
              <a:spcAft>
                <a:spcPts val="0"/>
              </a:spcAft>
              <a:buClrTx/>
              <a:buSzTx/>
              <a:buFontTx/>
              <a:buNone/>
              <a:tabLst/>
              <a:defRPr/>
            </a:pPr>
            <a:r>
              <a:rPr lang="en-US" sz="1000" b="0" i="0" dirty="0">
                <a:solidFill>
                  <a:srgbClr val="1A1A1A"/>
                </a:solidFill>
                <a:effectLst/>
                <a:latin typeface="Verdana" panose="020B0604030504040204" pitchFamily="34" charset="0"/>
                <a:ea typeface="Verdana" panose="020B0604030504040204" pitchFamily="34" charset="0"/>
                <a:cs typeface="Arial" panose="020B0604020202020204" pitchFamily="34" charset="0"/>
              </a:rPr>
              <a:t>Shanghai</a:t>
            </a:r>
            <a:endParaRPr lang="en-US" sz="1000" b="1" i="0" dirty="0">
              <a:solidFill>
                <a:srgbClr val="1A1A1A"/>
              </a:solidFill>
              <a:effectLst/>
              <a:latin typeface="Verdana" panose="020B0604030504040204" pitchFamily="34" charset="0"/>
              <a:ea typeface="Verdana" panose="020B0604030504040204" pitchFamily="34" charset="0"/>
              <a:cs typeface="Arial" panose="020B0604020202020204" pitchFamily="34" charset="0"/>
            </a:endParaRPr>
          </a:p>
          <a:p>
            <a:pPr algn="ctr" fontAlgn="base"/>
            <a:endParaRPr lang="en-US" sz="900" dirty="0">
              <a:latin typeface="Verdana" panose="020B0604030504040204" pitchFamily="34" charset="0"/>
              <a:ea typeface="Verdana" panose="020B0604030504040204" pitchFamily="34" charset="0"/>
              <a:cs typeface="Arial" panose="020B0604020202020204" pitchFamily="34" charset="0"/>
            </a:endParaRPr>
          </a:p>
        </p:txBody>
      </p:sp>
      <p:pic>
        <p:nvPicPr>
          <p:cNvPr id="7" name="Picture 6" descr="Logo, company name&#10;&#10;Description automatically generated">
            <a:extLst>
              <a:ext uri="{FF2B5EF4-FFF2-40B4-BE49-F238E27FC236}">
                <a16:creationId xmlns:a16="http://schemas.microsoft.com/office/drawing/2014/main" id="{33499C25-0B94-F887-A6B9-BE22812FB10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73367" y="1136534"/>
            <a:ext cx="1201783" cy="825616"/>
          </a:xfrm>
          <a:prstGeom prst="rect">
            <a:avLst/>
          </a:prstGeom>
        </p:spPr>
      </p:pic>
      <p:sp>
        <p:nvSpPr>
          <p:cNvPr id="3" name="Slide Number Placeholder 4">
            <a:extLst>
              <a:ext uri="{FF2B5EF4-FFF2-40B4-BE49-F238E27FC236}">
                <a16:creationId xmlns:a16="http://schemas.microsoft.com/office/drawing/2014/main" id="{F3DD4FD6-6BA3-5F6C-0E87-436F9738ED54}"/>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325841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Lst>
  </p:timing>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Any Questions?">
    <p:bg>
      <p:bgPr>
        <a:solidFill>
          <a:srgbClr val="09658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4BE464-1332-6A15-43AE-CC951AB2C835}"/>
              </a:ext>
            </a:extLst>
          </p:cNvPr>
          <p:cNvPicPr>
            <a:picLocks noChangeAspect="1"/>
          </p:cNvPicPr>
          <p:nvPr userDrawn="1"/>
        </p:nvPicPr>
        <p:blipFill>
          <a:blip r:embed="rId2" cstate="print">
            <a:alphaModFix amt="5800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Rectangle 4">
            <a:extLst>
              <a:ext uri="{FF2B5EF4-FFF2-40B4-BE49-F238E27FC236}">
                <a16:creationId xmlns:a16="http://schemas.microsoft.com/office/drawing/2014/main" id="{EDC220D7-A353-6B31-862C-D480C83AD1A5}"/>
              </a:ext>
            </a:extLst>
          </p:cNvPr>
          <p:cNvSpPr>
            <a:spLocks/>
          </p:cNvSpPr>
          <p:nvPr userDrawn="1"/>
        </p:nvSpPr>
        <p:spPr>
          <a:xfrm flipV="1">
            <a:off x="0" y="0"/>
            <a:ext cx="9144000" cy="5143500"/>
          </a:xfrm>
          <a:prstGeom prst="rect">
            <a:avLst/>
          </a:prstGeom>
          <a:gradFill>
            <a:gsLst>
              <a:gs pos="46000">
                <a:srgbClr val="096580">
                  <a:alpha val="0"/>
                </a:srgbClr>
              </a:gs>
              <a:gs pos="6000">
                <a:srgbClr val="096580"/>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 name="Title 1">
            <a:extLst>
              <a:ext uri="{FF2B5EF4-FFF2-40B4-BE49-F238E27FC236}">
                <a16:creationId xmlns:a16="http://schemas.microsoft.com/office/drawing/2014/main" id="{AA47D58B-A6B8-7CDC-0826-8C0BE000CFD7}"/>
              </a:ext>
            </a:extLst>
          </p:cNvPr>
          <p:cNvSpPr>
            <a:spLocks noGrp="1"/>
          </p:cNvSpPr>
          <p:nvPr>
            <p:ph type="title" hasCustomPrompt="1"/>
          </p:nvPr>
        </p:nvSpPr>
        <p:spPr>
          <a:xfrm>
            <a:off x="525780" y="4028075"/>
            <a:ext cx="6640830" cy="349616"/>
          </a:xfrm>
        </p:spPr>
        <p:txBody>
          <a:bodyPr/>
          <a:lstStyle>
            <a:lvl1pPr algn="l">
              <a:defRPr sz="2500"/>
            </a:lvl1pPr>
          </a:lstStyle>
          <a:p>
            <a:r>
              <a:rPr lang="en-US" dirty="0"/>
              <a:t>Any questions?</a:t>
            </a:r>
          </a:p>
        </p:txBody>
      </p:sp>
    </p:spTree>
    <p:extLst>
      <p:ext uri="{BB962C8B-B14F-4D97-AF65-F5344CB8AC3E}">
        <p14:creationId xmlns:p14="http://schemas.microsoft.com/office/powerpoint/2010/main" val="102521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Module/Section Header ">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BED7C9-BD62-A60F-008A-D2858CB2CD1F}"/>
              </a:ext>
            </a:extLst>
          </p:cNvPr>
          <p:cNvSpPr>
            <a:spLocks noGrp="1" noRot="1" noMove="1" noResize="1" noEditPoints="1" noAdjustHandles="1" noChangeArrowheads="1" noChangeShapeType="1"/>
          </p:cNvSpPr>
          <p:nvPr userDrawn="1"/>
        </p:nvSpPr>
        <p:spPr>
          <a:xfrm>
            <a:off x="0" y="0"/>
            <a:ext cx="9144000" cy="5143500"/>
          </a:xfrm>
          <a:prstGeom prst="rect">
            <a:avLst/>
          </a:prstGeom>
          <a:solidFill>
            <a:srgbClr val="09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11" name="Picture Placeholder 10">
            <a:extLst>
              <a:ext uri="{FF2B5EF4-FFF2-40B4-BE49-F238E27FC236}">
                <a16:creationId xmlns:a16="http://schemas.microsoft.com/office/drawing/2014/main" id="{3454D70F-6A07-9564-07CA-4C2921D825A4}"/>
              </a:ext>
            </a:extLst>
          </p:cNvPr>
          <p:cNvSpPr>
            <a:spLocks noGrp="1"/>
          </p:cNvSpPr>
          <p:nvPr>
            <p:ph type="pic" sz="quarter" idx="12"/>
          </p:nvPr>
        </p:nvSpPr>
        <p:spPr>
          <a:xfrm>
            <a:off x="0" y="0"/>
            <a:ext cx="9144000" cy="5143500"/>
          </a:xfrm>
          <a:prstGeom prst="rect">
            <a:avLst/>
          </a:prstGeom>
        </p:spPr>
        <p:txBody>
          <a:bodyPr/>
          <a:lstStyle>
            <a:lvl1pPr marL="0" indent="0">
              <a:buFontTx/>
              <a:buNone/>
              <a:defRPr/>
            </a:lvl1pPr>
          </a:lstStyle>
          <a:p>
            <a:endParaRPr lang="en-US" dirty="0"/>
          </a:p>
        </p:txBody>
      </p:sp>
      <p:sp>
        <p:nvSpPr>
          <p:cNvPr id="3" name="Title 1">
            <a:extLst>
              <a:ext uri="{FF2B5EF4-FFF2-40B4-BE49-F238E27FC236}">
                <a16:creationId xmlns:a16="http://schemas.microsoft.com/office/drawing/2014/main" id="{96440E9F-4DCF-CF5D-C18F-A3E24873F5B1}"/>
              </a:ext>
            </a:extLst>
          </p:cNvPr>
          <p:cNvSpPr>
            <a:spLocks noGrp="1"/>
          </p:cNvSpPr>
          <p:nvPr>
            <p:ph type="title" hasCustomPrompt="1"/>
          </p:nvPr>
        </p:nvSpPr>
        <p:spPr>
          <a:xfrm>
            <a:off x="607219" y="3571107"/>
            <a:ext cx="7886700" cy="557214"/>
          </a:xfrm>
          <a:prstGeom prst="rect">
            <a:avLst/>
          </a:prstGeom>
        </p:spPr>
        <p:txBody>
          <a:bodyPr lIns="0" tIns="0" rIns="0" bIns="0" anchor="ctr"/>
          <a:lstStyle>
            <a:lvl1pPr algn="l">
              <a:defRPr sz="3300" b="0" i="0">
                <a:solidFill>
                  <a:schemeClr val="bg1"/>
                </a:solidFill>
                <a:latin typeface="Verdana" panose="020B0604030504040204" pitchFamily="34" charset="0"/>
              </a:defRPr>
            </a:lvl1pPr>
          </a:lstStyle>
          <a:p>
            <a:r>
              <a:rPr lang="en-US" dirty="0"/>
              <a:t>Module/Section 1</a:t>
            </a:r>
          </a:p>
        </p:txBody>
      </p:sp>
      <p:sp>
        <p:nvSpPr>
          <p:cNvPr id="5" name="Text Placeholder 5">
            <a:extLst>
              <a:ext uri="{FF2B5EF4-FFF2-40B4-BE49-F238E27FC236}">
                <a16:creationId xmlns:a16="http://schemas.microsoft.com/office/drawing/2014/main" id="{D648B284-C176-B8FD-B9C9-14E516274891}"/>
              </a:ext>
            </a:extLst>
          </p:cNvPr>
          <p:cNvSpPr>
            <a:spLocks noGrp="1"/>
          </p:cNvSpPr>
          <p:nvPr>
            <p:ph type="body" sz="quarter" idx="11" hasCustomPrompt="1"/>
          </p:nvPr>
        </p:nvSpPr>
        <p:spPr>
          <a:xfrm>
            <a:off x="608014" y="4014441"/>
            <a:ext cx="7886700" cy="557560"/>
          </a:xfrm>
          <a:prstGeom prst="rect">
            <a:avLst/>
          </a:prstGeom>
        </p:spPr>
        <p:txBody>
          <a:bodyPr lIns="0" tIns="0" rIns="0" bIns="0" anchor="ctr"/>
          <a:lstStyle>
            <a:lvl1pPr marL="0" indent="0" algn="l">
              <a:spcBef>
                <a:spcPts val="0"/>
              </a:spcBef>
              <a:buNone/>
              <a:defRPr sz="1600" b="1" i="0" spc="20" baseline="0">
                <a:solidFill>
                  <a:schemeClr val="bg2">
                    <a:lumMod val="60000"/>
                    <a:lumOff val="40000"/>
                  </a:schemeClr>
                </a:solidFill>
                <a:latin typeface="Arial" panose="020B0604020202020204" pitchFamily="34" charset="0"/>
                <a:ea typeface="Verdana" panose="020B0604030504040204" pitchFamily="34" charset="0"/>
                <a:cs typeface="Arial" panose="020B0604020202020204" pitchFamily="34" charset="0"/>
              </a:defRPr>
            </a:lvl1pPr>
          </a:lstStyle>
          <a:p>
            <a:r>
              <a:rPr lang="en-US" dirty="0">
                <a:latin typeface="Verdana" panose="020B0604030504040204" pitchFamily="34" charset="0"/>
                <a:ea typeface="Verdana" panose="020B0604030504040204" pitchFamily="34" charset="0"/>
                <a:cs typeface="Verdana" panose="020B0604030504040204" pitchFamily="34" charset="0"/>
              </a:rPr>
              <a:t>Module title</a:t>
            </a:r>
          </a:p>
        </p:txBody>
      </p:sp>
    </p:spTree>
    <p:extLst>
      <p:ext uri="{BB962C8B-B14F-4D97-AF65-F5344CB8AC3E}">
        <p14:creationId xmlns:p14="http://schemas.microsoft.com/office/powerpoint/2010/main" val="296295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afterEffect" nodePh="1">
                                  <p:stCondLst>
                                    <p:cond delay="0"/>
                                  </p:stCondLst>
                                  <p:endCondLst>
                                    <p:cond evt="begin" delay="0">
                                      <p:tn val="5"/>
                                    </p:cond>
                                  </p:endCondLst>
                                  <p:childTnLst>
                                    <p:animScale>
                                      <p:cBhvr>
                                        <p:cTn id="6" dur="5000" fill="hold"/>
                                        <p:tgtEl>
                                          <p:spTgt spid="11"/>
                                        </p:tgtEl>
                                      </p:cBhvr>
                                      <p:by x="140000" y="140000"/>
                                    </p:animScale>
                                  </p:childTnLst>
                                </p:cTn>
                              </p:par>
                              <p:par>
                                <p:cTn id="7" presetID="2" presetClass="entr" presetSubtype="8"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2000" fill="hold"/>
                                        <p:tgtEl>
                                          <p:spTgt spid="3"/>
                                        </p:tgtEl>
                                        <p:attrNameLst>
                                          <p:attrName>ppt_x</p:attrName>
                                        </p:attrNameLst>
                                      </p:cBhvr>
                                      <p:tavLst>
                                        <p:tav tm="0">
                                          <p:val>
                                            <p:strVal val="0-#ppt_w/2"/>
                                          </p:val>
                                        </p:tav>
                                        <p:tav tm="100000">
                                          <p:val>
                                            <p:strVal val="#ppt_x"/>
                                          </p:val>
                                        </p:tav>
                                      </p:tavLst>
                                    </p:anim>
                                    <p:anim calcmode="lin" valueType="num">
                                      <p:cBhvr additive="base">
                                        <p:cTn id="10" dur="2000" fill="hold"/>
                                        <p:tgtEl>
                                          <p:spTgt spid="3"/>
                                        </p:tgtEl>
                                        <p:attrNameLst>
                                          <p:attrName>ppt_y</p:attrName>
                                        </p:attrNameLst>
                                      </p:cBhvr>
                                      <p:tavLst>
                                        <p:tav tm="0">
                                          <p:val>
                                            <p:strVal val="#ppt_y"/>
                                          </p:val>
                                        </p:tav>
                                        <p:tav tm="100000">
                                          <p:val>
                                            <p:strVal val="#ppt_y"/>
                                          </p:val>
                                        </p:tav>
                                      </p:tavLst>
                                    </p:anim>
                                  </p:childTnLst>
                                </p:cTn>
                              </p:par>
                              <p:par>
                                <p:cTn id="11" presetID="2" presetClass="entr" presetSubtype="8" fill="hold" grpId="0" nodeType="withEffect">
                                  <p:stCondLst>
                                    <p:cond delay="100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2000" fill="hold"/>
                                        <p:tgtEl>
                                          <p:spTgt spid="5"/>
                                        </p:tgtEl>
                                        <p:attrNameLst>
                                          <p:attrName>ppt_x</p:attrName>
                                        </p:attrNameLst>
                                      </p:cBhvr>
                                      <p:tavLst>
                                        <p:tav tm="0">
                                          <p:val>
                                            <p:strVal val="0-#ppt_w/2"/>
                                          </p:val>
                                        </p:tav>
                                        <p:tav tm="100000">
                                          <p:val>
                                            <p:strVal val="#ppt_x"/>
                                          </p:val>
                                        </p:tav>
                                      </p:tavLst>
                                    </p:anim>
                                    <p:anim calcmode="lin" valueType="num">
                                      <p:cBhvr additive="base">
                                        <p:cTn id="14" dur="2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5" grpId="0">
        <p:tmplLst>
          <p:tmpl>
            <p:tnLst>
              <p:par>
                <p:cTn presetID="2" presetClass="entr" presetSubtype="8" fill="hold" nodeType="withEffect">
                  <p:stCondLst>
                    <p:cond delay="100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2000" fill="hold"/>
                        <p:tgtEl>
                          <p:spTgt spid="5"/>
                        </p:tgtEl>
                        <p:attrNameLst>
                          <p:attrName>ppt_x</p:attrName>
                        </p:attrNameLst>
                      </p:cBhvr>
                      <p:tavLst>
                        <p:tav tm="0">
                          <p:val>
                            <p:strVal val="0-#ppt_w/2"/>
                          </p:val>
                        </p:tav>
                        <p:tav tm="100000">
                          <p:val>
                            <p:strVal val="#ppt_x"/>
                          </p:val>
                        </p:tav>
                      </p:tavLst>
                    </p:anim>
                    <p:anim calcmode="lin" valueType="num">
                      <p:cBhvr additive="base">
                        <p:cTn dur="2000" fill="hold"/>
                        <p:tgtEl>
                          <p:spTgt spid="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A598-3429-4CA6-1768-185D54BF8FD2}"/>
              </a:ext>
            </a:extLst>
          </p:cNvPr>
          <p:cNvSpPr>
            <a:spLocks noGrp="1"/>
          </p:cNvSpPr>
          <p:nvPr>
            <p:ph type="title"/>
          </p:nvPr>
        </p:nvSpPr>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0C7067A-916C-A29E-57D5-18D4585935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D4F06D-2234-5B77-0D14-C696FB3A6765}"/>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D8996510-FEBC-0D3A-B423-AA02135F01E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484DBB-64AE-4EEE-9626-F7ACE590AB14}"/>
              </a:ext>
            </a:extLst>
          </p:cNvPr>
          <p:cNvSpPr>
            <a:spLocks noGrp="1"/>
          </p:cNvSpPr>
          <p:nvPr>
            <p:ph type="sldNum" sz="quarter" idx="12"/>
          </p:nvPr>
        </p:nvSpPr>
        <p:spPr/>
        <p:txBody>
          <a:bodyPr/>
          <a:lstStyle/>
          <a:p>
            <a:fld id="{61250F96-E87E-4AB9-A876-D287D71FD6DE}" type="slidenum">
              <a:rPr lang="en-US" smtClean="0"/>
              <a:t>‹#›</a:t>
            </a:fld>
            <a:endParaRPr lang="en-US" dirty="0"/>
          </a:p>
        </p:txBody>
      </p:sp>
      <p:sp>
        <p:nvSpPr>
          <p:cNvPr id="7" name="Slide Number Placeholder 4">
            <a:extLst>
              <a:ext uri="{FF2B5EF4-FFF2-40B4-BE49-F238E27FC236}">
                <a16:creationId xmlns:a16="http://schemas.microsoft.com/office/drawing/2014/main" id="{D9DA17F4-C53A-5FCD-B81B-7880E3A60264}"/>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28182010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Light text with photo right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1E5A9F-2A33-29DF-C7C2-797DEE7FCFBF}"/>
              </a:ext>
            </a:extLst>
          </p:cNvPr>
          <p:cNvSpPr/>
          <p:nvPr userDrawn="1"/>
        </p:nvSpPr>
        <p:spPr>
          <a:xfrm>
            <a:off x="84841"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1"/>
            <a:ext cx="8663940" cy="941696"/>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6" y="207130"/>
            <a:ext cx="7992705" cy="548637"/>
          </a:xfrm>
        </p:spPr>
        <p:txBody>
          <a:bodyPr/>
          <a:lstStyle>
            <a:lvl1pPr>
              <a:defRPr>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75" indent="0">
              <a:buFontTx/>
              <a:buNone/>
              <a:defRPr sz="1400"/>
            </a:lvl2pPr>
            <a:lvl3pPr marL="685748" indent="0">
              <a:buFontTx/>
              <a:buNone/>
              <a:defRPr sz="1400"/>
            </a:lvl3pPr>
            <a:lvl4pPr marL="1028622" indent="0">
              <a:buFontTx/>
              <a:buNone/>
              <a:defRPr sz="1400"/>
            </a:lvl4pPr>
            <a:lvl5pPr marL="1371498"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
        <p:nvSpPr>
          <p:cNvPr id="5" name="Slide Number Placeholder 4">
            <a:extLst>
              <a:ext uri="{FF2B5EF4-FFF2-40B4-BE49-F238E27FC236}">
                <a16:creationId xmlns:a16="http://schemas.microsoft.com/office/drawing/2014/main" id="{935529E0-7190-8587-722C-C8D1FA5E9E07}"/>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419760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Animated Long Definition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11B2B4-57BA-DF98-486D-5EA91BE143D5}"/>
              </a:ext>
            </a:extLst>
          </p:cNvPr>
          <p:cNvSpPr/>
          <p:nvPr userDrawn="1"/>
        </p:nvSpPr>
        <p:spPr>
          <a:xfrm>
            <a:off x="0" y="0"/>
            <a:ext cx="8819681" cy="5143500"/>
          </a:xfrm>
          <a:prstGeom prst="rect">
            <a:avLst/>
          </a:prstGeom>
          <a:solidFill>
            <a:schemeClr val="tx1">
              <a:alpha val="626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31BF9C59-8280-ADBF-5B0C-0FABB305BC77}"/>
              </a:ext>
            </a:extLst>
          </p:cNvPr>
          <p:cNvSpPr>
            <a:spLocks noGrp="1"/>
          </p:cNvSpPr>
          <p:nvPr>
            <p:ph type="title" hasCustomPrompt="1"/>
          </p:nvPr>
        </p:nvSpPr>
        <p:spPr>
          <a:xfrm>
            <a:off x="308318" y="1557796"/>
            <a:ext cx="8229755" cy="378062"/>
          </a:xfrm>
        </p:spPr>
        <p:txBody>
          <a:bodyPr/>
          <a:lstStyle>
            <a:lvl1pPr algn="ctr">
              <a:defRPr sz="2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Term:</a:t>
            </a:r>
          </a:p>
        </p:txBody>
      </p:sp>
      <p:sp>
        <p:nvSpPr>
          <p:cNvPr id="3" name="Text Placeholder 3">
            <a:extLst>
              <a:ext uri="{FF2B5EF4-FFF2-40B4-BE49-F238E27FC236}">
                <a16:creationId xmlns:a16="http://schemas.microsoft.com/office/drawing/2014/main" id="{CE63DDA6-F463-E69E-587E-03E4B49DB7EC}"/>
              </a:ext>
            </a:extLst>
          </p:cNvPr>
          <p:cNvSpPr>
            <a:spLocks noGrp="1"/>
          </p:cNvSpPr>
          <p:nvPr>
            <p:ph type="body" sz="quarter" idx="10" hasCustomPrompt="1"/>
          </p:nvPr>
        </p:nvSpPr>
        <p:spPr>
          <a:xfrm>
            <a:off x="1126671" y="2129887"/>
            <a:ext cx="6727372" cy="2194219"/>
          </a:xfrm>
          <a:prstGeom prst="rect">
            <a:avLst/>
          </a:prstGeom>
        </p:spPr>
        <p:txBody>
          <a:bodyPr lIns="0" tIns="0" rIns="0" bIns="0" anchor="t"/>
          <a:lstStyle>
            <a:lvl1pPr marL="0" indent="0" algn="ctr">
              <a:lnSpc>
                <a:spcPct val="110000"/>
              </a:lnSpc>
              <a:spcBef>
                <a:spcPts val="0"/>
              </a:spcBef>
              <a:spcAft>
                <a:spcPts val="900"/>
              </a:spcAft>
              <a:buFontTx/>
              <a:buNone/>
              <a:defRPr sz="1400">
                <a:solidFill>
                  <a:schemeClr val="bg1"/>
                </a:solidFill>
                <a:latin typeface="Verdana" panose="020B0604030504040204" pitchFamily="34" charset="0"/>
              </a:defRPr>
            </a:lvl1pPr>
            <a:lvl2pPr marL="342875" indent="0">
              <a:lnSpc>
                <a:spcPct val="100000"/>
              </a:lnSpc>
              <a:buFontTx/>
              <a:buNone/>
              <a:defRPr/>
            </a:lvl2pPr>
            <a:lvl3pPr marL="685748" indent="0">
              <a:lnSpc>
                <a:spcPct val="100000"/>
              </a:lnSpc>
              <a:buFontTx/>
              <a:buNone/>
              <a:defRPr/>
            </a:lvl3pPr>
            <a:lvl4pPr marL="1028622" indent="0">
              <a:lnSpc>
                <a:spcPct val="100000"/>
              </a:lnSpc>
              <a:buFontTx/>
              <a:buNone/>
              <a:defRPr/>
            </a:lvl4pPr>
            <a:lvl5pPr marL="1371498" indent="0">
              <a:lnSpc>
                <a:spcPct val="100000"/>
              </a:lnSpc>
              <a:buFontTx/>
              <a:buNone/>
              <a:defRPr/>
            </a:lvl5pPr>
          </a:lstStyle>
          <a:p>
            <a:pPr lvl="0"/>
            <a:r>
              <a:rPr lang="en-US" dirty="0"/>
              <a:t>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a:t>
            </a:r>
          </a:p>
          <a:p>
            <a:pPr lvl="0"/>
            <a:endParaRPr lang="en-US" dirty="0"/>
          </a:p>
          <a:p>
            <a:pPr lvl="0"/>
            <a:endParaRPr lang="en-US" dirty="0"/>
          </a:p>
        </p:txBody>
      </p:sp>
      <p:sp>
        <p:nvSpPr>
          <p:cNvPr id="5" name="Slide Number Placeholder 4">
            <a:extLst>
              <a:ext uri="{FF2B5EF4-FFF2-40B4-BE49-F238E27FC236}">
                <a16:creationId xmlns:a16="http://schemas.microsoft.com/office/drawing/2014/main" id="{82028F84-8370-11AE-9B8D-578890B584A5}"/>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3150907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Lst>
      </p:bldP>
    </p:bldLst>
  </p:timing>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nimated Long Definition 1">
    <p:bg>
      <p:bgPr>
        <a:solidFill>
          <a:srgbClr val="096580"/>
        </a:solidFill>
        <a:effectLst/>
      </p:bgPr>
    </p:bg>
    <p:spTree>
      <p:nvGrpSpPr>
        <p:cNvPr id="1" name=""/>
        <p:cNvGrpSpPr/>
        <p:nvPr/>
      </p:nvGrpSpPr>
      <p:grpSpPr>
        <a:xfrm>
          <a:off x="0" y="0"/>
          <a:ext cx="0" cy="0"/>
          <a:chOff x="0" y="0"/>
          <a:chExt cx="0" cy="0"/>
        </a:xfrm>
      </p:grpSpPr>
      <p:pic>
        <p:nvPicPr>
          <p:cNvPr id="7" name="Picture 6" descr="A truck driving on a road&#10;&#10;AI-generated content may be incorrect.">
            <a:extLst>
              <a:ext uri="{FF2B5EF4-FFF2-40B4-BE49-F238E27FC236}">
                <a16:creationId xmlns:a16="http://schemas.microsoft.com/office/drawing/2014/main" id="{E7F586F1-40FC-DF19-58F9-62278B534F56}"/>
              </a:ext>
            </a:extLst>
          </p:cNvPr>
          <p:cNvPicPr>
            <a:picLocks noChangeAspect="1"/>
          </p:cNvPicPr>
          <p:nvPr userDrawn="1"/>
        </p:nvPicPr>
        <p:blipFill>
          <a:blip r:embed="rId2" cstate="print">
            <a:alphaModFix amt="68000"/>
            <a:extLst>
              <a:ext uri="{28A0092B-C50C-407E-A947-70E740481C1C}">
                <a14:useLocalDpi xmlns:a14="http://schemas.microsoft.com/office/drawing/2010/main" val="0"/>
              </a:ext>
            </a:extLst>
          </a:blip>
          <a:srcRect r="3739"/>
          <a:stretch>
            <a:fillRect/>
          </a:stretch>
        </p:blipFill>
        <p:spPr>
          <a:xfrm>
            <a:off x="0" y="310"/>
            <a:ext cx="8826500" cy="5143190"/>
          </a:xfrm>
          <a:prstGeom prst="rect">
            <a:avLst/>
          </a:prstGeom>
        </p:spPr>
      </p:pic>
      <p:sp>
        <p:nvSpPr>
          <p:cNvPr id="6" name="Rectangle 5">
            <a:extLst>
              <a:ext uri="{FF2B5EF4-FFF2-40B4-BE49-F238E27FC236}">
                <a16:creationId xmlns:a16="http://schemas.microsoft.com/office/drawing/2014/main" id="{F52A7B21-141C-216B-701B-B280604CCCB5}"/>
              </a:ext>
            </a:extLst>
          </p:cNvPr>
          <p:cNvSpPr/>
          <p:nvPr userDrawn="1"/>
        </p:nvSpPr>
        <p:spPr>
          <a:xfrm>
            <a:off x="0" y="595423"/>
            <a:ext cx="8826500" cy="1988289"/>
          </a:xfrm>
          <a:prstGeom prst="rect">
            <a:avLst/>
          </a:prstGeom>
          <a:solidFill>
            <a:schemeClr val="tx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1BF9C59-8280-ADBF-5B0C-0FABB305BC77}"/>
              </a:ext>
            </a:extLst>
          </p:cNvPr>
          <p:cNvSpPr>
            <a:spLocks noGrp="1"/>
          </p:cNvSpPr>
          <p:nvPr>
            <p:ph type="title" hasCustomPrompt="1"/>
          </p:nvPr>
        </p:nvSpPr>
        <p:spPr>
          <a:xfrm>
            <a:off x="308318" y="1557796"/>
            <a:ext cx="8229755" cy="378062"/>
          </a:xfrm>
        </p:spPr>
        <p:txBody>
          <a:bodyPr/>
          <a:lstStyle>
            <a:lvl1pPr algn="ctr">
              <a:defRPr sz="2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Term:</a:t>
            </a:r>
          </a:p>
        </p:txBody>
      </p:sp>
      <p:sp>
        <p:nvSpPr>
          <p:cNvPr id="3" name="Text Placeholder 3">
            <a:extLst>
              <a:ext uri="{FF2B5EF4-FFF2-40B4-BE49-F238E27FC236}">
                <a16:creationId xmlns:a16="http://schemas.microsoft.com/office/drawing/2014/main" id="{CE63DDA6-F463-E69E-587E-03E4B49DB7EC}"/>
              </a:ext>
            </a:extLst>
          </p:cNvPr>
          <p:cNvSpPr>
            <a:spLocks noGrp="1"/>
          </p:cNvSpPr>
          <p:nvPr>
            <p:ph type="body" sz="quarter" idx="10" hasCustomPrompt="1"/>
          </p:nvPr>
        </p:nvSpPr>
        <p:spPr>
          <a:xfrm>
            <a:off x="1126671" y="2129887"/>
            <a:ext cx="6727372" cy="2194219"/>
          </a:xfrm>
          <a:prstGeom prst="rect">
            <a:avLst/>
          </a:prstGeom>
        </p:spPr>
        <p:txBody>
          <a:bodyPr lIns="0" tIns="0" rIns="0" bIns="0" anchor="t"/>
          <a:lstStyle>
            <a:lvl1pPr marL="0" indent="0" algn="ctr">
              <a:lnSpc>
                <a:spcPct val="110000"/>
              </a:lnSpc>
              <a:spcBef>
                <a:spcPts val="0"/>
              </a:spcBef>
              <a:spcAft>
                <a:spcPts val="900"/>
              </a:spcAft>
              <a:buFontTx/>
              <a:buNone/>
              <a:defRPr sz="1400">
                <a:solidFill>
                  <a:schemeClr val="bg1"/>
                </a:solidFill>
                <a:latin typeface="Verdana" panose="020B0604030504040204" pitchFamily="34" charset="0"/>
              </a:defRPr>
            </a:lvl1pPr>
            <a:lvl2pPr marL="342875" indent="0">
              <a:lnSpc>
                <a:spcPct val="100000"/>
              </a:lnSpc>
              <a:buFontTx/>
              <a:buNone/>
              <a:defRPr/>
            </a:lvl2pPr>
            <a:lvl3pPr marL="685748" indent="0">
              <a:lnSpc>
                <a:spcPct val="100000"/>
              </a:lnSpc>
              <a:buFontTx/>
              <a:buNone/>
              <a:defRPr/>
            </a:lvl3pPr>
            <a:lvl4pPr marL="1028622" indent="0">
              <a:lnSpc>
                <a:spcPct val="100000"/>
              </a:lnSpc>
              <a:buFontTx/>
              <a:buNone/>
              <a:defRPr/>
            </a:lvl4pPr>
            <a:lvl5pPr marL="1371498" indent="0">
              <a:lnSpc>
                <a:spcPct val="100000"/>
              </a:lnSpc>
              <a:buFontTx/>
              <a:buNone/>
              <a:defRPr/>
            </a:lvl5pPr>
          </a:lstStyle>
          <a:p>
            <a:pPr lvl="0"/>
            <a:r>
              <a:rPr lang="en-US" dirty="0"/>
              <a:t>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Definition Lorem ipsum dolor sit </a:t>
            </a:r>
            <a:r>
              <a:rPr lang="en-US" dirty="0" err="1"/>
              <a:t>amet</a:t>
            </a:r>
            <a:r>
              <a:rPr lang="en-US" dirty="0"/>
              <a:t>, </a:t>
            </a:r>
            <a:r>
              <a:rPr lang="en-US" dirty="0" err="1"/>
              <a:t>adipiscing</a:t>
            </a:r>
            <a:r>
              <a:rPr lang="en-US" dirty="0"/>
              <a:t> ipsum dolor sit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 </a:t>
            </a:r>
            <a:r>
              <a:rPr lang="en-US" dirty="0" err="1"/>
              <a:t>eiusmod</a:t>
            </a:r>
            <a:r>
              <a:rPr lang="en-US" dirty="0"/>
              <a:t> </a:t>
            </a:r>
            <a:r>
              <a:rPr lang="en-US" dirty="0" err="1"/>
              <a:t>tempor</a:t>
            </a:r>
            <a:r>
              <a:rPr lang="en-US" dirty="0"/>
              <a:t> </a:t>
            </a:r>
            <a:r>
              <a:rPr lang="en-US" dirty="0" err="1"/>
              <a:t>incidid</a:t>
            </a:r>
            <a:r>
              <a:rPr lang="en-US" dirty="0"/>
              <a:t>.</a:t>
            </a:r>
          </a:p>
          <a:p>
            <a:pPr lvl="0"/>
            <a:endParaRPr lang="en-US" dirty="0"/>
          </a:p>
          <a:p>
            <a:pPr lvl="0"/>
            <a:endParaRPr lang="en-US" dirty="0"/>
          </a:p>
        </p:txBody>
      </p:sp>
      <p:sp>
        <p:nvSpPr>
          <p:cNvPr id="5" name="Slide Number Placeholder 4">
            <a:extLst>
              <a:ext uri="{FF2B5EF4-FFF2-40B4-BE49-F238E27FC236}">
                <a16:creationId xmlns:a16="http://schemas.microsoft.com/office/drawing/2014/main" id="{82028F84-8370-11AE-9B8D-578890B584A5}"/>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64904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1"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0-#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Lst>
      </p:bldP>
    </p:bldLst>
  </p:timing>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Remember">
    <p:bg>
      <p:bgPr>
        <a:solidFill>
          <a:srgbClr val="096580"/>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422618" y="2116399"/>
            <a:ext cx="3895383" cy="1579302"/>
          </a:xfrm>
          <a:prstGeom prst="rect">
            <a:avLst/>
          </a:prstGeom>
        </p:spPr>
        <p:txBody>
          <a:bodyPr lIns="0" tIns="0" rIns="0" bIns="0"/>
          <a:lstStyle>
            <a:lvl1pPr marL="230183" indent="-230183">
              <a:lnSpc>
                <a:spcPct val="110000"/>
              </a:lnSpc>
              <a:spcBef>
                <a:spcPts val="500"/>
              </a:spcBef>
              <a:spcAft>
                <a:spcPts val="0"/>
              </a:spcAft>
              <a:buFont typeface="Arial" panose="020B0604020202020204" pitchFamily="34" charset="0"/>
              <a:buChar char="•"/>
              <a:tabLst/>
              <a:defRPr sz="14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p:txBody>
      </p:sp>
      <p:pic>
        <p:nvPicPr>
          <p:cNvPr id="6" name="Picture 5" descr="A hand with a finger pointing up&#10;&#10;Description automatically generated">
            <a:extLst>
              <a:ext uri="{FF2B5EF4-FFF2-40B4-BE49-F238E27FC236}">
                <a16:creationId xmlns:a16="http://schemas.microsoft.com/office/drawing/2014/main" id="{A1BAB40E-4B0C-30A2-15D1-F99C4BE715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53832" y="1054101"/>
            <a:ext cx="3118177" cy="3111500"/>
          </a:xfrm>
          <a:prstGeom prst="rect">
            <a:avLst/>
          </a:prstGeom>
        </p:spPr>
      </p:pic>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422619" y="2418086"/>
            <a:ext cx="3793783" cy="312417"/>
          </a:xfrm>
        </p:spPr>
        <p:txBody>
          <a:bodyPr/>
          <a:lstStyle>
            <a:lvl1pPr algn="ctr">
              <a:defRPr sz="2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Remember!</a:t>
            </a:r>
          </a:p>
        </p:txBody>
      </p:sp>
      <p:sp>
        <p:nvSpPr>
          <p:cNvPr id="2" name="Slide Number Placeholder 4">
            <a:extLst>
              <a:ext uri="{FF2B5EF4-FFF2-40B4-BE49-F238E27FC236}">
                <a16:creationId xmlns:a16="http://schemas.microsoft.com/office/drawing/2014/main" id="{3DBB6BB5-5355-5728-2E8B-CFF8DA3D4208}"/>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100549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childTnLst>
                                </p:cTn>
                              </p:par>
                            </p:childTnLst>
                          </p:cTn>
                        </p:par>
                        <p:par>
                          <p:cTn id="12" fill="hold">
                            <p:stCondLst>
                              <p:cond delay="2000"/>
                            </p:stCondLst>
                            <p:childTnLst>
                              <p:par>
                                <p:cTn id="13" presetID="26" presetClass="emph" presetSubtype="0" repeatCount="2000" fill="hold" grpId="0" nodeType="afterEffect">
                                  <p:stCondLst>
                                    <p:cond delay="0"/>
                                  </p:stCondLst>
                                  <p:childTnLst>
                                    <p:animEffect transition="out" filter="fade">
                                      <p:cBhvr>
                                        <p:cTn id="14" dur="500" tmFilter="0, 0; .2, .5; .8, .5; 1, 0"/>
                                        <p:tgtEl>
                                          <p:spTgt spid="3"/>
                                        </p:tgtEl>
                                      </p:cBhvr>
                                    </p:animEffect>
                                    <p:animScale>
                                      <p:cBhvr>
                                        <p:cTn id="15" dur="250" autoRev="1" fill="hold"/>
                                        <p:tgtEl>
                                          <p:spTgt spid="3"/>
                                        </p:tgtEl>
                                      </p:cBhvr>
                                      <p:by x="105000" y="105000"/>
                                    </p:animScale>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fade">
                                      <p:cBhvr>
                                        <p:cTn id="19" dur="500"/>
                                        <p:tgtEl>
                                          <p:spTgt spid="4">
                                            <p:txEl>
                                              <p:pRg st="0" end="0"/>
                                            </p:txEl>
                                          </p:spTgt>
                                        </p:tgtEl>
                                      </p:cBhvr>
                                    </p:animEffect>
                                  </p:childTnLst>
                                </p:cTn>
                              </p:par>
                            </p:childTnLst>
                          </p:cTn>
                        </p:par>
                        <p:par>
                          <p:cTn id="20" fill="hold">
                            <p:stCondLst>
                              <p:cond delay="3500"/>
                            </p:stCondLst>
                            <p:childTnLst>
                              <p:par>
                                <p:cTn id="21" presetID="10" presetClass="entr" presetSubtype="0" fill="hold" grpId="0" nodeType="after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500"/>
                                        <p:tgtEl>
                                          <p:spTgt spid="4">
                                            <p:txEl>
                                              <p:pRg st="1" end="1"/>
                                            </p:txEl>
                                          </p:spTgt>
                                        </p:tgtEl>
                                      </p:cBhvr>
                                    </p:animEffect>
                                  </p:childTnLst>
                                </p:cTn>
                              </p:par>
                            </p:childTnLst>
                          </p:cTn>
                        </p:par>
                        <p:par>
                          <p:cTn id="24" fill="hold">
                            <p:stCondLst>
                              <p:cond delay="4000"/>
                            </p:stCondLst>
                            <p:childTnLst>
                              <p:par>
                                <p:cTn id="25" presetID="10" presetClass="entr" presetSubtype="0" fill="hold" grpId="0" nodeType="after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4">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3" grpId="0"/>
      <p:bldP spid="3" grpId="1"/>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Remember">
    <p:bg>
      <p:bgPr>
        <a:solidFill>
          <a:srgbClr val="096580"/>
        </a:solidFill>
        <a:effectLst/>
      </p:bgPr>
    </p:bg>
    <p:spTree>
      <p:nvGrpSpPr>
        <p:cNvPr id="1" name=""/>
        <p:cNvGrpSpPr/>
        <p:nvPr/>
      </p:nvGrpSpPr>
      <p:grpSpPr>
        <a:xfrm>
          <a:off x="0" y="0"/>
          <a:ext cx="0" cy="0"/>
          <a:chOff x="0" y="0"/>
          <a:chExt cx="0" cy="0"/>
        </a:xfrm>
      </p:grpSpPr>
      <p:pic>
        <p:nvPicPr>
          <p:cNvPr id="6" name="Picture 5" descr="A hand with a finger pointing up&#10;&#10;Description automatically generated">
            <a:extLst>
              <a:ext uri="{FF2B5EF4-FFF2-40B4-BE49-F238E27FC236}">
                <a16:creationId xmlns:a16="http://schemas.microsoft.com/office/drawing/2014/main" id="{A1BAB40E-4B0C-30A2-15D1-F99C4BE715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53832" y="1054101"/>
            <a:ext cx="3118177" cy="3111500"/>
          </a:xfrm>
          <a:prstGeom prst="rect">
            <a:avLst/>
          </a:prstGeom>
        </p:spPr>
      </p:pic>
      <p:sp>
        <p:nvSpPr>
          <p:cNvPr id="2" name="Slide Number Placeholder 4">
            <a:extLst>
              <a:ext uri="{FF2B5EF4-FFF2-40B4-BE49-F238E27FC236}">
                <a16:creationId xmlns:a16="http://schemas.microsoft.com/office/drawing/2014/main" id="{3DBB6BB5-5355-5728-2E8B-CFF8DA3D4208}"/>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426042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Light text with photo right 2">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64885BA6-9F8D-E426-0D57-730723BC9DA9}"/>
              </a:ext>
            </a:extLst>
          </p:cNvPr>
          <p:cNvSpPr>
            <a:spLocks noGrp="1"/>
          </p:cNvSpPr>
          <p:nvPr>
            <p:ph type="pic" sz="quarter" idx="11"/>
          </p:nvPr>
        </p:nvSpPr>
        <p:spPr>
          <a:xfrm>
            <a:off x="4661212" y="0"/>
            <a:ext cx="4158471" cy="5143500"/>
          </a:xfrm>
          <a:prstGeom prst="rect">
            <a:avLst/>
          </a:prstGeom>
        </p:spPr>
        <p:txBody>
          <a:bodyPr/>
          <a:lstStyle>
            <a:lvl1pPr marL="0" indent="0">
              <a:buFontTx/>
              <a:buNone/>
              <a:defRPr>
                <a:latin typeface="Verdana" panose="020B0604030504040204" pitchFamily="34" charset="0"/>
              </a:defRPr>
            </a:lvl1pPr>
          </a:lstStyle>
          <a:p>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1" y="84841"/>
            <a:ext cx="8653807" cy="4977354"/>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6" y="329051"/>
            <a:ext cx="7992705" cy="548637"/>
          </a:xfrm>
        </p:spPr>
        <p:txBody>
          <a:bodyPr/>
          <a:lstStyle>
            <a:lvl1pPr>
              <a:defRPr>
                <a:solidFill>
                  <a:schemeClr val="tx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75" indent="0">
              <a:buFontTx/>
              <a:buNone/>
              <a:defRPr sz="1400"/>
            </a:lvl2pPr>
            <a:lvl3pPr marL="685748" indent="0">
              <a:buFontTx/>
              <a:buNone/>
              <a:defRPr sz="1400"/>
            </a:lvl3pPr>
            <a:lvl4pPr marL="1028622" indent="0">
              <a:buFontTx/>
              <a:buNone/>
              <a:defRPr sz="1400"/>
            </a:lvl4pPr>
            <a:lvl5pPr marL="1371498"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
        <p:nvSpPr>
          <p:cNvPr id="3" name="Slide Number Placeholder 4">
            <a:extLst>
              <a:ext uri="{FF2B5EF4-FFF2-40B4-BE49-F238E27FC236}">
                <a16:creationId xmlns:a16="http://schemas.microsoft.com/office/drawing/2014/main" id="{7AD4FC17-814F-9A6F-26EB-0CD76EE01D78}"/>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350622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nodePh="1">
                                  <p:stCondLst>
                                    <p:cond delay="1000"/>
                                  </p:stCondLst>
                                  <p:endCondLst>
                                    <p:cond evt="begin" delay="0">
                                      <p:tn val="15"/>
                                    </p:cond>
                                  </p:end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Video/Media">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DCF7FB-F706-14FC-31E5-2E30DEB3DF10}"/>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hasCustomPrompt="1"/>
          </p:nvPr>
        </p:nvSpPr>
        <p:spPr>
          <a:xfrm>
            <a:off x="428264" y="425648"/>
            <a:ext cx="7964821" cy="548637"/>
          </a:xfrm>
        </p:spPr>
        <p:txBody>
          <a:bodyPr/>
          <a:lstStyle>
            <a:lvl1pPr algn="ctr">
              <a:defRPr>
                <a:solidFill>
                  <a:schemeClr val="tx1"/>
                </a:solidFill>
              </a:defRPr>
            </a:lvl1pPr>
          </a:lstStyle>
          <a:p>
            <a:r>
              <a:rPr lang="en-US" dirty="0"/>
              <a:t>Video Title</a:t>
            </a:r>
          </a:p>
        </p:txBody>
      </p:sp>
      <p:sp>
        <p:nvSpPr>
          <p:cNvPr id="4" name="Media Placeholder 3">
            <a:extLst>
              <a:ext uri="{FF2B5EF4-FFF2-40B4-BE49-F238E27FC236}">
                <a16:creationId xmlns:a16="http://schemas.microsoft.com/office/drawing/2014/main" id="{6914BD51-4633-4B09-59DA-6798417CFE2D}"/>
              </a:ext>
            </a:extLst>
          </p:cNvPr>
          <p:cNvSpPr>
            <a:spLocks noGrp="1"/>
          </p:cNvSpPr>
          <p:nvPr>
            <p:ph type="media" sz="quarter" idx="10"/>
          </p:nvPr>
        </p:nvSpPr>
        <p:spPr>
          <a:xfrm>
            <a:off x="434975" y="1092201"/>
            <a:ext cx="7972425" cy="3668713"/>
          </a:xfrm>
          <a:prstGeom prst="rect">
            <a:avLst/>
          </a:prstGeom>
        </p:spPr>
        <p:txBody>
          <a:bodyPr/>
          <a:lstStyle>
            <a:lvl1pPr marL="0" indent="0">
              <a:buFontTx/>
              <a:buNone/>
              <a:defRPr sz="1400">
                <a:latin typeface="Verdana" panose="020B0604030504040204" pitchFamily="34" charset="0"/>
              </a:defRPr>
            </a:lvl1pPr>
          </a:lstStyle>
          <a:p>
            <a:endParaRPr lang="en-US" dirty="0"/>
          </a:p>
        </p:txBody>
      </p:sp>
      <p:sp>
        <p:nvSpPr>
          <p:cNvPr id="3" name="Slide Number Placeholder 4">
            <a:extLst>
              <a:ext uri="{FF2B5EF4-FFF2-40B4-BE49-F238E27FC236}">
                <a16:creationId xmlns:a16="http://schemas.microsoft.com/office/drawing/2014/main" id="{B122A868-EC36-E39D-962C-98C4A9B2EBC0}"/>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267400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nodePh="1">
                                  <p:stCondLst>
                                    <p:cond delay="0"/>
                                  </p:stCondLst>
                                  <p:endCondLst>
                                    <p:cond evt="begin" delay="0">
                                      <p:tn val="11"/>
                                    </p:cond>
                                  </p:end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4" grpId="0"/>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Discussion Poi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48EF80-4ED8-87C7-8343-A4571F21A72C}"/>
              </a:ext>
            </a:extLst>
          </p:cNvPr>
          <p:cNvSpPr/>
          <p:nvPr userDrawn="1"/>
        </p:nvSpPr>
        <p:spPr>
          <a:xfrm>
            <a:off x="-1" y="0"/>
            <a:ext cx="8816741" cy="5143500"/>
          </a:xfrm>
          <a:prstGeom prst="rect">
            <a:avLst/>
          </a:prstGeom>
          <a:solidFill>
            <a:srgbClr val="9EE3F8">
              <a:alpha val="67889"/>
            </a:srgbClr>
          </a:solidFill>
          <a:ln w="1682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Rectangle 1">
            <a:extLst>
              <a:ext uri="{FF2B5EF4-FFF2-40B4-BE49-F238E27FC236}">
                <a16:creationId xmlns:a16="http://schemas.microsoft.com/office/drawing/2014/main" id="{5FCB16ED-AA5D-839E-D3B5-CAB3A4CB2E5F}"/>
              </a:ext>
            </a:extLst>
          </p:cNvPr>
          <p:cNvSpPr/>
          <p:nvPr userDrawn="1"/>
        </p:nvSpPr>
        <p:spPr>
          <a:xfrm>
            <a:off x="79514" y="77190"/>
            <a:ext cx="8659134" cy="4990416"/>
          </a:xfrm>
          <a:prstGeom prst="rect">
            <a:avLst/>
          </a:prstGeom>
          <a:noFill/>
          <a:ln w="168275">
            <a:solidFill>
              <a:srgbClr val="0E98C0">
                <a:alpha val="33021"/>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559778" y="2462909"/>
            <a:ext cx="3895383" cy="718241"/>
          </a:xfrm>
          <a:prstGeom prst="rect">
            <a:avLst/>
          </a:prstGeom>
        </p:spPr>
        <p:txBody>
          <a:bodyPr lIns="0" tIns="0" rIns="0" bIns="0"/>
          <a:lstStyle>
            <a:lvl1pPr marL="0" indent="0">
              <a:lnSpc>
                <a:spcPct val="110000"/>
              </a:lnSpc>
              <a:spcBef>
                <a:spcPts val="500"/>
              </a:spcBef>
              <a:spcAft>
                <a:spcPts val="0"/>
              </a:spcAft>
              <a:buFontTx/>
              <a:buNone/>
              <a:tabLst/>
              <a:defRPr sz="1400" b="0"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pic>
        <p:nvPicPr>
          <p:cNvPr id="6" name="Picture 5">
            <a:extLst>
              <a:ext uri="{FF2B5EF4-FFF2-40B4-BE49-F238E27FC236}">
                <a16:creationId xmlns:a16="http://schemas.microsoft.com/office/drawing/2014/main" id="{A1BAB40E-4B0C-30A2-15D1-F99C4BE7152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953832" y="1057218"/>
            <a:ext cx="3118177" cy="3105265"/>
          </a:xfrm>
          <a:prstGeom prst="rect">
            <a:avLst/>
          </a:prstGeom>
        </p:spPr>
      </p:pic>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582639" y="2429516"/>
            <a:ext cx="3793783" cy="312417"/>
          </a:xfrm>
        </p:spPr>
        <p:txBody>
          <a:bodyPr/>
          <a:lstStyle>
            <a:lvl1pPr algn="ctr">
              <a:defRPr sz="2600" b="1" i="0">
                <a:solidFill>
                  <a:schemeClr val="tx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Discussion Point:</a:t>
            </a:r>
          </a:p>
        </p:txBody>
      </p:sp>
      <p:sp>
        <p:nvSpPr>
          <p:cNvPr id="5" name="Text Placeholder 5">
            <a:extLst>
              <a:ext uri="{FF2B5EF4-FFF2-40B4-BE49-F238E27FC236}">
                <a16:creationId xmlns:a16="http://schemas.microsoft.com/office/drawing/2014/main" id="{B43F15E5-BB1E-2825-CF6A-B95B568416DB}"/>
              </a:ext>
            </a:extLst>
          </p:cNvPr>
          <p:cNvSpPr>
            <a:spLocks noGrp="1"/>
          </p:cNvSpPr>
          <p:nvPr>
            <p:ph type="body" sz="quarter" idx="11" hasCustomPrompt="1"/>
          </p:nvPr>
        </p:nvSpPr>
        <p:spPr>
          <a:xfrm>
            <a:off x="540728" y="3323969"/>
            <a:ext cx="3895383" cy="718241"/>
          </a:xfrm>
          <a:prstGeom prst="rect">
            <a:avLst/>
          </a:prstGeom>
        </p:spPr>
        <p:txBody>
          <a:bodyPr lIns="0" tIns="0" rIns="0" bIns="0"/>
          <a:lstStyle>
            <a:lvl1pPr marL="0" indent="0">
              <a:lnSpc>
                <a:spcPct val="110000"/>
              </a:lnSpc>
              <a:spcBef>
                <a:spcPts val="500"/>
              </a:spcBef>
              <a:spcAft>
                <a:spcPts val="0"/>
              </a:spcAft>
              <a:buFontTx/>
              <a:buNone/>
              <a:tabLst/>
              <a:defRPr sz="1800" b="0" i="1">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Q: Question Lorem ipsum dolor sit </a:t>
            </a:r>
            <a:r>
              <a:rPr lang="en-US" dirty="0" err="1"/>
              <a:t>amet</a:t>
            </a:r>
            <a:r>
              <a:rPr lang="en-US" dirty="0"/>
              <a:t>?</a:t>
            </a:r>
          </a:p>
        </p:txBody>
      </p:sp>
      <p:sp>
        <p:nvSpPr>
          <p:cNvPr id="7" name="Slide Number Placeholder 4">
            <a:extLst>
              <a:ext uri="{FF2B5EF4-FFF2-40B4-BE49-F238E27FC236}">
                <a16:creationId xmlns:a16="http://schemas.microsoft.com/office/drawing/2014/main" id="{1379500A-CB57-8A6C-E7DA-BDEDEACDE0F1}"/>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271144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64" presetClass="path" presetSubtype="0" accel="50000" decel="50000" fill="hold" grpId="0" nodeType="afterEffect">
                                  <p:stCondLst>
                                    <p:cond delay="0"/>
                                  </p:stCondLst>
                                  <p:childTnLst>
                                    <p:animMotion origin="layout" path="M 3.88889E-6 4.93827E-6 L -0.03871 -0.09969 " pathEditMode="relative" rAng="0" ptsTypes="AA">
                                      <p:cBhvr>
                                        <p:cTn id="10" dur="1000" fill="hold"/>
                                        <p:tgtEl>
                                          <p:spTgt spid="3"/>
                                        </p:tgtEl>
                                        <p:attrNameLst>
                                          <p:attrName>ppt_x</p:attrName>
                                          <p:attrName>ppt_y</p:attrName>
                                        </p:attrNameLst>
                                      </p:cBhvr>
                                      <p:rCtr x="-1910" y="-5031"/>
                                    </p:animMotion>
                                  </p:childTnLst>
                                </p:cTn>
                              </p:par>
                            </p:childTnLst>
                          </p:cTn>
                        </p:par>
                        <p:par>
                          <p:cTn id="11" fill="hold">
                            <p:stCondLst>
                              <p:cond delay="2000"/>
                            </p:stCondLst>
                            <p:childTnLst>
                              <p:par>
                                <p:cTn id="12" presetID="10" presetClass="entr" presetSubtype="0" fill="hold" grpId="0" nodeType="after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childTnLst>
                                </p:cTn>
                              </p:par>
                            </p:childTnLst>
                          </p:cTn>
                        </p:par>
                        <p:par>
                          <p:cTn id="15" fill="hold">
                            <p:stCondLst>
                              <p:cond delay="3000"/>
                            </p:stCondLst>
                            <p:childTnLst>
                              <p:par>
                                <p:cTn id="16" presetID="10" presetClass="entr" presetSubtype="0" fill="hold" grpId="0" nodeType="after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4">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3" grpId="0"/>
      <p:bldP spid="5" grpId="0" build="p" bldLvl="4">
        <p:tmplLst>
          <p:tmpl lvl="1">
            <p:tnLst>
              <p:par>
                <p:cTn presetID="10" presetClass="entr" presetSubtype="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Discussion Point">
    <p:bg>
      <p:bgPr>
        <a:solidFill>
          <a:srgbClr val="9EE3F8">
            <a:alpha val="46423"/>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CB16ED-AA5D-839E-D3B5-CAB3A4CB2E5F}"/>
              </a:ext>
            </a:extLst>
          </p:cNvPr>
          <p:cNvSpPr/>
          <p:nvPr userDrawn="1"/>
        </p:nvSpPr>
        <p:spPr>
          <a:xfrm>
            <a:off x="79514" y="77190"/>
            <a:ext cx="8659134" cy="4990416"/>
          </a:xfrm>
          <a:prstGeom prst="rect">
            <a:avLst/>
          </a:prstGeom>
          <a:noFill/>
          <a:ln w="168275">
            <a:solidFill>
              <a:schemeClr val="accent3">
                <a:lumMod val="50000"/>
                <a:alpha val="29893"/>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559778" y="2116400"/>
            <a:ext cx="3895383" cy="718241"/>
          </a:xfrm>
          <a:prstGeom prst="rect">
            <a:avLst/>
          </a:prstGeom>
        </p:spPr>
        <p:txBody>
          <a:bodyPr lIns="0" tIns="0" rIns="0" bIns="0"/>
          <a:lstStyle>
            <a:lvl1pPr marL="0" indent="0">
              <a:lnSpc>
                <a:spcPct val="110000"/>
              </a:lnSpc>
              <a:spcBef>
                <a:spcPts val="500"/>
              </a:spcBef>
              <a:spcAft>
                <a:spcPts val="0"/>
              </a:spcAft>
              <a:buFontTx/>
              <a:buNone/>
              <a:tabLst/>
              <a:defRPr sz="1400" b="0"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pic>
        <p:nvPicPr>
          <p:cNvPr id="6" name="Picture 5">
            <a:extLst>
              <a:ext uri="{FF2B5EF4-FFF2-40B4-BE49-F238E27FC236}">
                <a16:creationId xmlns:a16="http://schemas.microsoft.com/office/drawing/2014/main" id="{A1BAB40E-4B0C-30A2-15D1-F99C4BE7152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953832" y="1057218"/>
            <a:ext cx="3118177" cy="3105265"/>
          </a:xfrm>
          <a:prstGeom prst="rect">
            <a:avLst/>
          </a:prstGeom>
        </p:spPr>
      </p:pic>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582639" y="2429516"/>
            <a:ext cx="3793783" cy="312417"/>
          </a:xfrm>
        </p:spPr>
        <p:txBody>
          <a:bodyPr/>
          <a:lstStyle>
            <a:lvl1pPr algn="ctr">
              <a:defRPr sz="2600" b="1" i="0">
                <a:solidFill>
                  <a:schemeClr val="tx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Discussion Point:</a:t>
            </a:r>
          </a:p>
        </p:txBody>
      </p:sp>
      <p:sp>
        <p:nvSpPr>
          <p:cNvPr id="5" name="Text Placeholder 5">
            <a:extLst>
              <a:ext uri="{FF2B5EF4-FFF2-40B4-BE49-F238E27FC236}">
                <a16:creationId xmlns:a16="http://schemas.microsoft.com/office/drawing/2014/main" id="{B43F15E5-BB1E-2825-CF6A-B95B568416DB}"/>
              </a:ext>
            </a:extLst>
          </p:cNvPr>
          <p:cNvSpPr>
            <a:spLocks noGrp="1"/>
          </p:cNvSpPr>
          <p:nvPr>
            <p:ph type="body" sz="quarter" idx="11" hasCustomPrompt="1"/>
          </p:nvPr>
        </p:nvSpPr>
        <p:spPr>
          <a:xfrm>
            <a:off x="540728" y="2977460"/>
            <a:ext cx="3895383" cy="718241"/>
          </a:xfrm>
          <a:prstGeom prst="rect">
            <a:avLst/>
          </a:prstGeom>
        </p:spPr>
        <p:txBody>
          <a:bodyPr lIns="0" tIns="0" rIns="0" bIns="0"/>
          <a:lstStyle>
            <a:lvl1pPr marL="0" indent="0">
              <a:lnSpc>
                <a:spcPct val="110000"/>
              </a:lnSpc>
              <a:spcBef>
                <a:spcPts val="500"/>
              </a:spcBef>
              <a:spcAft>
                <a:spcPts val="0"/>
              </a:spcAft>
              <a:buFontTx/>
              <a:buNone/>
              <a:tabLst/>
              <a:defRPr sz="1800" b="0" i="1">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Q: Question Lorem ipsum dolor sit </a:t>
            </a:r>
            <a:r>
              <a:rPr lang="en-US" dirty="0" err="1"/>
              <a:t>amet</a:t>
            </a:r>
            <a:r>
              <a:rPr lang="en-US" dirty="0"/>
              <a:t>?</a:t>
            </a:r>
          </a:p>
        </p:txBody>
      </p:sp>
      <p:sp>
        <p:nvSpPr>
          <p:cNvPr id="7" name="Slide Number Placeholder 4">
            <a:extLst>
              <a:ext uri="{FF2B5EF4-FFF2-40B4-BE49-F238E27FC236}">
                <a16:creationId xmlns:a16="http://schemas.microsoft.com/office/drawing/2014/main" id="{1379500A-CB57-8A6C-E7DA-BDEDEACDE0F1}"/>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26172646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Light text with photo right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1E5A9F-2A33-29DF-C7C2-797DEE7FCFBF}"/>
              </a:ext>
            </a:extLst>
          </p:cNvPr>
          <p:cNvSpPr/>
          <p:nvPr userDrawn="1"/>
        </p:nvSpPr>
        <p:spPr>
          <a:xfrm>
            <a:off x="84841"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3" name="Rectangle 2">
            <a:extLst>
              <a:ext uri="{FF2B5EF4-FFF2-40B4-BE49-F238E27FC236}">
                <a16:creationId xmlns:a16="http://schemas.microsoft.com/office/drawing/2014/main" id="{B01FC812-3F68-6E14-91E6-D42E9564510D}"/>
              </a:ext>
            </a:extLst>
          </p:cNvPr>
          <p:cNvSpPr/>
          <p:nvPr userDrawn="1"/>
        </p:nvSpPr>
        <p:spPr>
          <a:xfrm>
            <a:off x="0" y="1"/>
            <a:ext cx="8663940" cy="941696"/>
          </a:xfrm>
          <a:prstGeom prst="rect">
            <a:avLst/>
          </a:prstGeom>
          <a:solidFill>
            <a:srgbClr val="0E98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6" y="207130"/>
            <a:ext cx="7992705" cy="548637"/>
          </a:xfrm>
        </p:spPr>
        <p:txBody>
          <a:bodyPr/>
          <a:lstStyle>
            <a:lvl1pPr>
              <a:defRPr sz="1800" b="1">
                <a:solidFill>
                  <a:schemeClr val="bg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75" indent="0">
              <a:buFontTx/>
              <a:buNone/>
              <a:defRPr sz="1400"/>
            </a:lvl2pPr>
            <a:lvl3pPr marL="685748" indent="0">
              <a:buFontTx/>
              <a:buNone/>
              <a:defRPr sz="1400"/>
            </a:lvl3pPr>
            <a:lvl4pPr marL="1028622" indent="0">
              <a:buFontTx/>
              <a:buNone/>
              <a:defRPr sz="1400"/>
            </a:lvl4pPr>
            <a:lvl5pPr marL="1371498"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2298966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ight text with photo right 2">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64885BA6-9F8D-E426-0D57-730723BC9DA9}"/>
              </a:ext>
            </a:extLst>
          </p:cNvPr>
          <p:cNvSpPr>
            <a:spLocks noGrp="1"/>
          </p:cNvSpPr>
          <p:nvPr>
            <p:ph type="pic" sz="quarter" idx="11"/>
          </p:nvPr>
        </p:nvSpPr>
        <p:spPr>
          <a:xfrm>
            <a:off x="4661212" y="0"/>
            <a:ext cx="4158471" cy="5143500"/>
          </a:xfrm>
          <a:prstGeom prst="rect">
            <a:avLst/>
          </a:prstGeom>
        </p:spPr>
        <p:txBody>
          <a:bodyPr/>
          <a:lstStyle>
            <a:lvl1pPr marL="0" indent="0">
              <a:buFontTx/>
              <a:buNone/>
              <a:defRPr>
                <a:latin typeface="Verdana" panose="020B0604030504040204" pitchFamily="34" charset="0"/>
              </a:defRPr>
            </a:lvl1pPr>
          </a:lstStyle>
          <a:p>
            <a:endParaRPr lang="en-US" dirty="0"/>
          </a:p>
        </p:txBody>
      </p:sp>
      <p:sp>
        <p:nvSpPr>
          <p:cNvPr id="7" name="Rectangle 6">
            <a:extLst>
              <a:ext uri="{FF2B5EF4-FFF2-40B4-BE49-F238E27FC236}">
                <a16:creationId xmlns:a16="http://schemas.microsoft.com/office/drawing/2014/main" id="{441E5A9F-2A33-29DF-C7C2-797DEE7FCFBF}"/>
              </a:ext>
            </a:extLst>
          </p:cNvPr>
          <p:cNvSpPr/>
          <p:nvPr userDrawn="1"/>
        </p:nvSpPr>
        <p:spPr>
          <a:xfrm>
            <a:off x="84841" y="84841"/>
            <a:ext cx="8653807" cy="4977354"/>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358816" y="329051"/>
            <a:ext cx="7992705" cy="548637"/>
          </a:xfrm>
        </p:spPr>
        <p:txBody>
          <a:bodyPr/>
          <a:lstStyle>
            <a:lvl1pPr>
              <a:defRPr>
                <a:solidFill>
                  <a:schemeClr val="tx1"/>
                </a:solidFill>
              </a:defRPr>
            </a:lvl1pPr>
          </a:lstStyle>
          <a:p>
            <a:r>
              <a:rPr lang="en-US" dirty="0"/>
              <a:t>Click to edit Master title style</a:t>
            </a:r>
          </a:p>
        </p:txBody>
      </p:sp>
      <p:sp>
        <p:nvSpPr>
          <p:cNvPr id="4" name="Text Placeholder 5">
            <a:extLst>
              <a:ext uri="{FF2B5EF4-FFF2-40B4-BE49-F238E27FC236}">
                <a16:creationId xmlns:a16="http://schemas.microsoft.com/office/drawing/2014/main" id="{1E63613A-F67B-3816-D6D0-A5800E0D5A2F}"/>
              </a:ext>
            </a:extLst>
          </p:cNvPr>
          <p:cNvSpPr>
            <a:spLocks noGrp="1"/>
          </p:cNvSpPr>
          <p:nvPr>
            <p:ph type="body" sz="quarter" idx="10" hasCustomPrompt="1"/>
          </p:nvPr>
        </p:nvSpPr>
        <p:spPr>
          <a:xfrm>
            <a:off x="381965" y="1101582"/>
            <a:ext cx="4138227" cy="3760787"/>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75" indent="0">
              <a:buFontTx/>
              <a:buNone/>
              <a:defRPr sz="1400"/>
            </a:lvl2pPr>
            <a:lvl3pPr marL="685748" indent="0">
              <a:buFontTx/>
              <a:buNone/>
              <a:defRPr sz="1400"/>
            </a:lvl3pPr>
            <a:lvl4pPr marL="1028622" indent="0">
              <a:buFontTx/>
              <a:buNone/>
              <a:defRPr sz="1400"/>
            </a:lvl4pPr>
            <a:lvl5pPr marL="1371498"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Tree>
    <p:extLst>
      <p:ext uri="{BB962C8B-B14F-4D97-AF65-F5344CB8AC3E}">
        <p14:creationId xmlns:p14="http://schemas.microsoft.com/office/powerpoint/2010/main" val="366803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nodePh="1">
                                  <p:stCondLst>
                                    <p:cond delay="1000"/>
                                  </p:stCondLst>
                                  <p:endCondLst>
                                    <p:cond evt="begin" delay="0">
                                      <p:tn val="15"/>
                                    </p:cond>
                                  </p:end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2" grpId="0"/>
      <p:bldP spid="4" grpId="0">
        <p:tmplLst>
          <p:tmpl>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ight text with photo top">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C8C18912-3205-B14C-BDD1-0127182E1C58}"/>
              </a:ext>
            </a:extLst>
          </p:cNvPr>
          <p:cNvSpPr>
            <a:spLocks noGrp="1"/>
          </p:cNvSpPr>
          <p:nvPr>
            <p:ph type="pic" sz="quarter" idx="11"/>
          </p:nvPr>
        </p:nvSpPr>
        <p:spPr>
          <a:xfrm>
            <a:off x="1" y="1"/>
            <a:ext cx="8663048" cy="2387600"/>
          </a:xfrm>
          <a:prstGeom prst="rect">
            <a:avLst/>
          </a:prstGeom>
        </p:spPr>
        <p:txBody>
          <a:bodyPr/>
          <a:lstStyle>
            <a:lvl1pPr marL="0" indent="0">
              <a:buFontTx/>
              <a:buNone/>
              <a:defRPr>
                <a:latin typeface="Verdana" panose="020B0604030504040204" pitchFamily="34" charset="0"/>
              </a:defRPr>
            </a:lvl1pPr>
          </a:lstStyle>
          <a:p>
            <a:endParaRPr lang="en-US" dirty="0"/>
          </a:p>
        </p:txBody>
      </p:sp>
      <p:sp>
        <p:nvSpPr>
          <p:cNvPr id="8" name="Rectangle 7">
            <a:extLst>
              <a:ext uri="{FF2B5EF4-FFF2-40B4-BE49-F238E27FC236}">
                <a16:creationId xmlns:a16="http://schemas.microsoft.com/office/drawing/2014/main" id="{67DCF7FB-F706-14FC-31E5-2E30DEB3DF10}"/>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p:nvPr>
        </p:nvSpPr>
        <p:spPr>
          <a:xfrm>
            <a:off x="428264" y="1406954"/>
            <a:ext cx="7964821" cy="548637"/>
          </a:xfrm>
        </p:spPr>
        <p:txBody>
          <a:bodyPr/>
          <a:lstStyle>
            <a:lvl1pPr>
              <a:defRPr>
                <a:solidFill>
                  <a:schemeClr val="tx1"/>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213674AE-C2EC-BEBF-F187-B9230299CFBF}"/>
              </a:ext>
            </a:extLst>
          </p:cNvPr>
          <p:cNvSpPr>
            <a:spLocks noGrp="1"/>
          </p:cNvSpPr>
          <p:nvPr>
            <p:ph type="body" sz="quarter" idx="10" hasCustomPrompt="1"/>
          </p:nvPr>
        </p:nvSpPr>
        <p:spPr>
          <a:xfrm>
            <a:off x="354013" y="2578103"/>
            <a:ext cx="4197351" cy="2190749"/>
          </a:xfrm>
          <a:prstGeom prst="rect">
            <a:avLst/>
          </a:prstGeom>
        </p:spPr>
        <p:txBody>
          <a:bodyPr lIns="0" tIns="0" rIns="0" bIns="0"/>
          <a:lstStyle>
            <a:lvl1pPr marL="0" indent="0">
              <a:lnSpc>
                <a:spcPct val="110000"/>
              </a:lnSpc>
              <a:spcBef>
                <a:spcPts val="1200"/>
              </a:spcBef>
              <a:buFontTx/>
              <a:buNone/>
              <a:defRPr sz="1400">
                <a:latin typeface="Verdana" panose="020B0604030504040204" pitchFamily="34" charset="0"/>
              </a:defRPr>
            </a:lvl1pPr>
            <a:lvl2pPr marL="342875" indent="0">
              <a:buFontTx/>
              <a:buNone/>
              <a:defRPr sz="1400"/>
            </a:lvl2pPr>
            <a:lvl3pPr marL="685748" indent="0">
              <a:buFontTx/>
              <a:buNone/>
              <a:defRPr sz="1400"/>
            </a:lvl3pPr>
            <a:lvl4pPr marL="1028622" indent="0">
              <a:buFontTx/>
              <a:buNone/>
              <a:defRPr sz="1400"/>
            </a:lvl4pPr>
            <a:lvl5pPr marL="1371498" indent="0">
              <a:buFontTx/>
              <a:buNone/>
              <a:defRPr sz="14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p>
        </p:txBody>
      </p:sp>
      <p:sp>
        <p:nvSpPr>
          <p:cNvPr id="4" name="Picture Placeholder 3">
            <a:extLst>
              <a:ext uri="{FF2B5EF4-FFF2-40B4-BE49-F238E27FC236}">
                <a16:creationId xmlns:a16="http://schemas.microsoft.com/office/drawing/2014/main" id="{745389EE-06DB-3FF2-3ADD-B0E7C0CFEA1F}"/>
              </a:ext>
            </a:extLst>
          </p:cNvPr>
          <p:cNvSpPr>
            <a:spLocks noGrp="1"/>
          </p:cNvSpPr>
          <p:nvPr>
            <p:ph type="pic" sz="quarter" idx="12"/>
          </p:nvPr>
        </p:nvSpPr>
        <p:spPr>
          <a:xfrm>
            <a:off x="4749801" y="2603501"/>
            <a:ext cx="3746500" cy="2222500"/>
          </a:xfrm>
          <a:prstGeom prst="rect">
            <a:avLst/>
          </a:prstGeom>
        </p:spPr>
        <p:txBody>
          <a:bodyPr/>
          <a:lstStyle>
            <a:lvl1pPr marL="0" indent="0">
              <a:buFontTx/>
              <a:buNone/>
              <a:defRPr>
                <a:latin typeface="Verdana" panose="020B0604030504040204" pitchFamily="34" charset="0"/>
              </a:defRPr>
            </a:lvl1pPr>
          </a:lstStyle>
          <a:p>
            <a:endParaRPr lang="en-US" dirty="0"/>
          </a:p>
        </p:txBody>
      </p:sp>
    </p:spTree>
    <p:extLst>
      <p:ext uri="{BB962C8B-B14F-4D97-AF65-F5344CB8AC3E}">
        <p14:creationId xmlns:p14="http://schemas.microsoft.com/office/powerpoint/2010/main" val="89920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0-#ppt_w/2"/>
                                          </p:val>
                                        </p:tav>
                                        <p:tav tm="100000">
                                          <p:val>
                                            <p:strVal val="#ppt_x"/>
                                          </p:val>
                                        </p:tav>
                                      </p:tavLst>
                                    </p:anim>
                                    <p:anim calcmode="lin" valueType="num">
                                      <p:cBhvr additive="base">
                                        <p:cTn id="8" dur="2000" fill="hold"/>
                                        <p:tgtEl>
                                          <p:spTgt spid="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2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2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nodePh="1">
                                  <p:stCondLst>
                                    <p:cond delay="0"/>
                                  </p:stCondLst>
                                  <p:endCondLst>
                                    <p:cond evt="begin" delay="0">
                                      <p:tn val="20"/>
                                    </p:cond>
                                  </p:end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 grpId="0"/>
      <p:bldP spid="6" grpId="0">
        <p:tmplLst>
          <p:tmpl>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4" grpId="0"/>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Video/Media">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DCF7FB-F706-14FC-31E5-2E30DEB3DF10}"/>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hasCustomPrompt="1"/>
          </p:nvPr>
        </p:nvSpPr>
        <p:spPr>
          <a:xfrm>
            <a:off x="428264" y="425648"/>
            <a:ext cx="7964821" cy="548637"/>
          </a:xfrm>
        </p:spPr>
        <p:txBody>
          <a:bodyPr/>
          <a:lstStyle>
            <a:lvl1pPr algn="ctr">
              <a:defRPr>
                <a:solidFill>
                  <a:schemeClr val="tx1"/>
                </a:solidFill>
              </a:defRPr>
            </a:lvl1pPr>
          </a:lstStyle>
          <a:p>
            <a:r>
              <a:rPr lang="en-US" dirty="0"/>
              <a:t>Video Title</a:t>
            </a:r>
          </a:p>
        </p:txBody>
      </p:sp>
      <p:sp>
        <p:nvSpPr>
          <p:cNvPr id="4" name="Media Placeholder 3">
            <a:extLst>
              <a:ext uri="{FF2B5EF4-FFF2-40B4-BE49-F238E27FC236}">
                <a16:creationId xmlns:a16="http://schemas.microsoft.com/office/drawing/2014/main" id="{6914BD51-4633-4B09-59DA-6798417CFE2D}"/>
              </a:ext>
            </a:extLst>
          </p:cNvPr>
          <p:cNvSpPr>
            <a:spLocks noGrp="1"/>
          </p:cNvSpPr>
          <p:nvPr>
            <p:ph type="media" sz="quarter" idx="10"/>
          </p:nvPr>
        </p:nvSpPr>
        <p:spPr>
          <a:xfrm>
            <a:off x="434975" y="1092201"/>
            <a:ext cx="7972425" cy="3668713"/>
          </a:xfrm>
          <a:prstGeom prst="rect">
            <a:avLst/>
          </a:prstGeom>
        </p:spPr>
        <p:txBody>
          <a:bodyPr/>
          <a:lstStyle>
            <a:lvl1pPr marL="0" indent="0">
              <a:buFontTx/>
              <a:buNone/>
              <a:defRPr sz="1400">
                <a:latin typeface="Verdana" panose="020B0604030504040204" pitchFamily="34" charset="0"/>
              </a:defRPr>
            </a:lvl1pPr>
          </a:lstStyle>
          <a:p>
            <a:endParaRPr lang="en-US" dirty="0"/>
          </a:p>
        </p:txBody>
      </p:sp>
    </p:spTree>
    <p:extLst>
      <p:ext uri="{BB962C8B-B14F-4D97-AF65-F5344CB8AC3E}">
        <p14:creationId xmlns:p14="http://schemas.microsoft.com/office/powerpoint/2010/main" val="404546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nodePh="1">
                                  <p:stCondLst>
                                    <p:cond delay="0"/>
                                  </p:stCondLst>
                                  <p:endCondLst>
                                    <p:cond evt="begin" delay="0">
                                      <p:tn val="11"/>
                                    </p:cond>
                                  </p:end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4" grpId="0"/>
    </p:bld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Large Char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DCF7FB-F706-14FC-31E5-2E30DEB3DF10}"/>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B06A0988-1E98-DC76-160A-3E8CF5F7F168}"/>
              </a:ext>
            </a:extLst>
          </p:cNvPr>
          <p:cNvSpPr>
            <a:spLocks noGrp="1"/>
          </p:cNvSpPr>
          <p:nvPr>
            <p:ph type="title" hasCustomPrompt="1"/>
          </p:nvPr>
        </p:nvSpPr>
        <p:spPr>
          <a:xfrm>
            <a:off x="428264" y="425648"/>
            <a:ext cx="7964821" cy="548637"/>
          </a:xfrm>
        </p:spPr>
        <p:txBody>
          <a:bodyPr/>
          <a:lstStyle>
            <a:lvl1pPr algn="ctr">
              <a:defRPr>
                <a:solidFill>
                  <a:schemeClr val="tx1"/>
                </a:solidFill>
              </a:defRPr>
            </a:lvl1pPr>
          </a:lstStyle>
          <a:p>
            <a:r>
              <a:rPr lang="en-US" dirty="0"/>
              <a:t>Chart Title</a:t>
            </a:r>
          </a:p>
        </p:txBody>
      </p:sp>
      <p:sp>
        <p:nvSpPr>
          <p:cNvPr id="5" name="Table Placeholder 4">
            <a:extLst>
              <a:ext uri="{FF2B5EF4-FFF2-40B4-BE49-F238E27FC236}">
                <a16:creationId xmlns:a16="http://schemas.microsoft.com/office/drawing/2014/main" id="{5464C611-DA4C-0379-65FC-F53A919AEE77}"/>
              </a:ext>
            </a:extLst>
          </p:cNvPr>
          <p:cNvSpPr>
            <a:spLocks noGrp="1"/>
          </p:cNvSpPr>
          <p:nvPr>
            <p:ph type="tbl" sz="quarter" idx="10"/>
          </p:nvPr>
        </p:nvSpPr>
        <p:spPr>
          <a:xfrm>
            <a:off x="423746" y="1092200"/>
            <a:ext cx="7983654" cy="3690938"/>
          </a:xfrm>
          <a:prstGeom prst="rect">
            <a:avLst/>
          </a:prstGeom>
        </p:spPr>
        <p:txBody>
          <a:bodyPr/>
          <a:lstStyle>
            <a:lvl1pPr marL="0" indent="0">
              <a:buFontTx/>
              <a:buNone/>
              <a:defRPr>
                <a:latin typeface="Verdana" panose="020B0604030504040204" pitchFamily="34" charset="0"/>
              </a:defRPr>
            </a:lvl1pPr>
          </a:lstStyle>
          <a:p>
            <a:endParaRPr lang="en-US" dirty="0"/>
          </a:p>
        </p:txBody>
      </p:sp>
    </p:spTree>
    <p:extLst>
      <p:ext uri="{BB962C8B-B14F-4D97-AF65-F5344CB8AC3E}">
        <p14:creationId xmlns:p14="http://schemas.microsoft.com/office/powerpoint/2010/main" val="1210957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5" grpId="0"/>
    </p:bld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Infographic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8D97BA3-89EA-6FA3-E147-8ACB8225C02A}"/>
              </a:ext>
            </a:extLst>
          </p:cNvPr>
          <p:cNvSpPr/>
          <p:nvPr userDrawn="1"/>
        </p:nvSpPr>
        <p:spPr>
          <a:xfrm>
            <a:off x="161753" y="1477926"/>
            <a:ext cx="8496987" cy="3144874"/>
          </a:xfrm>
          <a:prstGeom prst="rect">
            <a:avLst/>
          </a:prstGeom>
          <a:solidFill>
            <a:srgbClr val="9EE3F8">
              <a:alpha val="7725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4" name="Picture Placeholder 23">
            <a:extLst>
              <a:ext uri="{FF2B5EF4-FFF2-40B4-BE49-F238E27FC236}">
                <a16:creationId xmlns:a16="http://schemas.microsoft.com/office/drawing/2014/main" id="{762F4A41-88AE-E5CE-EB74-BF5BBE93F7C0}"/>
              </a:ext>
            </a:extLst>
          </p:cNvPr>
          <p:cNvSpPr>
            <a:spLocks noGrp="1"/>
          </p:cNvSpPr>
          <p:nvPr>
            <p:ph type="pic" sz="quarter" idx="19"/>
          </p:nvPr>
        </p:nvSpPr>
        <p:spPr>
          <a:xfrm>
            <a:off x="3035301" y="1828800"/>
            <a:ext cx="2908300" cy="2451100"/>
          </a:xfrm>
          <a:prstGeom prst="rect">
            <a:avLst/>
          </a:prstGeom>
        </p:spPr>
        <p:txBody>
          <a:bodyPr/>
          <a:lstStyle>
            <a:lvl1pPr marL="0" indent="0">
              <a:buFontTx/>
              <a:buNone/>
              <a:defRPr sz="1400">
                <a:latin typeface="Verdana" panose="020B0604030504040204" pitchFamily="34" charset="0"/>
              </a:defRPr>
            </a:lvl1pPr>
          </a:lstStyle>
          <a:p>
            <a:endParaRPr lang="en-US" dirty="0"/>
          </a:p>
        </p:txBody>
      </p:sp>
      <p:sp>
        <p:nvSpPr>
          <p:cNvPr id="9" name="Rectangle 8">
            <a:extLst>
              <a:ext uri="{FF2B5EF4-FFF2-40B4-BE49-F238E27FC236}">
                <a16:creationId xmlns:a16="http://schemas.microsoft.com/office/drawing/2014/main" id="{3EAA550A-E532-89E1-D9F7-326B37770D83}"/>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177801" y="259085"/>
            <a:ext cx="8470900" cy="548637"/>
          </a:xfrm>
        </p:spPr>
        <p:txBody>
          <a:bodyPr/>
          <a:lstStyle>
            <a:lvl1pPr algn="ctr">
              <a:defRPr/>
            </a:lvl1pPr>
          </a:lstStyle>
          <a:p>
            <a:r>
              <a:rPr lang="en-US" dirty="0"/>
              <a:t>Infographic 1</a:t>
            </a:r>
          </a:p>
        </p:txBody>
      </p:sp>
      <p:sp>
        <p:nvSpPr>
          <p:cNvPr id="3" name="Text Placeholder 5">
            <a:extLst>
              <a:ext uri="{FF2B5EF4-FFF2-40B4-BE49-F238E27FC236}">
                <a16:creationId xmlns:a16="http://schemas.microsoft.com/office/drawing/2014/main" id="{193A67C6-FE89-F031-3E45-186EB4DB08A4}"/>
              </a:ext>
            </a:extLst>
          </p:cNvPr>
          <p:cNvSpPr>
            <a:spLocks noGrp="1"/>
          </p:cNvSpPr>
          <p:nvPr>
            <p:ph type="body" sz="quarter" idx="10" hasCustomPrompt="1"/>
          </p:nvPr>
        </p:nvSpPr>
        <p:spPr>
          <a:xfrm>
            <a:off x="462257" y="2055627"/>
            <a:ext cx="1772943"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4" name="Text Placeholder 7">
            <a:extLst>
              <a:ext uri="{FF2B5EF4-FFF2-40B4-BE49-F238E27FC236}">
                <a16:creationId xmlns:a16="http://schemas.microsoft.com/office/drawing/2014/main" id="{B51D8EFF-AE3C-27F7-CE74-A95A042BD829}"/>
              </a:ext>
            </a:extLst>
          </p:cNvPr>
          <p:cNvSpPr>
            <a:spLocks noGrp="1"/>
          </p:cNvSpPr>
          <p:nvPr>
            <p:ph type="body" sz="quarter" idx="11" hasCustomPrompt="1"/>
          </p:nvPr>
        </p:nvSpPr>
        <p:spPr>
          <a:xfrm>
            <a:off x="165100" y="946238"/>
            <a:ext cx="8496300" cy="380682"/>
          </a:xfrm>
          <a:prstGeom prst="rect">
            <a:avLst/>
          </a:prstGeom>
        </p:spPr>
        <p:txBody>
          <a:bodyPr lIns="0" tIns="0" rIns="0" bIns="0" anchor="ctr"/>
          <a:lstStyle>
            <a:lvl1pPr marL="0" indent="0" algn="ctr">
              <a:buFontTx/>
              <a:buNone/>
              <a:defRPr sz="1600" b="1" i="0">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err="1"/>
              <a:t>Subheader</a:t>
            </a:r>
            <a:endParaRPr lang="en-US" dirty="0"/>
          </a:p>
        </p:txBody>
      </p:sp>
      <p:sp>
        <p:nvSpPr>
          <p:cNvPr id="10" name="Text Placeholder 5">
            <a:extLst>
              <a:ext uri="{FF2B5EF4-FFF2-40B4-BE49-F238E27FC236}">
                <a16:creationId xmlns:a16="http://schemas.microsoft.com/office/drawing/2014/main" id="{5827434E-D063-6EED-B829-F70A87C146C4}"/>
              </a:ext>
            </a:extLst>
          </p:cNvPr>
          <p:cNvSpPr>
            <a:spLocks noGrp="1"/>
          </p:cNvSpPr>
          <p:nvPr>
            <p:ph type="body" sz="quarter" idx="12" hasCustomPrompt="1"/>
          </p:nvPr>
        </p:nvSpPr>
        <p:spPr>
          <a:xfrm>
            <a:off x="466308" y="1750828"/>
            <a:ext cx="1862222"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11" name="Text Placeholder 5">
            <a:extLst>
              <a:ext uri="{FF2B5EF4-FFF2-40B4-BE49-F238E27FC236}">
                <a16:creationId xmlns:a16="http://schemas.microsoft.com/office/drawing/2014/main" id="{D2D55FF8-2BE6-640F-DD6C-995A976B0840}"/>
              </a:ext>
            </a:extLst>
          </p:cNvPr>
          <p:cNvSpPr>
            <a:spLocks noGrp="1"/>
          </p:cNvSpPr>
          <p:nvPr>
            <p:ph type="body" sz="quarter" idx="13" hasCustomPrompt="1"/>
          </p:nvPr>
        </p:nvSpPr>
        <p:spPr>
          <a:xfrm>
            <a:off x="457201" y="3505200"/>
            <a:ext cx="1778000"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p>
        </p:txBody>
      </p:sp>
      <p:sp>
        <p:nvSpPr>
          <p:cNvPr id="12" name="Text Placeholder 5">
            <a:extLst>
              <a:ext uri="{FF2B5EF4-FFF2-40B4-BE49-F238E27FC236}">
                <a16:creationId xmlns:a16="http://schemas.microsoft.com/office/drawing/2014/main" id="{1525525F-58F1-C003-3898-62ECDFA81520}"/>
              </a:ext>
            </a:extLst>
          </p:cNvPr>
          <p:cNvSpPr>
            <a:spLocks noGrp="1"/>
          </p:cNvSpPr>
          <p:nvPr>
            <p:ph type="body" sz="quarter" idx="14" hasCustomPrompt="1"/>
          </p:nvPr>
        </p:nvSpPr>
        <p:spPr>
          <a:xfrm>
            <a:off x="461252" y="3200401"/>
            <a:ext cx="1888543" cy="233916"/>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13" name="Text Placeholder 5">
            <a:extLst>
              <a:ext uri="{FF2B5EF4-FFF2-40B4-BE49-F238E27FC236}">
                <a16:creationId xmlns:a16="http://schemas.microsoft.com/office/drawing/2014/main" id="{E8A7B1D6-F791-C42D-E5A2-F6B20B6F4B76}"/>
              </a:ext>
            </a:extLst>
          </p:cNvPr>
          <p:cNvSpPr>
            <a:spLocks noGrp="1"/>
          </p:cNvSpPr>
          <p:nvPr>
            <p:ph type="body" sz="quarter" idx="15" hasCustomPrompt="1"/>
          </p:nvPr>
        </p:nvSpPr>
        <p:spPr>
          <a:xfrm>
            <a:off x="6678403" y="2048538"/>
            <a:ext cx="1750855"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p>
        </p:txBody>
      </p:sp>
      <p:sp>
        <p:nvSpPr>
          <p:cNvPr id="14" name="Text Placeholder 5">
            <a:extLst>
              <a:ext uri="{FF2B5EF4-FFF2-40B4-BE49-F238E27FC236}">
                <a16:creationId xmlns:a16="http://schemas.microsoft.com/office/drawing/2014/main" id="{24F27A23-01CF-91C8-7021-F74CF4EE8BD4}"/>
              </a:ext>
            </a:extLst>
          </p:cNvPr>
          <p:cNvSpPr>
            <a:spLocks noGrp="1"/>
          </p:cNvSpPr>
          <p:nvPr>
            <p:ph type="body" sz="quarter" idx="16" hasCustomPrompt="1"/>
          </p:nvPr>
        </p:nvSpPr>
        <p:spPr>
          <a:xfrm>
            <a:off x="6681948" y="1743742"/>
            <a:ext cx="1757944" cy="244549"/>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15" name="Text Placeholder 5">
            <a:extLst>
              <a:ext uri="{FF2B5EF4-FFF2-40B4-BE49-F238E27FC236}">
                <a16:creationId xmlns:a16="http://schemas.microsoft.com/office/drawing/2014/main" id="{BD652DFC-9408-5FD5-2A82-631AF977A06C}"/>
              </a:ext>
            </a:extLst>
          </p:cNvPr>
          <p:cNvSpPr>
            <a:spLocks noGrp="1"/>
          </p:cNvSpPr>
          <p:nvPr>
            <p:ph type="body" sz="quarter" idx="17" hasCustomPrompt="1"/>
          </p:nvPr>
        </p:nvSpPr>
        <p:spPr>
          <a:xfrm>
            <a:off x="6671313" y="3498111"/>
            <a:ext cx="1757944"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sit </a:t>
            </a:r>
            <a:r>
              <a:rPr lang="en-US" dirty="0" err="1"/>
              <a:t>amet</a:t>
            </a:r>
            <a:endParaRPr lang="en-US" dirty="0"/>
          </a:p>
        </p:txBody>
      </p:sp>
      <p:sp>
        <p:nvSpPr>
          <p:cNvPr id="16" name="Text Placeholder 5">
            <a:extLst>
              <a:ext uri="{FF2B5EF4-FFF2-40B4-BE49-F238E27FC236}">
                <a16:creationId xmlns:a16="http://schemas.microsoft.com/office/drawing/2014/main" id="{F4703E25-EE39-617B-7A53-85E9AD98DFAB}"/>
              </a:ext>
            </a:extLst>
          </p:cNvPr>
          <p:cNvSpPr>
            <a:spLocks noGrp="1"/>
          </p:cNvSpPr>
          <p:nvPr>
            <p:ph type="body" sz="quarter" idx="18" hasCustomPrompt="1"/>
          </p:nvPr>
        </p:nvSpPr>
        <p:spPr>
          <a:xfrm>
            <a:off x="6674858" y="3193313"/>
            <a:ext cx="1775665" cy="241005"/>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5" name="Oval 4">
            <a:extLst>
              <a:ext uri="{FF2B5EF4-FFF2-40B4-BE49-F238E27FC236}">
                <a16:creationId xmlns:a16="http://schemas.microsoft.com/office/drawing/2014/main" id="{4CE9307C-B1CC-B5EC-D4CA-FC4E04979C6F}"/>
              </a:ext>
            </a:extLst>
          </p:cNvPr>
          <p:cNvSpPr/>
          <p:nvPr userDrawn="1"/>
        </p:nvSpPr>
        <p:spPr>
          <a:xfrm>
            <a:off x="2360300" y="1740884"/>
            <a:ext cx="1128047"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6" name="Oval 5">
            <a:extLst>
              <a:ext uri="{FF2B5EF4-FFF2-40B4-BE49-F238E27FC236}">
                <a16:creationId xmlns:a16="http://schemas.microsoft.com/office/drawing/2014/main" id="{199774E0-4418-1795-E07C-96634E54044C}"/>
              </a:ext>
            </a:extLst>
          </p:cNvPr>
          <p:cNvSpPr/>
          <p:nvPr userDrawn="1"/>
        </p:nvSpPr>
        <p:spPr>
          <a:xfrm>
            <a:off x="2367422" y="3211794"/>
            <a:ext cx="1128047"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7" name="Oval 6">
            <a:extLst>
              <a:ext uri="{FF2B5EF4-FFF2-40B4-BE49-F238E27FC236}">
                <a16:creationId xmlns:a16="http://schemas.microsoft.com/office/drawing/2014/main" id="{F51B729D-6FCF-88D7-3886-B9D640F22842}"/>
              </a:ext>
            </a:extLst>
          </p:cNvPr>
          <p:cNvSpPr/>
          <p:nvPr userDrawn="1"/>
        </p:nvSpPr>
        <p:spPr>
          <a:xfrm>
            <a:off x="5390259" y="1748006"/>
            <a:ext cx="1128047"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8" name="Oval 7">
            <a:extLst>
              <a:ext uri="{FF2B5EF4-FFF2-40B4-BE49-F238E27FC236}">
                <a16:creationId xmlns:a16="http://schemas.microsoft.com/office/drawing/2014/main" id="{CAC5DBA8-7DD6-7ED0-0F87-4B472F626707}"/>
              </a:ext>
            </a:extLst>
          </p:cNvPr>
          <p:cNvSpPr/>
          <p:nvPr userDrawn="1"/>
        </p:nvSpPr>
        <p:spPr>
          <a:xfrm>
            <a:off x="5397380" y="3218916"/>
            <a:ext cx="1128047"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278199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childTnLst>
                                </p:cTn>
                              </p:par>
                              <p:par>
                                <p:cTn id="16" presetID="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1000" fill="hold"/>
                                        <p:tgtEl>
                                          <p:spTgt spid="21"/>
                                        </p:tgtEl>
                                        <p:attrNameLst>
                                          <p:attrName>ppt_x</p:attrName>
                                        </p:attrNameLst>
                                      </p:cBhvr>
                                      <p:tavLst>
                                        <p:tav tm="0">
                                          <p:val>
                                            <p:strVal val="0-#ppt_w/2"/>
                                          </p:val>
                                        </p:tav>
                                        <p:tav tm="100000">
                                          <p:val>
                                            <p:strVal val="#ppt_x"/>
                                          </p:val>
                                        </p:tav>
                                      </p:tavLst>
                                    </p:anim>
                                    <p:anim calcmode="lin" valueType="num">
                                      <p:cBhvr additive="base">
                                        <p:cTn id="19" dur="1000" fill="hold"/>
                                        <p:tgtEl>
                                          <p:spTgt spid="21"/>
                                        </p:tgtEl>
                                        <p:attrNameLst>
                                          <p:attrName>ppt_y</p:attrName>
                                        </p:attrNameLst>
                                      </p:cBhvr>
                                      <p:tavLst>
                                        <p:tav tm="0">
                                          <p:val>
                                            <p:strVal val="#ppt_y"/>
                                          </p:val>
                                        </p:tav>
                                        <p:tav tm="100000">
                                          <p:val>
                                            <p:strVal val="#ppt_y"/>
                                          </p:val>
                                        </p:tav>
                                      </p:tavLst>
                                    </p:anim>
                                  </p:childTnLst>
                                </p:cTn>
                              </p:par>
                              <p:par>
                                <p:cTn id="20" presetID="10" presetClass="entr" presetSubtype="0" fill="hold" grpId="0" nodeType="withEffect">
                                  <p:stCondLst>
                                    <p:cond delay="10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childTnLst>
                                </p:cTn>
                              </p:par>
                              <p:par>
                                <p:cTn id="23" presetID="10" presetClass="entr" presetSubtype="0" fill="hold" grpId="0" nodeType="withEffect">
                                  <p:stCondLst>
                                    <p:cond delay="10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childTnLst>
                                </p:cTn>
                              </p:par>
                              <p:par>
                                <p:cTn id="26" presetID="10" presetClass="entr" presetSubtype="0" fill="hold" grpId="0" nodeType="withEffect">
                                  <p:stCondLst>
                                    <p:cond delay="10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childTnLst>
                                </p:cTn>
                              </p:par>
                              <p:par>
                                <p:cTn id="29" presetID="10" presetClass="entr" presetSubtype="0" fill="hold" grpId="0" nodeType="withEffect">
                                  <p:stCondLst>
                                    <p:cond delay="10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childTnLst>
                                </p:cTn>
                              </p:par>
                              <p:par>
                                <p:cTn id="32" presetID="10" presetClass="entr" presetSubtype="0" fill="hold" grpId="0" nodeType="withEffect">
                                  <p:stCondLst>
                                    <p:cond delay="100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1000"/>
                                        <p:tgtEl>
                                          <p:spTgt spid="14"/>
                                        </p:tgtEl>
                                      </p:cBhvr>
                                    </p:animEffect>
                                  </p:childTnLst>
                                </p:cTn>
                              </p:par>
                              <p:par>
                                <p:cTn id="35" presetID="10" presetClass="entr" presetSubtype="0" fill="hold" grpId="0" nodeType="withEffect">
                                  <p:stCondLst>
                                    <p:cond delay="10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childTnLst>
                                </p:cTn>
                              </p:par>
                              <p:par>
                                <p:cTn id="38" presetID="10" presetClass="entr" presetSubtype="0" fill="hold" grpId="0" nodeType="withEffect">
                                  <p:stCondLst>
                                    <p:cond delay="100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1000"/>
                                        <p:tgtEl>
                                          <p:spTgt spid="16"/>
                                        </p:tgtEl>
                                      </p:cBhvr>
                                    </p:animEffect>
                                  </p:childTnLst>
                                </p:cTn>
                              </p:par>
                              <p:par>
                                <p:cTn id="41" presetID="10" presetClass="entr" presetSubtype="0" fill="hold" grpId="0" nodeType="withEffect">
                                  <p:stCondLst>
                                    <p:cond delay="10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000"/>
                                        <p:tgtEl>
                                          <p:spTgt spid="15"/>
                                        </p:tgtEl>
                                      </p:cBhvr>
                                    </p:animEffect>
                                  </p:childTnLst>
                                </p:cTn>
                              </p:par>
                              <p:par>
                                <p:cTn id="44" presetID="10" presetClass="entr" presetSubtype="0" fill="hold" grpId="0" nodeType="withEffect">
                                  <p:stCondLst>
                                    <p:cond delay="100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1000"/>
                                        <p:tgtEl>
                                          <p:spTgt spid="6"/>
                                        </p:tgtEl>
                                      </p:cBhvr>
                                    </p:animEffect>
                                  </p:childTnLst>
                                </p:cTn>
                              </p:par>
                              <p:par>
                                <p:cTn id="47" presetID="10" presetClass="entr" presetSubtype="0" fill="hold" grpId="0" nodeType="withEffect">
                                  <p:stCondLst>
                                    <p:cond delay="10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1000"/>
                                        <p:tgtEl>
                                          <p:spTgt spid="5"/>
                                        </p:tgtEl>
                                      </p:cBhvr>
                                    </p:animEffect>
                                  </p:childTnLst>
                                </p:cTn>
                              </p:par>
                              <p:par>
                                <p:cTn id="50" presetID="10" presetClass="entr" presetSubtype="0" fill="hold" grpId="0" nodeType="withEffect">
                                  <p:stCondLst>
                                    <p:cond delay="100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1000"/>
                                        <p:tgtEl>
                                          <p:spTgt spid="7"/>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childTnLst>
                                </p:cTn>
                              </p:par>
                            </p:childTnLst>
                          </p:cTn>
                        </p:par>
                        <p:par>
                          <p:cTn id="56" fill="hold">
                            <p:stCondLst>
                              <p:cond delay="3500"/>
                            </p:stCondLst>
                            <p:childTnLst>
                              <p:par>
                                <p:cTn id="57" presetID="10" presetClass="entr" presetSubtype="0" fill="hold" grpId="0" nodeType="afterEffect" nodePh="1">
                                  <p:stCondLst>
                                    <p:cond delay="0"/>
                                  </p:stCondLst>
                                  <p:endCondLst>
                                    <p:cond evt="begin" delay="0">
                                      <p:tn val="57"/>
                                    </p:cond>
                                  </p:endCondLst>
                                  <p:childTnLst>
                                    <p:set>
                                      <p:cBhvr>
                                        <p:cTn id="58" dur="1" fill="hold">
                                          <p:stCondLst>
                                            <p:cond delay="0"/>
                                          </p:stCondLst>
                                        </p:cTn>
                                        <p:tgtEl>
                                          <p:spTgt spid="24"/>
                                        </p:tgtEl>
                                        <p:attrNameLst>
                                          <p:attrName>style.visibility</p:attrName>
                                        </p:attrNameLst>
                                      </p:cBhvr>
                                      <p:to>
                                        <p:strVal val="visible"/>
                                      </p:to>
                                    </p:set>
                                    <p:animEffect transition="in" filter="fade">
                                      <p:cBhvr>
                                        <p:cTn id="59"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p:bldP spid="9" grpId="0" animBg="1"/>
      <p:bldP spid="2" grpId="0"/>
      <p:bldP spid="3" grpId="0">
        <p:tmplLst>
          <p:tmpl>
            <p:tnLst>
              <p:par>
                <p:cTn presetID="10" presetClass="entr" presetSubtype="0" fill="hold" nodeType="withEffect">
                  <p:stCondLst>
                    <p:cond delay="100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Lst>
      </p:bldP>
      <p:bldP spid="4" grpId="0" build="p">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10" grpId="0">
        <p:tmplLst>
          <p:tmpl>
            <p:tnLst>
              <p:par>
                <p:cTn presetID="10" presetClass="entr" presetSubtype="0" fill="hold" nodeType="withEffect">
                  <p:stCondLst>
                    <p:cond delay="100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childTnLst>
                </p:cTn>
              </p:par>
            </p:tnLst>
          </p:tmpl>
        </p:tmplLst>
      </p:bldP>
      <p:bldP spid="11" grpId="0">
        <p:tmplLst>
          <p:tmpl>
            <p:tnLst>
              <p:par>
                <p:cTn presetID="10" presetClass="entr" presetSubtype="0" fill="hold" nodeType="withEffect">
                  <p:stCondLst>
                    <p:cond delay="100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childTnLst>
                </p:cTn>
              </p:par>
            </p:tnLst>
          </p:tmpl>
        </p:tmplLst>
      </p:bldP>
      <p:bldP spid="12" grpId="0">
        <p:tmplLst>
          <p:tmpl>
            <p:tnLst>
              <p:par>
                <p:cTn presetID="10" presetClass="entr" presetSubtype="0" fill="hold" nodeType="withEffect">
                  <p:stCondLst>
                    <p:cond delay="1000"/>
                  </p:stCondLst>
                  <p:childTnLst>
                    <p:set>
                      <p:cBhvr>
                        <p:cTn dur="1" fill="hold">
                          <p:stCondLst>
                            <p:cond delay="0"/>
                          </p:stCondLst>
                        </p:cTn>
                        <p:tgtEl>
                          <p:spTgt spid="12"/>
                        </p:tgtEl>
                        <p:attrNameLst>
                          <p:attrName>style.visibility</p:attrName>
                        </p:attrNameLst>
                      </p:cBhvr>
                      <p:to>
                        <p:strVal val="visible"/>
                      </p:to>
                    </p:set>
                    <p:animEffect transition="in" filter="fade">
                      <p:cBhvr>
                        <p:cTn dur="1000"/>
                        <p:tgtEl>
                          <p:spTgt spid="12"/>
                        </p:tgtEl>
                      </p:cBhvr>
                    </p:animEffect>
                  </p:childTnLst>
                </p:cTn>
              </p:par>
            </p:tnLst>
          </p:tmpl>
        </p:tmplLst>
      </p:bldP>
      <p:bldP spid="13" grpId="0">
        <p:tmplLst>
          <p:tmpl>
            <p:tnLst>
              <p:par>
                <p:cTn presetID="10" presetClass="entr" presetSubtype="0" fill="hold" nodeType="withEffect">
                  <p:stCondLst>
                    <p:cond delay="1000"/>
                  </p:stCondLst>
                  <p:childTnLst>
                    <p:set>
                      <p:cBhvr>
                        <p:cTn dur="1" fill="hold">
                          <p:stCondLst>
                            <p:cond delay="0"/>
                          </p:stCondLst>
                        </p:cTn>
                        <p:tgtEl>
                          <p:spTgt spid="13"/>
                        </p:tgtEl>
                        <p:attrNameLst>
                          <p:attrName>style.visibility</p:attrName>
                        </p:attrNameLst>
                      </p:cBhvr>
                      <p:to>
                        <p:strVal val="visible"/>
                      </p:to>
                    </p:set>
                    <p:animEffect transition="in" filter="fade">
                      <p:cBhvr>
                        <p:cTn dur="1000"/>
                        <p:tgtEl>
                          <p:spTgt spid="13"/>
                        </p:tgtEl>
                      </p:cBhvr>
                    </p:animEffect>
                  </p:childTnLst>
                </p:cTn>
              </p:par>
            </p:tnLst>
          </p:tmpl>
        </p:tmplLst>
      </p:bldP>
      <p:bldP spid="14" grpId="0">
        <p:tmplLst>
          <p:tmpl>
            <p:tnLst>
              <p:par>
                <p:cTn presetID="10" presetClass="entr" presetSubtype="0" fill="hold" nodeType="withEffect">
                  <p:stCondLst>
                    <p:cond delay="1000"/>
                  </p:stCondLst>
                  <p:childTnLst>
                    <p:set>
                      <p:cBhvr>
                        <p:cTn dur="1" fill="hold">
                          <p:stCondLst>
                            <p:cond delay="0"/>
                          </p:stCondLst>
                        </p:cTn>
                        <p:tgtEl>
                          <p:spTgt spid="14"/>
                        </p:tgtEl>
                        <p:attrNameLst>
                          <p:attrName>style.visibility</p:attrName>
                        </p:attrNameLst>
                      </p:cBhvr>
                      <p:to>
                        <p:strVal val="visible"/>
                      </p:to>
                    </p:set>
                    <p:animEffect transition="in" filter="fade">
                      <p:cBhvr>
                        <p:cTn dur="1000"/>
                        <p:tgtEl>
                          <p:spTgt spid="14"/>
                        </p:tgtEl>
                      </p:cBhvr>
                    </p:animEffect>
                  </p:childTnLst>
                </p:cTn>
              </p:par>
            </p:tnLst>
          </p:tmpl>
        </p:tmplLst>
      </p:bldP>
      <p:bldP spid="15" grpId="0">
        <p:tmplLst>
          <p:tmpl>
            <p:tnLst>
              <p:par>
                <p:cTn presetID="10" presetClass="entr" presetSubtype="0" fill="hold" nodeType="withEffect">
                  <p:stCondLst>
                    <p:cond delay="1000"/>
                  </p:stCondLst>
                  <p:childTnLst>
                    <p:set>
                      <p:cBhvr>
                        <p:cTn dur="1" fill="hold">
                          <p:stCondLst>
                            <p:cond delay="0"/>
                          </p:stCondLst>
                        </p:cTn>
                        <p:tgtEl>
                          <p:spTgt spid="15"/>
                        </p:tgtEl>
                        <p:attrNameLst>
                          <p:attrName>style.visibility</p:attrName>
                        </p:attrNameLst>
                      </p:cBhvr>
                      <p:to>
                        <p:strVal val="visible"/>
                      </p:to>
                    </p:set>
                    <p:animEffect transition="in" filter="fade">
                      <p:cBhvr>
                        <p:cTn dur="1000"/>
                        <p:tgtEl>
                          <p:spTgt spid="15"/>
                        </p:tgtEl>
                      </p:cBhvr>
                    </p:animEffect>
                  </p:childTnLst>
                </p:cTn>
              </p:par>
            </p:tnLst>
          </p:tmpl>
        </p:tmplLst>
      </p:bldP>
      <p:bldP spid="16" grpId="0">
        <p:tmplLst>
          <p:tmpl>
            <p:tnLst>
              <p:par>
                <p:cTn presetID="10" presetClass="entr" presetSubtype="0" fill="hold" nodeType="withEffect">
                  <p:stCondLst>
                    <p:cond delay="1000"/>
                  </p:stCondLst>
                  <p:childTnLst>
                    <p:set>
                      <p:cBhvr>
                        <p:cTn dur="1" fill="hold">
                          <p:stCondLst>
                            <p:cond delay="0"/>
                          </p:stCondLst>
                        </p:cTn>
                        <p:tgtEl>
                          <p:spTgt spid="16"/>
                        </p:tgtEl>
                        <p:attrNameLst>
                          <p:attrName>style.visibility</p:attrName>
                        </p:attrNameLst>
                      </p:cBhvr>
                      <p:to>
                        <p:strVal val="visible"/>
                      </p:to>
                    </p:set>
                    <p:animEffect transition="in" filter="fade">
                      <p:cBhvr>
                        <p:cTn dur="1000"/>
                        <p:tgtEl>
                          <p:spTgt spid="16"/>
                        </p:tgtEl>
                      </p:cBhvr>
                    </p:animEffect>
                  </p:childTnLst>
                </p:cTn>
              </p:par>
            </p:tnLst>
          </p:tmpl>
        </p:tmplLst>
      </p:bldP>
      <p:bldP spid="5" grpId="0" animBg="1"/>
      <p:bldP spid="6" grpId="0" animBg="1"/>
      <p:bldP spid="7" grpId="0" animBg="1"/>
      <p:bldP spid="8" grpId="0" animBg="1"/>
    </p:bld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Infographic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189D70-32D7-E796-0F46-C4B3132159B9}"/>
              </a:ext>
            </a:extLst>
          </p:cNvPr>
          <p:cNvPicPr>
            <a:picLocks noChangeAspect="1"/>
          </p:cNvPicPr>
          <p:nvPr userDrawn="1"/>
        </p:nvPicPr>
        <p:blipFill>
          <a:blip r:embed="rId2" cstate="print">
            <a:alphaModFix amt="66000"/>
            <a:extLst>
              <a:ext uri="{28A0092B-C50C-407E-A947-70E740481C1C}">
                <a14:useLocalDpi xmlns:a14="http://schemas.microsoft.com/office/drawing/2010/main" val="0"/>
              </a:ext>
            </a:extLst>
          </a:blip>
          <a:srcRect l="-25817" t="8056" r="33399" b="8826"/>
          <a:stretch/>
        </p:blipFill>
        <p:spPr>
          <a:xfrm>
            <a:off x="5445198" y="158046"/>
            <a:ext cx="3212957" cy="4825936"/>
          </a:xfrm>
          <a:prstGeom prst="rect">
            <a:avLst/>
          </a:prstGeom>
        </p:spPr>
      </p:pic>
      <p:grpSp>
        <p:nvGrpSpPr>
          <p:cNvPr id="13" name="Group 12">
            <a:extLst>
              <a:ext uri="{FF2B5EF4-FFF2-40B4-BE49-F238E27FC236}">
                <a16:creationId xmlns:a16="http://schemas.microsoft.com/office/drawing/2014/main" id="{A0CA7386-A70E-71EF-A8FE-7EF1A1E26544}"/>
              </a:ext>
            </a:extLst>
          </p:cNvPr>
          <p:cNvGrpSpPr/>
          <p:nvPr userDrawn="1"/>
        </p:nvGrpSpPr>
        <p:grpSpPr>
          <a:xfrm>
            <a:off x="171448" y="812514"/>
            <a:ext cx="6637950" cy="1002317"/>
            <a:chOff x="171448" y="1523713"/>
            <a:chExt cx="6637950" cy="1002317"/>
          </a:xfrm>
        </p:grpSpPr>
        <p:sp>
          <p:nvSpPr>
            <p:cNvPr id="8" name="Rectangle 22">
              <a:extLst>
                <a:ext uri="{FF2B5EF4-FFF2-40B4-BE49-F238E27FC236}">
                  <a16:creationId xmlns:a16="http://schemas.microsoft.com/office/drawing/2014/main" id="{38A1EF1E-BBD9-F269-F5C1-22B22B5DC184}"/>
                </a:ext>
              </a:extLst>
            </p:cNvPr>
            <p:cNvSpPr>
              <a:spLocks noChangeArrowheads="1"/>
            </p:cNvSpPr>
            <p:nvPr userDrawn="1"/>
          </p:nvSpPr>
          <p:spPr bwMode="auto">
            <a:xfrm rot="5400000" flipH="1" flipV="1">
              <a:off x="2819083" y="-907736"/>
              <a:ext cx="520701" cy="5815972"/>
            </a:xfrm>
            <a:prstGeom prst="rect">
              <a:avLst/>
            </a:prstGeom>
            <a:gradFill>
              <a:gsLst>
                <a:gs pos="0">
                  <a:srgbClr val="096580">
                    <a:alpha val="63684"/>
                  </a:srgbClr>
                </a:gs>
                <a:gs pos="34000">
                  <a:schemeClr val="bg2">
                    <a:lumMod val="5000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3" name="Oval 2">
              <a:extLst>
                <a:ext uri="{FF2B5EF4-FFF2-40B4-BE49-F238E27FC236}">
                  <a16:creationId xmlns:a16="http://schemas.microsoft.com/office/drawing/2014/main" id="{2C92EC12-84B4-16D9-BBB2-4A9B9CF0060F}"/>
                </a:ext>
              </a:extLst>
            </p:cNvPr>
            <p:cNvSpPr/>
            <p:nvPr userDrawn="1"/>
          </p:nvSpPr>
          <p:spPr>
            <a:xfrm>
              <a:off x="5807080" y="1523713"/>
              <a:ext cx="1002318" cy="1002317"/>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grpSp>
      <p:grpSp>
        <p:nvGrpSpPr>
          <p:cNvPr id="14" name="Group 13">
            <a:extLst>
              <a:ext uri="{FF2B5EF4-FFF2-40B4-BE49-F238E27FC236}">
                <a16:creationId xmlns:a16="http://schemas.microsoft.com/office/drawing/2014/main" id="{0A222324-0580-4690-50C2-CA9B4830D638}"/>
              </a:ext>
            </a:extLst>
          </p:cNvPr>
          <p:cNvGrpSpPr/>
          <p:nvPr userDrawn="1"/>
        </p:nvGrpSpPr>
        <p:grpSpPr>
          <a:xfrm>
            <a:off x="168556" y="2172049"/>
            <a:ext cx="6640842" cy="1002317"/>
            <a:chOff x="168556" y="2641948"/>
            <a:chExt cx="6640842" cy="1002317"/>
          </a:xfrm>
        </p:grpSpPr>
        <p:sp>
          <p:nvSpPr>
            <p:cNvPr id="5" name="Rectangle 22">
              <a:extLst>
                <a:ext uri="{FF2B5EF4-FFF2-40B4-BE49-F238E27FC236}">
                  <a16:creationId xmlns:a16="http://schemas.microsoft.com/office/drawing/2014/main" id="{F7294E63-F803-18D4-00C2-649CC7452C14}"/>
                </a:ext>
              </a:extLst>
            </p:cNvPr>
            <p:cNvSpPr>
              <a:spLocks noChangeArrowheads="1"/>
            </p:cNvSpPr>
            <p:nvPr userDrawn="1"/>
          </p:nvSpPr>
          <p:spPr bwMode="auto">
            <a:xfrm rot="5400000" flipH="1" flipV="1">
              <a:off x="2817639" y="221117"/>
              <a:ext cx="520700" cy="5818865"/>
            </a:xfrm>
            <a:prstGeom prst="rect">
              <a:avLst/>
            </a:prstGeom>
            <a:gradFill>
              <a:gsLst>
                <a:gs pos="0">
                  <a:srgbClr val="096580">
                    <a:alpha val="63684"/>
                  </a:srgbClr>
                </a:gs>
                <a:gs pos="35000">
                  <a:schemeClr val="bg2">
                    <a:lumMod val="5000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9" name="Oval 8">
              <a:extLst>
                <a:ext uri="{FF2B5EF4-FFF2-40B4-BE49-F238E27FC236}">
                  <a16:creationId xmlns:a16="http://schemas.microsoft.com/office/drawing/2014/main" id="{17E01DDC-65EC-9187-425B-64CD1E1F125A}"/>
                </a:ext>
              </a:extLst>
            </p:cNvPr>
            <p:cNvSpPr/>
            <p:nvPr userDrawn="1"/>
          </p:nvSpPr>
          <p:spPr>
            <a:xfrm>
              <a:off x="5807080" y="2641948"/>
              <a:ext cx="1002318" cy="1002317"/>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grpSp>
      <p:grpSp>
        <p:nvGrpSpPr>
          <p:cNvPr id="15" name="Group 14">
            <a:extLst>
              <a:ext uri="{FF2B5EF4-FFF2-40B4-BE49-F238E27FC236}">
                <a16:creationId xmlns:a16="http://schemas.microsoft.com/office/drawing/2014/main" id="{6F00B78F-8EB2-5F1F-F084-8BFB43EA6EC9}"/>
              </a:ext>
            </a:extLst>
          </p:cNvPr>
          <p:cNvGrpSpPr/>
          <p:nvPr userDrawn="1"/>
        </p:nvGrpSpPr>
        <p:grpSpPr>
          <a:xfrm>
            <a:off x="168554" y="3443954"/>
            <a:ext cx="6640845" cy="1002317"/>
            <a:chOff x="168554" y="3748753"/>
            <a:chExt cx="6640845" cy="1002317"/>
          </a:xfrm>
        </p:grpSpPr>
        <p:sp>
          <p:nvSpPr>
            <p:cNvPr id="6" name="Rectangle 22">
              <a:extLst>
                <a:ext uri="{FF2B5EF4-FFF2-40B4-BE49-F238E27FC236}">
                  <a16:creationId xmlns:a16="http://schemas.microsoft.com/office/drawing/2014/main" id="{FB41A2F2-25D4-9E49-B6B7-87AC19219D96}"/>
                </a:ext>
              </a:extLst>
            </p:cNvPr>
            <p:cNvSpPr>
              <a:spLocks noChangeArrowheads="1"/>
            </p:cNvSpPr>
            <p:nvPr userDrawn="1"/>
          </p:nvSpPr>
          <p:spPr bwMode="auto">
            <a:xfrm rot="5400000" flipH="1" flipV="1">
              <a:off x="2808113" y="1373641"/>
              <a:ext cx="520700" cy="5799818"/>
            </a:xfrm>
            <a:prstGeom prst="rect">
              <a:avLst/>
            </a:prstGeom>
            <a:gradFill>
              <a:gsLst>
                <a:gs pos="0">
                  <a:srgbClr val="096580">
                    <a:alpha val="63684"/>
                  </a:srgbClr>
                </a:gs>
                <a:gs pos="35000">
                  <a:schemeClr val="bg2">
                    <a:lumMod val="5000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11" name="Oval 10">
              <a:extLst>
                <a:ext uri="{FF2B5EF4-FFF2-40B4-BE49-F238E27FC236}">
                  <a16:creationId xmlns:a16="http://schemas.microsoft.com/office/drawing/2014/main" id="{F8DAF8FF-7B50-E7A7-5D6C-FBA6BFC0C784}"/>
                </a:ext>
              </a:extLst>
            </p:cNvPr>
            <p:cNvSpPr/>
            <p:nvPr userDrawn="1"/>
          </p:nvSpPr>
          <p:spPr>
            <a:xfrm>
              <a:off x="5807081" y="3748753"/>
              <a:ext cx="1002318" cy="1002317"/>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grpSp>
      <p:sp>
        <p:nvSpPr>
          <p:cNvPr id="12" name="Rectangle 11">
            <a:extLst>
              <a:ext uri="{FF2B5EF4-FFF2-40B4-BE49-F238E27FC236}">
                <a16:creationId xmlns:a16="http://schemas.microsoft.com/office/drawing/2014/main" id="{A973B2D8-F79B-F504-592C-1BB697638A67}"/>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83964" y="271784"/>
            <a:ext cx="7865383" cy="548637"/>
          </a:xfrm>
        </p:spPr>
        <p:txBody>
          <a:bodyPr/>
          <a:lstStyle/>
          <a:p>
            <a:r>
              <a:rPr lang="en-US" dirty="0"/>
              <a:t>Infographic 2</a:t>
            </a:r>
          </a:p>
        </p:txBody>
      </p:sp>
      <p:sp>
        <p:nvSpPr>
          <p:cNvPr id="10" name="Text Placeholder 5">
            <a:extLst>
              <a:ext uri="{FF2B5EF4-FFF2-40B4-BE49-F238E27FC236}">
                <a16:creationId xmlns:a16="http://schemas.microsoft.com/office/drawing/2014/main" id="{5827434E-D063-6EED-B829-F70A87C146C4}"/>
              </a:ext>
            </a:extLst>
          </p:cNvPr>
          <p:cNvSpPr>
            <a:spLocks noGrp="1"/>
          </p:cNvSpPr>
          <p:nvPr>
            <p:ph type="body" sz="quarter" idx="12" hasCustomPrompt="1"/>
          </p:nvPr>
        </p:nvSpPr>
        <p:spPr>
          <a:xfrm>
            <a:off x="585383" y="1191692"/>
            <a:ext cx="2006037" cy="269358"/>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53" name="Text Placeholder 5">
            <a:extLst>
              <a:ext uri="{FF2B5EF4-FFF2-40B4-BE49-F238E27FC236}">
                <a16:creationId xmlns:a16="http://schemas.microsoft.com/office/drawing/2014/main" id="{5D00105E-5271-013F-5C14-3590CDC283D6}"/>
              </a:ext>
            </a:extLst>
          </p:cNvPr>
          <p:cNvSpPr>
            <a:spLocks noGrp="1"/>
          </p:cNvSpPr>
          <p:nvPr>
            <p:ph type="body" sz="quarter" idx="26" hasCustomPrompt="1"/>
          </p:nvPr>
        </p:nvSpPr>
        <p:spPr>
          <a:xfrm>
            <a:off x="585386" y="2533214"/>
            <a:ext cx="2006037" cy="269358"/>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57" name="Text Placeholder 5">
            <a:extLst>
              <a:ext uri="{FF2B5EF4-FFF2-40B4-BE49-F238E27FC236}">
                <a16:creationId xmlns:a16="http://schemas.microsoft.com/office/drawing/2014/main" id="{640C4796-7656-E685-9F0B-7276BCB6491E}"/>
              </a:ext>
            </a:extLst>
          </p:cNvPr>
          <p:cNvSpPr>
            <a:spLocks noGrp="1"/>
          </p:cNvSpPr>
          <p:nvPr>
            <p:ph type="body" sz="quarter" idx="29" hasCustomPrompt="1"/>
          </p:nvPr>
        </p:nvSpPr>
        <p:spPr>
          <a:xfrm>
            <a:off x="585386" y="3842616"/>
            <a:ext cx="2006037" cy="269358"/>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16" name="Text Placeholder 5">
            <a:extLst>
              <a:ext uri="{FF2B5EF4-FFF2-40B4-BE49-F238E27FC236}">
                <a16:creationId xmlns:a16="http://schemas.microsoft.com/office/drawing/2014/main" id="{C7E3014F-3E45-54C9-6055-A84957E2E126}"/>
              </a:ext>
            </a:extLst>
          </p:cNvPr>
          <p:cNvSpPr>
            <a:spLocks noGrp="1"/>
          </p:cNvSpPr>
          <p:nvPr>
            <p:ph type="body" sz="quarter" idx="10" hasCustomPrompt="1"/>
          </p:nvPr>
        </p:nvSpPr>
        <p:spPr>
          <a:xfrm>
            <a:off x="598350" y="1674628"/>
            <a:ext cx="5078550" cy="560573"/>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Lorem ipsum dolor sit </a:t>
            </a:r>
            <a:r>
              <a:rPr lang="en-US" dirty="0" err="1"/>
              <a:t>amet</a:t>
            </a:r>
            <a:r>
              <a:rPr lang="en-US" dirty="0"/>
              <a:t>, </a:t>
            </a:r>
            <a:r>
              <a:rPr lang="en-US" dirty="0" err="1"/>
              <a:t>consectetur</a:t>
            </a:r>
            <a:r>
              <a:rPr lang="en-US" dirty="0"/>
              <a:t> </a:t>
            </a:r>
            <a:r>
              <a:rPr lang="en-US" dirty="0" err="1"/>
              <a:t>adipiscing</a:t>
            </a:r>
            <a:endParaRPr lang="en-US" dirty="0"/>
          </a:p>
        </p:txBody>
      </p:sp>
      <p:sp>
        <p:nvSpPr>
          <p:cNvPr id="17" name="Text Placeholder 5">
            <a:extLst>
              <a:ext uri="{FF2B5EF4-FFF2-40B4-BE49-F238E27FC236}">
                <a16:creationId xmlns:a16="http://schemas.microsoft.com/office/drawing/2014/main" id="{558CB67A-3838-A446-AF31-FC2BC7B40F2E}"/>
              </a:ext>
            </a:extLst>
          </p:cNvPr>
          <p:cNvSpPr>
            <a:spLocks noGrp="1"/>
          </p:cNvSpPr>
          <p:nvPr>
            <p:ph type="body" sz="quarter" idx="30" hasCustomPrompt="1"/>
          </p:nvPr>
        </p:nvSpPr>
        <p:spPr>
          <a:xfrm>
            <a:off x="611050" y="3020828"/>
            <a:ext cx="5065850" cy="560573"/>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Lorem ipsum dolor sit </a:t>
            </a:r>
            <a:r>
              <a:rPr lang="en-US" dirty="0" err="1"/>
              <a:t>amet</a:t>
            </a:r>
            <a:r>
              <a:rPr lang="en-US" dirty="0"/>
              <a:t>, </a:t>
            </a:r>
            <a:r>
              <a:rPr lang="en-US" dirty="0" err="1"/>
              <a:t>consectetur</a:t>
            </a:r>
            <a:r>
              <a:rPr lang="en-US" dirty="0"/>
              <a:t> </a:t>
            </a:r>
            <a:r>
              <a:rPr lang="en-US" dirty="0" err="1"/>
              <a:t>adipiscing</a:t>
            </a:r>
            <a:endParaRPr lang="en-US" dirty="0"/>
          </a:p>
        </p:txBody>
      </p:sp>
      <p:sp>
        <p:nvSpPr>
          <p:cNvPr id="18" name="Text Placeholder 5">
            <a:extLst>
              <a:ext uri="{FF2B5EF4-FFF2-40B4-BE49-F238E27FC236}">
                <a16:creationId xmlns:a16="http://schemas.microsoft.com/office/drawing/2014/main" id="{99C5DC0C-BE48-CB77-A73D-3F35804D728E}"/>
              </a:ext>
            </a:extLst>
          </p:cNvPr>
          <p:cNvSpPr>
            <a:spLocks noGrp="1"/>
          </p:cNvSpPr>
          <p:nvPr>
            <p:ph type="body" sz="quarter" idx="31" hasCustomPrompt="1"/>
          </p:nvPr>
        </p:nvSpPr>
        <p:spPr>
          <a:xfrm>
            <a:off x="611050" y="4303528"/>
            <a:ext cx="5065850" cy="560573"/>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Lorem ipsum dolor sit </a:t>
            </a:r>
            <a:r>
              <a:rPr lang="en-US" dirty="0" err="1"/>
              <a:t>amet</a:t>
            </a:r>
            <a:r>
              <a:rPr lang="en-US" dirty="0"/>
              <a:t>, </a:t>
            </a:r>
            <a:r>
              <a:rPr lang="en-US" dirty="0" err="1"/>
              <a:t>consectetur</a:t>
            </a:r>
            <a:r>
              <a:rPr lang="en-US" dirty="0"/>
              <a:t> </a:t>
            </a:r>
            <a:r>
              <a:rPr lang="en-US" dirty="0" err="1"/>
              <a:t>adipiscing</a:t>
            </a:r>
            <a:endParaRPr lang="en-US" dirty="0"/>
          </a:p>
        </p:txBody>
      </p:sp>
    </p:spTree>
    <p:extLst>
      <p:ext uri="{BB962C8B-B14F-4D97-AF65-F5344CB8AC3E}">
        <p14:creationId xmlns:p14="http://schemas.microsoft.com/office/powerpoint/2010/main" val="1079556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1500"/>
                            </p:stCondLst>
                            <p:childTnLst>
                              <p:par>
                                <p:cTn id="13" presetID="2" presetClass="entr" presetSubtype="8"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000" fill="hold"/>
                                        <p:tgtEl>
                                          <p:spTgt spid="13"/>
                                        </p:tgtEl>
                                        <p:attrNameLst>
                                          <p:attrName>ppt_x</p:attrName>
                                        </p:attrNameLst>
                                      </p:cBhvr>
                                      <p:tavLst>
                                        <p:tav tm="0">
                                          <p:val>
                                            <p:strVal val="0-#ppt_w/2"/>
                                          </p:val>
                                        </p:tav>
                                        <p:tav tm="100000">
                                          <p:val>
                                            <p:strVal val="#ppt_x"/>
                                          </p:val>
                                        </p:tav>
                                      </p:tavLst>
                                    </p:anim>
                                    <p:anim calcmode="lin" valueType="num">
                                      <p:cBhvr additive="base">
                                        <p:cTn id="16" dur="1000" fill="hold"/>
                                        <p:tgtEl>
                                          <p:spTgt spid="13"/>
                                        </p:tgtEl>
                                        <p:attrNameLst>
                                          <p:attrName>ppt_y</p:attrName>
                                        </p:attrNameLst>
                                      </p:cBhvr>
                                      <p:tavLst>
                                        <p:tav tm="0">
                                          <p:val>
                                            <p:strVal val="#ppt_y"/>
                                          </p:val>
                                        </p:tav>
                                        <p:tav tm="100000">
                                          <p:val>
                                            <p:strVal val="#ppt_y"/>
                                          </p:val>
                                        </p:tav>
                                      </p:tavLst>
                                    </p:anim>
                                  </p:childTnLst>
                                </p:cTn>
                              </p:par>
                              <p:par>
                                <p:cTn id="17" presetID="10"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fade">
                                      <p:cBhvr>
                                        <p:cTn id="23" dur="1000"/>
                                        <p:tgtEl>
                                          <p:spTgt spid="10">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xEl>
                                              <p:pRg st="0" end="0"/>
                                            </p:txEl>
                                          </p:spTgt>
                                        </p:tgtEl>
                                        <p:attrNameLst>
                                          <p:attrName>style.visibility</p:attrName>
                                        </p:attrNameLst>
                                      </p:cBhvr>
                                      <p:to>
                                        <p:strVal val="visible"/>
                                      </p:to>
                                    </p:set>
                                    <p:animEffect transition="in" filter="fade">
                                      <p:cBhvr>
                                        <p:cTn id="26" dur="1000"/>
                                        <p:tgtEl>
                                          <p:spTgt spid="16">
                                            <p:txEl>
                                              <p:pRg st="0" end="0"/>
                                            </p:txEl>
                                          </p:spTgt>
                                        </p:tgtEl>
                                      </p:cBhvr>
                                    </p:animEffect>
                                  </p:childTnLst>
                                </p:cTn>
                              </p:par>
                            </p:childTnLst>
                          </p:cTn>
                        </p:par>
                        <p:par>
                          <p:cTn id="27" fill="hold">
                            <p:stCondLst>
                              <p:cond delay="3500"/>
                            </p:stCondLst>
                            <p:childTnLst>
                              <p:par>
                                <p:cTn id="28" presetID="2" presetClass="entr" presetSubtype="8"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1000" fill="hold"/>
                                        <p:tgtEl>
                                          <p:spTgt spid="14"/>
                                        </p:tgtEl>
                                        <p:attrNameLst>
                                          <p:attrName>ppt_x</p:attrName>
                                        </p:attrNameLst>
                                      </p:cBhvr>
                                      <p:tavLst>
                                        <p:tav tm="0">
                                          <p:val>
                                            <p:strVal val="0-#ppt_w/2"/>
                                          </p:val>
                                        </p:tav>
                                        <p:tav tm="100000">
                                          <p:val>
                                            <p:strVal val="#ppt_x"/>
                                          </p:val>
                                        </p:tav>
                                      </p:tavLst>
                                    </p:anim>
                                    <p:anim calcmode="lin" valueType="num">
                                      <p:cBhvr additive="base">
                                        <p:cTn id="31" dur="1000" fill="hold"/>
                                        <p:tgtEl>
                                          <p:spTgt spid="14"/>
                                        </p:tgtEl>
                                        <p:attrNameLst>
                                          <p:attrName>ppt_y</p:attrName>
                                        </p:attrNameLst>
                                      </p:cBhvr>
                                      <p:tavLst>
                                        <p:tav tm="0">
                                          <p:val>
                                            <p:strVal val="#ppt_y"/>
                                          </p:val>
                                        </p:tav>
                                        <p:tav tm="100000">
                                          <p:val>
                                            <p:strVal val="#ppt_y"/>
                                          </p:val>
                                        </p:tav>
                                      </p:tavLst>
                                    </p:anim>
                                  </p:childTnLst>
                                </p:cTn>
                              </p:par>
                            </p:childTnLst>
                          </p:cTn>
                        </p:par>
                        <p:par>
                          <p:cTn id="32" fill="hold">
                            <p:stCondLst>
                              <p:cond delay="4500"/>
                            </p:stCondLst>
                            <p:childTnLst>
                              <p:par>
                                <p:cTn id="33" presetID="10" presetClass="entr" presetSubtype="0" fill="hold" grpId="0" nodeType="afterEffect">
                                  <p:stCondLst>
                                    <p:cond delay="0"/>
                                  </p:stCondLst>
                                  <p:childTnLst>
                                    <p:set>
                                      <p:cBhvr>
                                        <p:cTn id="34" dur="1" fill="hold">
                                          <p:stCondLst>
                                            <p:cond delay="0"/>
                                          </p:stCondLst>
                                        </p:cTn>
                                        <p:tgtEl>
                                          <p:spTgt spid="53">
                                            <p:txEl>
                                              <p:pRg st="0" end="0"/>
                                            </p:txEl>
                                          </p:spTgt>
                                        </p:tgtEl>
                                        <p:attrNameLst>
                                          <p:attrName>style.visibility</p:attrName>
                                        </p:attrNameLst>
                                      </p:cBhvr>
                                      <p:to>
                                        <p:strVal val="visible"/>
                                      </p:to>
                                    </p:set>
                                    <p:animEffect transition="in" filter="fade">
                                      <p:cBhvr>
                                        <p:cTn id="35" dur="1000"/>
                                        <p:tgtEl>
                                          <p:spTgt spid="53">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xEl>
                                              <p:pRg st="0" end="0"/>
                                            </p:txEl>
                                          </p:spTgt>
                                        </p:tgtEl>
                                        <p:attrNameLst>
                                          <p:attrName>style.visibility</p:attrName>
                                        </p:attrNameLst>
                                      </p:cBhvr>
                                      <p:to>
                                        <p:strVal val="visible"/>
                                      </p:to>
                                    </p:set>
                                    <p:animEffect transition="in" filter="fade">
                                      <p:cBhvr>
                                        <p:cTn id="38" dur="1000"/>
                                        <p:tgtEl>
                                          <p:spTgt spid="17">
                                            <p:txEl>
                                              <p:pRg st="0" end="0"/>
                                            </p:txEl>
                                          </p:spTgt>
                                        </p:tgtEl>
                                      </p:cBhvr>
                                    </p:animEffect>
                                  </p:childTnLst>
                                </p:cTn>
                              </p:par>
                            </p:childTnLst>
                          </p:cTn>
                        </p:par>
                        <p:par>
                          <p:cTn id="39" fill="hold">
                            <p:stCondLst>
                              <p:cond delay="5500"/>
                            </p:stCondLst>
                            <p:childTnLst>
                              <p:par>
                                <p:cTn id="40" presetID="2" presetClass="entr" presetSubtype="8" fill="hold" nodeType="after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1000" fill="hold"/>
                                        <p:tgtEl>
                                          <p:spTgt spid="15"/>
                                        </p:tgtEl>
                                        <p:attrNameLst>
                                          <p:attrName>ppt_x</p:attrName>
                                        </p:attrNameLst>
                                      </p:cBhvr>
                                      <p:tavLst>
                                        <p:tav tm="0">
                                          <p:val>
                                            <p:strVal val="0-#ppt_w/2"/>
                                          </p:val>
                                        </p:tav>
                                        <p:tav tm="100000">
                                          <p:val>
                                            <p:strVal val="#ppt_x"/>
                                          </p:val>
                                        </p:tav>
                                      </p:tavLst>
                                    </p:anim>
                                    <p:anim calcmode="lin" valueType="num">
                                      <p:cBhvr additive="base">
                                        <p:cTn id="43" dur="1000" fill="hold"/>
                                        <p:tgtEl>
                                          <p:spTgt spid="15"/>
                                        </p:tgtEl>
                                        <p:attrNameLst>
                                          <p:attrName>ppt_y</p:attrName>
                                        </p:attrNameLst>
                                      </p:cBhvr>
                                      <p:tavLst>
                                        <p:tav tm="0">
                                          <p:val>
                                            <p:strVal val="#ppt_y"/>
                                          </p:val>
                                        </p:tav>
                                        <p:tav tm="100000">
                                          <p:val>
                                            <p:strVal val="#ppt_y"/>
                                          </p:val>
                                        </p:tav>
                                      </p:tavLst>
                                    </p:anim>
                                  </p:childTnLst>
                                </p:cTn>
                              </p:par>
                            </p:childTnLst>
                          </p:cTn>
                        </p:par>
                        <p:par>
                          <p:cTn id="44" fill="hold">
                            <p:stCondLst>
                              <p:cond delay="6500"/>
                            </p:stCondLst>
                            <p:childTnLst>
                              <p:par>
                                <p:cTn id="45" presetID="10" presetClass="entr" presetSubtype="0" fill="hold" grpId="0" nodeType="afterEffect">
                                  <p:stCondLst>
                                    <p:cond delay="0"/>
                                  </p:stCondLst>
                                  <p:childTnLst>
                                    <p:set>
                                      <p:cBhvr>
                                        <p:cTn id="46" dur="1" fill="hold">
                                          <p:stCondLst>
                                            <p:cond delay="0"/>
                                          </p:stCondLst>
                                        </p:cTn>
                                        <p:tgtEl>
                                          <p:spTgt spid="57">
                                            <p:txEl>
                                              <p:pRg st="0" end="0"/>
                                            </p:txEl>
                                          </p:spTgt>
                                        </p:tgtEl>
                                        <p:attrNameLst>
                                          <p:attrName>style.visibility</p:attrName>
                                        </p:attrNameLst>
                                      </p:cBhvr>
                                      <p:to>
                                        <p:strVal val="visible"/>
                                      </p:to>
                                    </p:set>
                                    <p:animEffect transition="in" filter="fade">
                                      <p:cBhvr>
                                        <p:cTn id="47" dur="1000"/>
                                        <p:tgtEl>
                                          <p:spTgt spid="57">
                                            <p:txEl>
                                              <p:pRg st="0" end="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xEl>
                                              <p:pRg st="0" end="0"/>
                                            </p:txEl>
                                          </p:spTgt>
                                        </p:tgtEl>
                                        <p:attrNameLst>
                                          <p:attrName>style.visibility</p:attrName>
                                        </p:attrNameLst>
                                      </p:cBhvr>
                                      <p:to>
                                        <p:strVal val="visible"/>
                                      </p:to>
                                    </p:set>
                                    <p:animEffect transition="in" filter="fade">
                                      <p:cBhvr>
                                        <p:cTn id="50" dur="10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childTnLst>
                </p:cTn>
              </p:par>
            </p:tnLst>
          </p:tmpl>
        </p:tmplLst>
      </p:bldP>
      <p:bldP spid="53" grpId="0" build="p">
        <p:tmplLst>
          <p:tmpl lvl="1">
            <p:tnLst>
              <p:par>
                <p:cTn presetID="10" presetClass="entr" presetSubtype="0" fill="hold" nodeType="afterEffect">
                  <p:stCondLst>
                    <p:cond delay="0"/>
                  </p:stCondLst>
                  <p:childTnLst>
                    <p:set>
                      <p:cBhvr>
                        <p:cTn dur="1" fill="hold">
                          <p:stCondLst>
                            <p:cond delay="0"/>
                          </p:stCondLst>
                        </p:cTn>
                        <p:tgtEl>
                          <p:spTgt spid="53"/>
                        </p:tgtEl>
                        <p:attrNameLst>
                          <p:attrName>style.visibility</p:attrName>
                        </p:attrNameLst>
                      </p:cBhvr>
                      <p:to>
                        <p:strVal val="visible"/>
                      </p:to>
                    </p:set>
                    <p:animEffect transition="in" filter="fade">
                      <p:cBhvr>
                        <p:cTn dur="1000"/>
                        <p:tgtEl>
                          <p:spTgt spid="53"/>
                        </p:tgtEl>
                      </p:cBhvr>
                    </p:animEffect>
                  </p:childTnLst>
                </p:cTn>
              </p:par>
            </p:tnLst>
          </p:tmpl>
        </p:tmplLst>
      </p:bldP>
      <p:bldP spid="57" grpId="0" build="p">
        <p:tmplLst>
          <p:tmpl lvl="1">
            <p:tnLst>
              <p:par>
                <p:cTn presetID="10" presetClass="entr" presetSubtype="0" fill="hold" nodeType="afterEffect">
                  <p:stCondLst>
                    <p:cond delay="0"/>
                  </p:stCondLst>
                  <p:childTnLst>
                    <p:set>
                      <p:cBhvr>
                        <p:cTn dur="1" fill="hold">
                          <p:stCondLst>
                            <p:cond delay="0"/>
                          </p:stCondLst>
                        </p:cTn>
                        <p:tgtEl>
                          <p:spTgt spid="57"/>
                        </p:tgtEl>
                        <p:attrNameLst>
                          <p:attrName>style.visibility</p:attrName>
                        </p:attrNameLst>
                      </p:cBhvr>
                      <p:to>
                        <p:strVal val="visible"/>
                      </p:to>
                    </p:set>
                    <p:animEffect transition="in" filter="fade">
                      <p:cBhvr>
                        <p:cTn dur="1000"/>
                        <p:tgtEl>
                          <p:spTgt spid="57"/>
                        </p:tgtEl>
                      </p:cBhvr>
                    </p:animEffect>
                  </p:childTnLst>
                </p:cTn>
              </p:par>
            </p:tnLst>
          </p:tmpl>
        </p:tmplLst>
      </p:bldP>
      <p:bldP spid="16" grpId="0" build="p">
        <p:tmplLst>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1000"/>
                        <p:tgtEl>
                          <p:spTgt spid="16"/>
                        </p:tgtEl>
                      </p:cBhvr>
                    </p:animEffect>
                  </p:childTnLst>
                </p:cTn>
              </p:par>
            </p:tnLst>
          </p:tmpl>
        </p:tmplLst>
      </p:bldP>
      <p:bldP spid="17" grpId="0" build="p">
        <p:tmplLst>
          <p:tmpl lvl="1">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1000"/>
                        <p:tgtEl>
                          <p:spTgt spid="17"/>
                        </p:tgtEl>
                      </p:cBhvr>
                    </p:animEffect>
                  </p:childTnLst>
                </p:cTn>
              </p:par>
            </p:tnLst>
          </p:tmpl>
        </p:tmplLst>
      </p:bldP>
      <p:bldP spid="18" grpId="0" build="p">
        <p:tmplLst>
          <p:tmpl lvl="1">
            <p:tnLst>
              <p:par>
                <p:cTn presetID="10" presetClass="entr" presetSubtype="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1000"/>
                        <p:tgtEl>
                          <p:spTgt spid="18"/>
                        </p:tgtEl>
                      </p:cBhvr>
                    </p:animEffect>
                  </p:childTnLst>
                </p:cTn>
              </p:par>
            </p:tnLst>
          </p:tmpl>
        </p:tmplLst>
      </p:bldP>
    </p:bld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Infographic 3">
    <p:spTree>
      <p:nvGrpSpPr>
        <p:cNvPr id="1" name=""/>
        <p:cNvGrpSpPr/>
        <p:nvPr/>
      </p:nvGrpSpPr>
      <p:grpSpPr>
        <a:xfrm>
          <a:off x="0" y="0"/>
          <a:ext cx="0" cy="0"/>
          <a:chOff x="0" y="0"/>
          <a:chExt cx="0" cy="0"/>
        </a:xfrm>
      </p:grpSpPr>
      <p:sp>
        <p:nvSpPr>
          <p:cNvPr id="20" name="Bent-Up Arrow 19">
            <a:extLst>
              <a:ext uri="{FF2B5EF4-FFF2-40B4-BE49-F238E27FC236}">
                <a16:creationId xmlns:a16="http://schemas.microsoft.com/office/drawing/2014/main" id="{4C705394-226B-D5BF-966C-F03315BF7CA1}"/>
              </a:ext>
            </a:extLst>
          </p:cNvPr>
          <p:cNvSpPr/>
          <p:nvPr userDrawn="1"/>
        </p:nvSpPr>
        <p:spPr>
          <a:xfrm rot="10800000" flipV="1">
            <a:off x="5036038" y="3295164"/>
            <a:ext cx="1063868" cy="521635"/>
          </a:xfrm>
          <a:prstGeom prst="bentUpArrow">
            <a:avLst>
              <a:gd name="adj1" fmla="val 6739"/>
              <a:gd name="adj2" fmla="val 16304"/>
              <a:gd name="adj3" fmla="val 3108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1" name="Bent-Up Arrow 20">
            <a:extLst>
              <a:ext uri="{FF2B5EF4-FFF2-40B4-BE49-F238E27FC236}">
                <a16:creationId xmlns:a16="http://schemas.microsoft.com/office/drawing/2014/main" id="{86AA0B0A-8586-5AEC-4B38-717FD48481E1}"/>
              </a:ext>
            </a:extLst>
          </p:cNvPr>
          <p:cNvSpPr/>
          <p:nvPr userDrawn="1"/>
        </p:nvSpPr>
        <p:spPr>
          <a:xfrm rot="10800000" flipH="1" flipV="1">
            <a:off x="2783253" y="3272695"/>
            <a:ext cx="937846" cy="521635"/>
          </a:xfrm>
          <a:prstGeom prst="bentUpArrow">
            <a:avLst>
              <a:gd name="adj1" fmla="val 6739"/>
              <a:gd name="adj2" fmla="val 16304"/>
              <a:gd name="adj3" fmla="val 3108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2" name="Bent-Up Arrow 21">
            <a:extLst>
              <a:ext uri="{FF2B5EF4-FFF2-40B4-BE49-F238E27FC236}">
                <a16:creationId xmlns:a16="http://schemas.microsoft.com/office/drawing/2014/main" id="{4CD0D346-E117-8C99-0553-E6D2F0CF5421}"/>
              </a:ext>
            </a:extLst>
          </p:cNvPr>
          <p:cNvSpPr/>
          <p:nvPr userDrawn="1"/>
        </p:nvSpPr>
        <p:spPr>
          <a:xfrm rot="10800000">
            <a:off x="5042877" y="1448780"/>
            <a:ext cx="1063868" cy="521635"/>
          </a:xfrm>
          <a:prstGeom prst="bentUpArrow">
            <a:avLst>
              <a:gd name="adj1" fmla="val 6739"/>
              <a:gd name="adj2" fmla="val 16304"/>
              <a:gd name="adj3" fmla="val 3108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3" name="Bent-Up Arrow 22">
            <a:extLst>
              <a:ext uri="{FF2B5EF4-FFF2-40B4-BE49-F238E27FC236}">
                <a16:creationId xmlns:a16="http://schemas.microsoft.com/office/drawing/2014/main" id="{3AC79E0F-B277-F015-1865-FC240A296308}"/>
              </a:ext>
            </a:extLst>
          </p:cNvPr>
          <p:cNvSpPr/>
          <p:nvPr userDrawn="1"/>
        </p:nvSpPr>
        <p:spPr>
          <a:xfrm rot="10800000" flipH="1">
            <a:off x="2777391" y="1451711"/>
            <a:ext cx="937846" cy="521635"/>
          </a:xfrm>
          <a:prstGeom prst="bentUpArrow">
            <a:avLst>
              <a:gd name="adj1" fmla="val 6739"/>
              <a:gd name="adj2" fmla="val 16304"/>
              <a:gd name="adj3" fmla="val 3108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17" name="Rectangle 22">
            <a:extLst>
              <a:ext uri="{FF2B5EF4-FFF2-40B4-BE49-F238E27FC236}">
                <a16:creationId xmlns:a16="http://schemas.microsoft.com/office/drawing/2014/main" id="{BC103B5E-A3F3-86CE-02EA-113FDB32D4B8}"/>
              </a:ext>
            </a:extLst>
          </p:cNvPr>
          <p:cNvSpPr>
            <a:spLocks noChangeArrowheads="1"/>
          </p:cNvSpPr>
          <p:nvPr userDrawn="1"/>
        </p:nvSpPr>
        <p:spPr bwMode="auto">
          <a:xfrm rot="5400000" flipH="1" flipV="1">
            <a:off x="860426" y="1978023"/>
            <a:ext cx="1409701" cy="2787652"/>
          </a:xfrm>
          <a:prstGeom prst="rect">
            <a:avLst/>
          </a:prstGeom>
          <a:gradFill>
            <a:gsLst>
              <a:gs pos="0">
                <a:schemeClr val="tx1">
                  <a:alpha val="73669"/>
                </a:schemeClr>
              </a:gs>
              <a:gs pos="40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18" name="Rectangle 22">
            <a:extLst>
              <a:ext uri="{FF2B5EF4-FFF2-40B4-BE49-F238E27FC236}">
                <a16:creationId xmlns:a16="http://schemas.microsoft.com/office/drawing/2014/main" id="{57A121B2-1B34-648D-0EFE-034C3C284FBC}"/>
              </a:ext>
            </a:extLst>
          </p:cNvPr>
          <p:cNvSpPr>
            <a:spLocks noChangeArrowheads="1"/>
          </p:cNvSpPr>
          <p:nvPr userDrawn="1"/>
        </p:nvSpPr>
        <p:spPr bwMode="auto">
          <a:xfrm rot="16200000" flipV="1">
            <a:off x="6550028" y="403224"/>
            <a:ext cx="1409701" cy="2787652"/>
          </a:xfrm>
          <a:prstGeom prst="rect">
            <a:avLst/>
          </a:prstGeom>
          <a:gradFill>
            <a:gsLst>
              <a:gs pos="0">
                <a:schemeClr val="tx1">
                  <a:alpha val="73669"/>
                </a:schemeClr>
              </a:gs>
              <a:gs pos="40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19" name="Rectangle 22">
            <a:extLst>
              <a:ext uri="{FF2B5EF4-FFF2-40B4-BE49-F238E27FC236}">
                <a16:creationId xmlns:a16="http://schemas.microsoft.com/office/drawing/2014/main" id="{E0835258-97B0-50BC-9EFC-FDC8D6E13BDF}"/>
              </a:ext>
            </a:extLst>
          </p:cNvPr>
          <p:cNvSpPr>
            <a:spLocks noChangeArrowheads="1"/>
          </p:cNvSpPr>
          <p:nvPr userDrawn="1"/>
        </p:nvSpPr>
        <p:spPr bwMode="auto">
          <a:xfrm rot="16200000" flipV="1">
            <a:off x="6550028" y="1978025"/>
            <a:ext cx="1409701" cy="2787652"/>
          </a:xfrm>
          <a:prstGeom prst="rect">
            <a:avLst/>
          </a:prstGeom>
          <a:gradFill>
            <a:gsLst>
              <a:gs pos="0">
                <a:schemeClr val="tx1">
                  <a:alpha val="73669"/>
                </a:schemeClr>
              </a:gs>
              <a:gs pos="40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16" name="Rectangle 22">
            <a:extLst>
              <a:ext uri="{FF2B5EF4-FFF2-40B4-BE49-F238E27FC236}">
                <a16:creationId xmlns:a16="http://schemas.microsoft.com/office/drawing/2014/main" id="{49D4123C-8F95-E508-328C-DF30EB1730F2}"/>
              </a:ext>
            </a:extLst>
          </p:cNvPr>
          <p:cNvSpPr>
            <a:spLocks noChangeArrowheads="1"/>
          </p:cNvSpPr>
          <p:nvPr userDrawn="1"/>
        </p:nvSpPr>
        <p:spPr bwMode="auto">
          <a:xfrm rot="5400000" flipH="1" flipV="1">
            <a:off x="860426" y="403223"/>
            <a:ext cx="1409701" cy="2787652"/>
          </a:xfrm>
          <a:prstGeom prst="rect">
            <a:avLst/>
          </a:prstGeom>
          <a:gradFill>
            <a:gsLst>
              <a:gs pos="0">
                <a:schemeClr val="tx1">
                  <a:alpha val="73669"/>
                </a:schemeClr>
              </a:gs>
              <a:gs pos="40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15" name="Rectangle 14">
            <a:extLst>
              <a:ext uri="{FF2B5EF4-FFF2-40B4-BE49-F238E27FC236}">
                <a16:creationId xmlns:a16="http://schemas.microsoft.com/office/drawing/2014/main" id="{1859506E-887F-A693-15E5-953C7E032E3B}"/>
              </a:ext>
            </a:extLst>
          </p:cNvPr>
          <p:cNvSpPr/>
          <p:nvPr userDrawn="1"/>
        </p:nvSpPr>
        <p:spPr>
          <a:xfrm>
            <a:off x="165100" y="4305301"/>
            <a:ext cx="8496300" cy="406400"/>
          </a:xfrm>
          <a:prstGeom prst="rect">
            <a:avLst/>
          </a:prstGeom>
          <a:gradFill>
            <a:gsLst>
              <a:gs pos="0">
                <a:schemeClr val="bg2">
                  <a:lumMod val="75000"/>
                  <a:alpha val="0"/>
                </a:schemeClr>
              </a:gs>
              <a:gs pos="99000">
                <a:schemeClr val="bg2">
                  <a:lumMod val="75000"/>
                  <a:alpha val="0"/>
                </a:schemeClr>
              </a:gs>
              <a:gs pos="55000">
                <a:schemeClr val="bg2">
                  <a:lumMod val="75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5" name="Rectangle 4">
            <a:extLst>
              <a:ext uri="{FF2B5EF4-FFF2-40B4-BE49-F238E27FC236}">
                <a16:creationId xmlns:a16="http://schemas.microsoft.com/office/drawing/2014/main" id="{B482FF3F-9D29-0097-A3DD-B0F08AB5B75D}"/>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32" name="Text Placeholder 7">
            <a:extLst>
              <a:ext uri="{FF2B5EF4-FFF2-40B4-BE49-F238E27FC236}">
                <a16:creationId xmlns:a16="http://schemas.microsoft.com/office/drawing/2014/main" id="{75EB3219-C619-266D-D291-1B7164F88530}"/>
              </a:ext>
            </a:extLst>
          </p:cNvPr>
          <p:cNvSpPr>
            <a:spLocks noGrp="1"/>
          </p:cNvSpPr>
          <p:nvPr>
            <p:ph type="body" sz="quarter" idx="12" hasCustomPrompt="1"/>
          </p:nvPr>
        </p:nvSpPr>
        <p:spPr>
          <a:xfrm>
            <a:off x="3124203" y="2120901"/>
            <a:ext cx="2481608" cy="1003300"/>
          </a:xfrm>
          <a:prstGeom prst="rect">
            <a:avLst/>
          </a:prstGeom>
        </p:spPr>
        <p:txBody>
          <a:bodyPr lIns="0" tIns="0" rIns="0" bIns="0" anchor="ctr"/>
          <a:lstStyle>
            <a:lvl1pPr marL="0" indent="0" algn="ctr">
              <a:lnSpc>
                <a:spcPct val="100000"/>
              </a:lnSpc>
              <a:spcBef>
                <a:spcPts val="0"/>
              </a:spcBef>
              <a:spcAft>
                <a:spcPts val="0"/>
              </a:spcAft>
              <a:buFontTx/>
              <a:buNone/>
              <a:defRPr sz="2000" b="1"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Lorem ipsum dolor sit </a:t>
            </a:r>
            <a:r>
              <a:rPr lang="en-US" dirty="0" err="1"/>
              <a:t>amet</a:t>
            </a:r>
            <a:r>
              <a:rPr lang="en-US" dirty="0"/>
              <a:t> Lorem ipsum </a:t>
            </a:r>
          </a:p>
        </p:txBody>
      </p:sp>
      <p:sp>
        <p:nvSpPr>
          <p:cNvPr id="4" name="Title 1">
            <a:extLst>
              <a:ext uri="{FF2B5EF4-FFF2-40B4-BE49-F238E27FC236}">
                <a16:creationId xmlns:a16="http://schemas.microsoft.com/office/drawing/2014/main" id="{6623B338-2E4C-21C1-AD6B-ABA4AB8E2A87}"/>
              </a:ext>
            </a:extLst>
          </p:cNvPr>
          <p:cNvSpPr>
            <a:spLocks noGrp="1"/>
          </p:cNvSpPr>
          <p:nvPr>
            <p:ph type="title" hasCustomPrompt="1"/>
          </p:nvPr>
        </p:nvSpPr>
        <p:spPr>
          <a:xfrm>
            <a:off x="376497" y="255742"/>
            <a:ext cx="8043203" cy="548637"/>
          </a:xfrm>
        </p:spPr>
        <p:txBody>
          <a:bodyPr/>
          <a:lstStyle>
            <a:lvl1pPr algn="ctr">
              <a:defRPr/>
            </a:lvl1pPr>
          </a:lstStyle>
          <a:p>
            <a:r>
              <a:rPr lang="en-US" dirty="0"/>
              <a:t>Infographic 3</a:t>
            </a:r>
          </a:p>
        </p:txBody>
      </p:sp>
      <p:sp>
        <p:nvSpPr>
          <p:cNvPr id="6" name="Text Placeholder 5">
            <a:extLst>
              <a:ext uri="{FF2B5EF4-FFF2-40B4-BE49-F238E27FC236}">
                <a16:creationId xmlns:a16="http://schemas.microsoft.com/office/drawing/2014/main" id="{54A0E347-9124-5952-1796-06916F6C4956}"/>
              </a:ext>
            </a:extLst>
          </p:cNvPr>
          <p:cNvSpPr>
            <a:spLocks noGrp="1"/>
          </p:cNvSpPr>
          <p:nvPr>
            <p:ph type="body" sz="quarter" idx="10" hasCustomPrompt="1"/>
          </p:nvPr>
        </p:nvSpPr>
        <p:spPr>
          <a:xfrm>
            <a:off x="484052" y="1509527"/>
            <a:ext cx="1998949"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7" name="Text Placeholder 5">
            <a:extLst>
              <a:ext uri="{FF2B5EF4-FFF2-40B4-BE49-F238E27FC236}">
                <a16:creationId xmlns:a16="http://schemas.microsoft.com/office/drawing/2014/main" id="{A496D7A8-6400-DBAB-D5AC-84C819766E26}"/>
              </a:ext>
            </a:extLst>
          </p:cNvPr>
          <p:cNvSpPr>
            <a:spLocks noGrp="1"/>
          </p:cNvSpPr>
          <p:nvPr>
            <p:ph type="body" sz="quarter" idx="40" hasCustomPrompt="1"/>
          </p:nvPr>
        </p:nvSpPr>
        <p:spPr>
          <a:xfrm>
            <a:off x="487595" y="1204728"/>
            <a:ext cx="2006037"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8" name="Text Placeholder 5">
            <a:extLst>
              <a:ext uri="{FF2B5EF4-FFF2-40B4-BE49-F238E27FC236}">
                <a16:creationId xmlns:a16="http://schemas.microsoft.com/office/drawing/2014/main" id="{EB46C3C8-B5DC-1379-B2CA-FDEA5DFE21F5}"/>
              </a:ext>
            </a:extLst>
          </p:cNvPr>
          <p:cNvSpPr>
            <a:spLocks noGrp="1"/>
          </p:cNvSpPr>
          <p:nvPr>
            <p:ph type="body" sz="quarter" idx="13" hasCustomPrompt="1"/>
          </p:nvPr>
        </p:nvSpPr>
        <p:spPr>
          <a:xfrm>
            <a:off x="476962" y="3098799"/>
            <a:ext cx="2027303"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p>
        </p:txBody>
      </p:sp>
      <p:sp>
        <p:nvSpPr>
          <p:cNvPr id="9" name="Text Placeholder 5">
            <a:extLst>
              <a:ext uri="{FF2B5EF4-FFF2-40B4-BE49-F238E27FC236}">
                <a16:creationId xmlns:a16="http://schemas.microsoft.com/office/drawing/2014/main" id="{4D671AD8-A2CE-1AD7-D632-FC72EFEC7977}"/>
              </a:ext>
            </a:extLst>
          </p:cNvPr>
          <p:cNvSpPr>
            <a:spLocks noGrp="1"/>
          </p:cNvSpPr>
          <p:nvPr>
            <p:ph type="body" sz="quarter" idx="14" hasCustomPrompt="1"/>
          </p:nvPr>
        </p:nvSpPr>
        <p:spPr>
          <a:xfrm>
            <a:off x="480506" y="2794001"/>
            <a:ext cx="2034391" cy="233916"/>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10" name="Text Placeholder 5">
            <a:extLst>
              <a:ext uri="{FF2B5EF4-FFF2-40B4-BE49-F238E27FC236}">
                <a16:creationId xmlns:a16="http://schemas.microsoft.com/office/drawing/2014/main" id="{14495FCD-874B-32A3-E27C-52B1802AEFD7}"/>
              </a:ext>
            </a:extLst>
          </p:cNvPr>
          <p:cNvSpPr>
            <a:spLocks noGrp="1"/>
          </p:cNvSpPr>
          <p:nvPr>
            <p:ph type="body" sz="quarter" idx="15" hasCustomPrompt="1"/>
          </p:nvPr>
        </p:nvSpPr>
        <p:spPr>
          <a:xfrm>
            <a:off x="6195804" y="1515138"/>
            <a:ext cx="1750855"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p>
        </p:txBody>
      </p:sp>
      <p:sp>
        <p:nvSpPr>
          <p:cNvPr id="11" name="Text Placeholder 5">
            <a:extLst>
              <a:ext uri="{FF2B5EF4-FFF2-40B4-BE49-F238E27FC236}">
                <a16:creationId xmlns:a16="http://schemas.microsoft.com/office/drawing/2014/main" id="{4CD20299-6B93-4049-D94C-28CA1C3CFB18}"/>
              </a:ext>
            </a:extLst>
          </p:cNvPr>
          <p:cNvSpPr>
            <a:spLocks noGrp="1"/>
          </p:cNvSpPr>
          <p:nvPr>
            <p:ph type="body" sz="quarter" idx="16" hasCustomPrompt="1"/>
          </p:nvPr>
        </p:nvSpPr>
        <p:spPr>
          <a:xfrm>
            <a:off x="6199349" y="1210342"/>
            <a:ext cx="1757944" cy="244549"/>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12" name="Text Placeholder 5">
            <a:extLst>
              <a:ext uri="{FF2B5EF4-FFF2-40B4-BE49-F238E27FC236}">
                <a16:creationId xmlns:a16="http://schemas.microsoft.com/office/drawing/2014/main" id="{4A60DD8A-D017-1EBB-F9D5-5BE45658C568}"/>
              </a:ext>
            </a:extLst>
          </p:cNvPr>
          <p:cNvSpPr>
            <a:spLocks noGrp="1"/>
          </p:cNvSpPr>
          <p:nvPr>
            <p:ph type="body" sz="quarter" idx="17" hasCustomPrompt="1"/>
          </p:nvPr>
        </p:nvSpPr>
        <p:spPr>
          <a:xfrm>
            <a:off x="6176015" y="3091710"/>
            <a:ext cx="1757944"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1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sit </a:t>
            </a:r>
            <a:r>
              <a:rPr lang="en-US" dirty="0" err="1"/>
              <a:t>amet</a:t>
            </a:r>
            <a:endParaRPr lang="en-US" dirty="0"/>
          </a:p>
        </p:txBody>
      </p:sp>
      <p:sp>
        <p:nvSpPr>
          <p:cNvPr id="13" name="Text Placeholder 5">
            <a:extLst>
              <a:ext uri="{FF2B5EF4-FFF2-40B4-BE49-F238E27FC236}">
                <a16:creationId xmlns:a16="http://schemas.microsoft.com/office/drawing/2014/main" id="{B56EA8E3-3C51-0775-806B-52B1FFF1B85E}"/>
              </a:ext>
            </a:extLst>
          </p:cNvPr>
          <p:cNvSpPr>
            <a:spLocks noGrp="1"/>
          </p:cNvSpPr>
          <p:nvPr>
            <p:ph type="body" sz="quarter" idx="18" hasCustomPrompt="1"/>
          </p:nvPr>
        </p:nvSpPr>
        <p:spPr>
          <a:xfrm>
            <a:off x="6179559" y="2786914"/>
            <a:ext cx="1775665" cy="241005"/>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14" name="Text Placeholder 7">
            <a:extLst>
              <a:ext uri="{FF2B5EF4-FFF2-40B4-BE49-F238E27FC236}">
                <a16:creationId xmlns:a16="http://schemas.microsoft.com/office/drawing/2014/main" id="{69389F7A-0AD3-D7BC-FD70-1FC038CD1D2E}"/>
              </a:ext>
            </a:extLst>
          </p:cNvPr>
          <p:cNvSpPr>
            <a:spLocks noGrp="1"/>
          </p:cNvSpPr>
          <p:nvPr>
            <p:ph type="body" sz="quarter" idx="41" hasCustomPrompt="1"/>
          </p:nvPr>
        </p:nvSpPr>
        <p:spPr>
          <a:xfrm>
            <a:off x="2794000" y="4356101"/>
            <a:ext cx="3302000" cy="303969"/>
          </a:xfrm>
          <a:prstGeom prst="rect">
            <a:avLst/>
          </a:prstGeom>
        </p:spPr>
        <p:txBody>
          <a:bodyPr lIns="0" tIns="0" rIns="0" bIns="0" anchor="ctr"/>
          <a:lstStyle>
            <a:lvl1pPr marL="0" indent="0" algn="ctr">
              <a:lnSpc>
                <a:spcPct val="100000"/>
              </a:lnSpc>
              <a:spcBef>
                <a:spcPts val="0"/>
              </a:spcBef>
              <a:spcAft>
                <a:spcPts val="0"/>
              </a:spcAft>
              <a:buFontTx/>
              <a:buNone/>
              <a:defRPr sz="1500" b="1" i="1">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Lorem ipsum dolor sit </a:t>
            </a:r>
            <a:r>
              <a:rPr lang="en-US" dirty="0" err="1"/>
              <a:t>amet</a:t>
            </a:r>
            <a:endParaRPr lang="en-US" dirty="0"/>
          </a:p>
        </p:txBody>
      </p:sp>
    </p:spTree>
    <p:extLst>
      <p:ext uri="{BB962C8B-B14F-4D97-AF65-F5344CB8AC3E}">
        <p14:creationId xmlns:p14="http://schemas.microsoft.com/office/powerpoint/2010/main" val="359722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500"/>
                                        <p:tgtEl>
                                          <p:spTgt spid="7">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500"/>
                                        <p:tgtEl>
                                          <p:spTgt spid="9">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par>
                          <p:cTn id="32" fill="hold">
                            <p:stCondLst>
                              <p:cond delay="2500"/>
                            </p:stCondLst>
                            <p:childTnLst>
                              <p:par>
                                <p:cTn id="33" presetID="10" presetClass="entr" presetSubtype="0" fill="hold" grpId="0" nodeType="after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animEffect transition="in" filter="fade">
                                      <p:cBhvr>
                                        <p:cTn id="35" dur="500"/>
                                        <p:tgtEl>
                                          <p:spTgt spid="11">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xEl>
                                              <p:pRg st="0" end="0"/>
                                            </p:txEl>
                                          </p:spTgt>
                                        </p:tgtEl>
                                        <p:attrNameLst>
                                          <p:attrName>style.visibility</p:attrName>
                                        </p:attrNameLst>
                                      </p:cBhvr>
                                      <p:to>
                                        <p:strVal val="visible"/>
                                      </p:to>
                                    </p:set>
                                    <p:animEffect transition="in" filter="fade">
                                      <p:cBhvr>
                                        <p:cTn id="38" dur="500"/>
                                        <p:tgtEl>
                                          <p:spTgt spid="10">
                                            <p:txEl>
                                              <p:pRg st="0" end="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par>
                          <p:cTn id="42" fill="hold">
                            <p:stCondLst>
                              <p:cond delay="3000"/>
                            </p:stCondLst>
                            <p:childTnLst>
                              <p:par>
                                <p:cTn id="43" presetID="10" presetClass="entr" presetSubtype="0" fill="hold" grpId="0" nodeType="afterEffect">
                                  <p:stCondLst>
                                    <p:cond delay="0"/>
                                  </p:stCondLst>
                                  <p:childTnLst>
                                    <p:set>
                                      <p:cBhvr>
                                        <p:cTn id="44" dur="1" fill="hold">
                                          <p:stCondLst>
                                            <p:cond delay="0"/>
                                          </p:stCondLst>
                                        </p:cTn>
                                        <p:tgtEl>
                                          <p:spTgt spid="12">
                                            <p:txEl>
                                              <p:pRg st="0" end="0"/>
                                            </p:txEl>
                                          </p:spTgt>
                                        </p:tgtEl>
                                        <p:attrNameLst>
                                          <p:attrName>style.visibility</p:attrName>
                                        </p:attrNameLst>
                                      </p:cBhvr>
                                      <p:to>
                                        <p:strVal val="visible"/>
                                      </p:to>
                                    </p:set>
                                    <p:animEffect transition="in" filter="fade">
                                      <p:cBhvr>
                                        <p:cTn id="45" dur="500"/>
                                        <p:tgtEl>
                                          <p:spTgt spid="12">
                                            <p:txEl>
                                              <p:pRg st="0" end="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Effect transition="in" filter="fade">
                                      <p:cBhvr>
                                        <p:cTn id="48" dur="500"/>
                                        <p:tgtEl>
                                          <p:spTgt spid="13">
                                            <p:txEl>
                                              <p:pRg st="0" end="0"/>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3500"/>
                            </p:stCondLst>
                            <p:childTnLst>
                              <p:par>
                                <p:cTn id="53" presetID="22" presetClass="entr" presetSubtype="8"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left)">
                                      <p:cBhvr>
                                        <p:cTn id="55" dur="1000"/>
                                        <p:tgtEl>
                                          <p:spTgt spid="23"/>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1000"/>
                                        <p:tgtEl>
                                          <p:spTgt spid="21"/>
                                        </p:tgtEl>
                                      </p:cBhvr>
                                    </p:animEffect>
                                  </p:childTnLst>
                                </p:cTn>
                              </p:par>
                              <p:par>
                                <p:cTn id="59" presetID="22" presetClass="entr" presetSubtype="2"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wipe(right)">
                                      <p:cBhvr>
                                        <p:cTn id="61" dur="1000"/>
                                        <p:tgtEl>
                                          <p:spTgt spid="22"/>
                                        </p:tgtEl>
                                      </p:cBhvr>
                                    </p:animEffect>
                                  </p:childTnLst>
                                </p:cTn>
                              </p:par>
                              <p:par>
                                <p:cTn id="62" presetID="22" presetClass="entr" presetSubtype="2"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right)">
                                      <p:cBhvr>
                                        <p:cTn id="64" dur="1000"/>
                                        <p:tgtEl>
                                          <p:spTgt spid="20"/>
                                        </p:tgtEl>
                                      </p:cBhvr>
                                    </p:animEffect>
                                  </p:childTnLst>
                                </p:cTn>
                              </p:par>
                            </p:childTnLst>
                          </p:cTn>
                        </p:par>
                        <p:par>
                          <p:cTn id="65" fill="hold">
                            <p:stCondLst>
                              <p:cond delay="4500"/>
                            </p:stCondLst>
                            <p:childTnLst>
                              <p:par>
                                <p:cTn id="66" presetID="10" presetClass="entr" presetSubtype="0" fill="hold" grpId="0" nodeType="afterEffect">
                                  <p:stCondLst>
                                    <p:cond delay="250"/>
                                  </p:stCondLst>
                                  <p:childTnLst>
                                    <p:set>
                                      <p:cBhvr>
                                        <p:cTn id="67" dur="1" fill="hold">
                                          <p:stCondLst>
                                            <p:cond delay="0"/>
                                          </p:stCondLst>
                                        </p:cTn>
                                        <p:tgtEl>
                                          <p:spTgt spid="32">
                                            <p:txEl>
                                              <p:pRg st="0" end="0"/>
                                            </p:txEl>
                                          </p:spTgt>
                                        </p:tgtEl>
                                        <p:attrNameLst>
                                          <p:attrName>style.visibility</p:attrName>
                                        </p:attrNameLst>
                                      </p:cBhvr>
                                      <p:to>
                                        <p:strVal val="visible"/>
                                      </p:to>
                                    </p:set>
                                    <p:animEffect transition="in" filter="fade">
                                      <p:cBhvr>
                                        <p:cTn id="68" dur="2000"/>
                                        <p:tgtEl>
                                          <p:spTgt spid="32">
                                            <p:txEl>
                                              <p:pRg st="0" end="0"/>
                                            </p:txEl>
                                          </p:spTgt>
                                        </p:tgtEl>
                                      </p:cBhvr>
                                    </p:animEffect>
                                  </p:childTnLst>
                                </p:cTn>
                              </p:par>
                              <p:par>
                                <p:cTn id="69" presetID="2" presetClass="entr" presetSubtype="4" fill="hold" grpId="0" nodeType="withEffect">
                                  <p:stCondLst>
                                    <p:cond delay="0"/>
                                  </p:stCondLst>
                                  <p:childTnLst>
                                    <p:set>
                                      <p:cBhvr>
                                        <p:cTn id="70" dur="1" fill="hold">
                                          <p:stCondLst>
                                            <p:cond delay="0"/>
                                          </p:stCondLst>
                                        </p:cTn>
                                        <p:tgtEl>
                                          <p:spTgt spid="14">
                                            <p:txEl>
                                              <p:pRg st="0" end="0"/>
                                            </p:txEl>
                                          </p:spTgt>
                                        </p:tgtEl>
                                        <p:attrNameLst>
                                          <p:attrName>style.visibility</p:attrName>
                                        </p:attrNameLst>
                                      </p:cBhvr>
                                      <p:to>
                                        <p:strVal val="visible"/>
                                      </p:to>
                                    </p:set>
                                    <p:anim calcmode="lin" valueType="num">
                                      <p:cBhvr additive="base">
                                        <p:cTn id="71"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4">
                                            <p:txEl>
                                              <p:pRg st="0" end="0"/>
                                            </p:tx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 calcmode="lin" valueType="num">
                                      <p:cBhvr additive="base">
                                        <p:cTn id="75" dur="500" fill="hold"/>
                                        <p:tgtEl>
                                          <p:spTgt spid="15"/>
                                        </p:tgtEl>
                                        <p:attrNameLst>
                                          <p:attrName>ppt_x</p:attrName>
                                        </p:attrNameLst>
                                      </p:cBhvr>
                                      <p:tavLst>
                                        <p:tav tm="0">
                                          <p:val>
                                            <p:strVal val="#ppt_x"/>
                                          </p:val>
                                        </p:tav>
                                        <p:tav tm="100000">
                                          <p:val>
                                            <p:strVal val="#ppt_x"/>
                                          </p:val>
                                        </p:tav>
                                      </p:tavLst>
                                    </p:anim>
                                    <p:anim calcmode="lin" valueType="num">
                                      <p:cBhvr additive="base">
                                        <p:cTn id="7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17" grpId="0" animBg="1"/>
      <p:bldP spid="18" grpId="0" animBg="1"/>
      <p:bldP spid="19" grpId="0" animBg="1"/>
      <p:bldP spid="16" grpId="0" animBg="1"/>
      <p:bldP spid="15" grpId="0" animBg="1"/>
      <p:bldP spid="5" grpId="0" animBg="1"/>
      <p:bldP spid="32" grpId="0" build="p">
        <p:tmplLst>
          <p:tmpl lvl="1">
            <p:tnLst>
              <p:par>
                <p:cTn presetID="10" presetClass="entr" presetSubtype="0" fill="hold" nodeType="afterEffect">
                  <p:stCondLst>
                    <p:cond delay="250"/>
                  </p:stCondLst>
                  <p:childTnLst>
                    <p:set>
                      <p:cBhvr>
                        <p:cTn dur="1" fill="hold">
                          <p:stCondLst>
                            <p:cond delay="0"/>
                          </p:stCondLst>
                        </p:cTn>
                        <p:tgtEl>
                          <p:spTgt spid="32"/>
                        </p:tgtEl>
                        <p:attrNameLst>
                          <p:attrName>style.visibility</p:attrName>
                        </p:attrNameLst>
                      </p:cBhvr>
                      <p:to>
                        <p:strVal val="visible"/>
                      </p:to>
                    </p:set>
                    <p:animEffect transition="in" filter="fade">
                      <p:cBhvr>
                        <p:cTn dur="2000"/>
                        <p:tgtEl>
                          <p:spTgt spid="32"/>
                        </p:tgtEl>
                      </p:cBhvr>
                    </p:animEffect>
                  </p:childTnLst>
                </p:cTn>
              </p:par>
            </p:tnLst>
          </p:tmpl>
        </p:tmplLst>
      </p:bldP>
      <p:bldP spid="4" grpId="0"/>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8" grpId="0" build="p">
        <p:tmplLst>
          <p:tmpl lvl="1">
            <p:tnLst>
              <p:par>
                <p:cTn presetID="10" presetClass="entr" presetSubtype="0"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2" grpId="0" build="p">
        <p:tmplLst>
          <p:tmpl lvl="1">
            <p:tnLst>
              <p:par>
                <p:cTn presetID="10" presetClass="entr" presetSubtype="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p:tmplLst>
          <p:tmpl lvl="1">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build="p">
        <p:tmplLst>
          <p:tmpl lvl="1">
            <p:tnLst>
              <p:par>
                <p:cTn presetID="2" presetClass="entr" presetSubtype="4"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ppt_x"/>
                          </p:val>
                        </p:tav>
                        <p:tav tm="100000">
                          <p:val>
                            <p:strVal val="#ppt_x"/>
                          </p:val>
                        </p:tav>
                      </p:tavLst>
                    </p:anim>
                    <p:anim calcmode="lin" valueType="num">
                      <p:cBhvr additive="base">
                        <p:cTn dur="500" fill="hold"/>
                        <p:tgtEl>
                          <p:spTgt spid="14"/>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Infographic 4">
    <p:spTree>
      <p:nvGrpSpPr>
        <p:cNvPr id="1" name=""/>
        <p:cNvGrpSpPr/>
        <p:nvPr/>
      </p:nvGrpSpPr>
      <p:grpSpPr>
        <a:xfrm>
          <a:off x="0" y="0"/>
          <a:ext cx="0" cy="0"/>
          <a:chOff x="0" y="0"/>
          <a:chExt cx="0" cy="0"/>
        </a:xfrm>
      </p:grpSpPr>
      <p:sp>
        <p:nvSpPr>
          <p:cNvPr id="13" name="Text Placeholder 5">
            <a:extLst>
              <a:ext uri="{FF2B5EF4-FFF2-40B4-BE49-F238E27FC236}">
                <a16:creationId xmlns:a16="http://schemas.microsoft.com/office/drawing/2014/main" id="{AFCFEE05-576C-F9DB-87FC-813B040979B4}"/>
              </a:ext>
            </a:extLst>
          </p:cNvPr>
          <p:cNvSpPr>
            <a:spLocks noGrp="1"/>
          </p:cNvSpPr>
          <p:nvPr>
            <p:ph type="body" sz="quarter" idx="43" hasCustomPrompt="1"/>
          </p:nvPr>
        </p:nvSpPr>
        <p:spPr>
          <a:xfrm>
            <a:off x="3698876" y="1264324"/>
            <a:ext cx="4759324" cy="714985"/>
          </a:xfrm>
          <a:prstGeom prst="rect">
            <a:avLst/>
          </a:prstGeom>
          <a:solidFill>
            <a:schemeClr val="bg1">
              <a:lumMod val="85000"/>
            </a:schemeClr>
          </a:solidFill>
          <a:ln w="31750">
            <a:noFill/>
          </a:ln>
        </p:spPr>
        <p:txBody>
          <a:bodyPr lIns="0" tIns="0" rIns="0" bIns="0" anchor="ctr"/>
          <a:lstStyle>
            <a:lvl1pPr indent="0">
              <a:buFontTx/>
              <a:buNone/>
              <a:defRPr sz="1200" b="0">
                <a:solidFill>
                  <a:schemeClr val="tx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15" name="Text Placeholder 5">
            <a:extLst>
              <a:ext uri="{FF2B5EF4-FFF2-40B4-BE49-F238E27FC236}">
                <a16:creationId xmlns:a16="http://schemas.microsoft.com/office/drawing/2014/main" id="{3E700417-8191-901C-6FA2-BB7566898B24}"/>
              </a:ext>
            </a:extLst>
          </p:cNvPr>
          <p:cNvSpPr>
            <a:spLocks noGrp="1"/>
          </p:cNvSpPr>
          <p:nvPr>
            <p:ph type="body" sz="quarter" idx="44" hasCustomPrompt="1"/>
          </p:nvPr>
        </p:nvSpPr>
        <p:spPr>
          <a:xfrm>
            <a:off x="3708401" y="2188249"/>
            <a:ext cx="4759324" cy="714985"/>
          </a:xfrm>
          <a:prstGeom prst="rect">
            <a:avLst/>
          </a:prstGeom>
          <a:solidFill>
            <a:schemeClr val="bg1">
              <a:lumMod val="85000"/>
            </a:schemeClr>
          </a:solidFill>
          <a:ln w="31750">
            <a:noFill/>
          </a:ln>
        </p:spPr>
        <p:txBody>
          <a:bodyPr lIns="0" tIns="0" rIns="0" bIns="0" anchor="ctr"/>
          <a:lstStyle>
            <a:lvl1pPr indent="0">
              <a:buFontTx/>
              <a:buNone/>
              <a:defRPr sz="1200" b="0">
                <a:solidFill>
                  <a:schemeClr val="tx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24" name="Text Placeholder 5">
            <a:extLst>
              <a:ext uri="{FF2B5EF4-FFF2-40B4-BE49-F238E27FC236}">
                <a16:creationId xmlns:a16="http://schemas.microsoft.com/office/drawing/2014/main" id="{151B8F24-8E30-1979-A7E3-A599218327E6}"/>
              </a:ext>
            </a:extLst>
          </p:cNvPr>
          <p:cNvSpPr>
            <a:spLocks noGrp="1"/>
          </p:cNvSpPr>
          <p:nvPr>
            <p:ph type="body" sz="quarter" idx="45" hasCustomPrompt="1"/>
          </p:nvPr>
        </p:nvSpPr>
        <p:spPr>
          <a:xfrm>
            <a:off x="3708401" y="3145512"/>
            <a:ext cx="4759324" cy="714985"/>
          </a:xfrm>
          <a:prstGeom prst="rect">
            <a:avLst/>
          </a:prstGeom>
          <a:solidFill>
            <a:schemeClr val="bg1">
              <a:lumMod val="85000"/>
            </a:schemeClr>
          </a:solidFill>
          <a:ln w="31750">
            <a:noFill/>
          </a:ln>
        </p:spPr>
        <p:txBody>
          <a:bodyPr lIns="0" tIns="0" rIns="0" bIns="0" anchor="ctr"/>
          <a:lstStyle>
            <a:lvl1pPr indent="0">
              <a:buFontTx/>
              <a:buNone/>
              <a:defRPr sz="1200" b="0">
                <a:solidFill>
                  <a:schemeClr val="tx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25" name="Text Placeholder 5">
            <a:extLst>
              <a:ext uri="{FF2B5EF4-FFF2-40B4-BE49-F238E27FC236}">
                <a16:creationId xmlns:a16="http://schemas.microsoft.com/office/drawing/2014/main" id="{E13DD2B6-DD78-B34A-4511-DE945CFF5DBB}"/>
              </a:ext>
            </a:extLst>
          </p:cNvPr>
          <p:cNvSpPr>
            <a:spLocks noGrp="1"/>
          </p:cNvSpPr>
          <p:nvPr>
            <p:ph type="body" sz="quarter" idx="46" hasCustomPrompt="1"/>
          </p:nvPr>
        </p:nvSpPr>
        <p:spPr>
          <a:xfrm>
            <a:off x="3708401" y="4088486"/>
            <a:ext cx="4759324" cy="714985"/>
          </a:xfrm>
          <a:prstGeom prst="rect">
            <a:avLst/>
          </a:prstGeom>
          <a:solidFill>
            <a:schemeClr val="bg1">
              <a:lumMod val="85000"/>
            </a:schemeClr>
          </a:solidFill>
          <a:ln w="31750">
            <a:noFill/>
          </a:ln>
        </p:spPr>
        <p:txBody>
          <a:bodyPr lIns="0" tIns="0" rIns="0" bIns="0" anchor="ctr"/>
          <a:lstStyle>
            <a:lvl1pPr indent="0">
              <a:buFontTx/>
              <a:buNone/>
              <a:defRPr sz="1200" b="0">
                <a:solidFill>
                  <a:schemeClr val="tx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3" name="Rectangle 2">
            <a:extLst>
              <a:ext uri="{FF2B5EF4-FFF2-40B4-BE49-F238E27FC236}">
                <a16:creationId xmlns:a16="http://schemas.microsoft.com/office/drawing/2014/main" id="{2D017A55-60E0-7B06-D871-B1056302770A}"/>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 name="Title 1">
            <a:extLst>
              <a:ext uri="{FF2B5EF4-FFF2-40B4-BE49-F238E27FC236}">
                <a16:creationId xmlns:a16="http://schemas.microsoft.com/office/drawing/2014/main" id="{DC9CD928-E648-71FC-9BF8-8FD4A9E25A2E}"/>
              </a:ext>
            </a:extLst>
          </p:cNvPr>
          <p:cNvSpPr>
            <a:spLocks noGrp="1"/>
          </p:cNvSpPr>
          <p:nvPr>
            <p:ph type="title" hasCustomPrompt="1"/>
          </p:nvPr>
        </p:nvSpPr>
        <p:spPr>
          <a:xfrm>
            <a:off x="346417" y="323921"/>
            <a:ext cx="8043203" cy="548637"/>
          </a:xfrm>
        </p:spPr>
        <p:txBody>
          <a:bodyPr/>
          <a:lstStyle/>
          <a:p>
            <a:r>
              <a:rPr lang="en-US" dirty="0"/>
              <a:t>Infographic 4</a:t>
            </a:r>
          </a:p>
        </p:txBody>
      </p:sp>
      <p:sp>
        <p:nvSpPr>
          <p:cNvPr id="6" name="Text Placeholder 5">
            <a:extLst>
              <a:ext uri="{FF2B5EF4-FFF2-40B4-BE49-F238E27FC236}">
                <a16:creationId xmlns:a16="http://schemas.microsoft.com/office/drawing/2014/main" id="{03785D04-4946-0656-3181-7B395AE85D19}"/>
              </a:ext>
            </a:extLst>
          </p:cNvPr>
          <p:cNvSpPr>
            <a:spLocks noGrp="1"/>
          </p:cNvSpPr>
          <p:nvPr>
            <p:ph type="body" sz="quarter" idx="39" hasCustomPrompt="1"/>
          </p:nvPr>
        </p:nvSpPr>
        <p:spPr>
          <a:xfrm>
            <a:off x="409659" y="1283374"/>
            <a:ext cx="2943456" cy="714985"/>
          </a:xfrm>
          <a:prstGeom prst="roundRect">
            <a:avLst>
              <a:gd name="adj" fmla="val 15080"/>
            </a:avLst>
          </a:prstGeom>
          <a:solidFill>
            <a:schemeClr val="tx1"/>
          </a:solidFill>
          <a:ln w="31750">
            <a:solidFill>
              <a:srgbClr val="7BDAF5"/>
            </a:solidFill>
          </a:ln>
        </p:spPr>
        <p:txBody>
          <a:bodyPr lIns="0" tIns="0" rIns="0" bIns="0" anchor="ctr"/>
          <a:lstStyle>
            <a:lvl1pPr indent="0">
              <a:buFontTx/>
              <a:buNone/>
              <a:defRPr sz="1200" b="1">
                <a:solidFill>
                  <a:schemeClr val="bg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10" name="Text Placeholder 5">
            <a:extLst>
              <a:ext uri="{FF2B5EF4-FFF2-40B4-BE49-F238E27FC236}">
                <a16:creationId xmlns:a16="http://schemas.microsoft.com/office/drawing/2014/main" id="{F8D6F759-F1F4-D12E-16FE-FE43D412D969}"/>
              </a:ext>
            </a:extLst>
          </p:cNvPr>
          <p:cNvSpPr>
            <a:spLocks noGrp="1"/>
          </p:cNvSpPr>
          <p:nvPr>
            <p:ph type="body" sz="quarter" idx="40" hasCustomPrompt="1"/>
          </p:nvPr>
        </p:nvSpPr>
        <p:spPr>
          <a:xfrm>
            <a:off x="409659" y="2215237"/>
            <a:ext cx="2943456" cy="714985"/>
          </a:xfrm>
          <a:prstGeom prst="roundRect">
            <a:avLst>
              <a:gd name="adj" fmla="val 15080"/>
            </a:avLst>
          </a:prstGeom>
          <a:solidFill>
            <a:schemeClr val="tx1"/>
          </a:solidFill>
          <a:ln w="31750">
            <a:solidFill>
              <a:schemeClr val="bg2">
                <a:lumMod val="60000"/>
                <a:lumOff val="40000"/>
              </a:schemeClr>
            </a:solidFill>
          </a:ln>
        </p:spPr>
        <p:txBody>
          <a:bodyPr lIns="0" tIns="0" rIns="0" bIns="0" anchor="ctr"/>
          <a:lstStyle>
            <a:lvl1pPr indent="0">
              <a:buFontTx/>
              <a:buNone/>
              <a:defRPr sz="1200" b="1">
                <a:solidFill>
                  <a:schemeClr val="bg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11" name="Text Placeholder 5">
            <a:extLst>
              <a:ext uri="{FF2B5EF4-FFF2-40B4-BE49-F238E27FC236}">
                <a16:creationId xmlns:a16="http://schemas.microsoft.com/office/drawing/2014/main" id="{E9F42CFD-14B4-FD67-9711-D2F36ECA12CC}"/>
              </a:ext>
            </a:extLst>
          </p:cNvPr>
          <p:cNvSpPr>
            <a:spLocks noGrp="1"/>
          </p:cNvSpPr>
          <p:nvPr>
            <p:ph type="body" sz="quarter" idx="41" hasCustomPrompt="1"/>
          </p:nvPr>
        </p:nvSpPr>
        <p:spPr>
          <a:xfrm>
            <a:off x="409659" y="3147100"/>
            <a:ext cx="2943456" cy="714985"/>
          </a:xfrm>
          <a:prstGeom prst="roundRect">
            <a:avLst>
              <a:gd name="adj" fmla="val 15080"/>
            </a:avLst>
          </a:prstGeom>
          <a:solidFill>
            <a:schemeClr val="tx1"/>
          </a:solidFill>
          <a:ln w="31750">
            <a:solidFill>
              <a:schemeClr val="bg2">
                <a:lumMod val="60000"/>
                <a:lumOff val="40000"/>
              </a:schemeClr>
            </a:solidFill>
          </a:ln>
        </p:spPr>
        <p:txBody>
          <a:bodyPr lIns="0" tIns="0" rIns="0" bIns="0" anchor="ctr"/>
          <a:lstStyle>
            <a:lvl1pPr indent="0">
              <a:buFontTx/>
              <a:buNone/>
              <a:defRPr sz="1200" b="1">
                <a:solidFill>
                  <a:schemeClr val="bg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12" name="Text Placeholder 5">
            <a:extLst>
              <a:ext uri="{FF2B5EF4-FFF2-40B4-BE49-F238E27FC236}">
                <a16:creationId xmlns:a16="http://schemas.microsoft.com/office/drawing/2014/main" id="{BBE23CCA-3F08-28C6-7B1C-B37A5697EE54}"/>
              </a:ext>
            </a:extLst>
          </p:cNvPr>
          <p:cNvSpPr>
            <a:spLocks noGrp="1"/>
          </p:cNvSpPr>
          <p:nvPr>
            <p:ph type="body" sz="quarter" idx="42" hasCustomPrompt="1"/>
          </p:nvPr>
        </p:nvSpPr>
        <p:spPr>
          <a:xfrm>
            <a:off x="409659" y="4078962"/>
            <a:ext cx="2943456" cy="714985"/>
          </a:xfrm>
          <a:prstGeom prst="roundRect">
            <a:avLst>
              <a:gd name="adj" fmla="val 15080"/>
            </a:avLst>
          </a:prstGeom>
          <a:solidFill>
            <a:schemeClr val="tx1"/>
          </a:solidFill>
          <a:ln w="31750">
            <a:solidFill>
              <a:schemeClr val="bg2">
                <a:lumMod val="60000"/>
                <a:lumOff val="40000"/>
              </a:schemeClr>
            </a:solidFill>
          </a:ln>
        </p:spPr>
        <p:txBody>
          <a:bodyPr lIns="0" tIns="0" rIns="0" bIns="0" anchor="ctr"/>
          <a:lstStyle>
            <a:lvl1pPr indent="0">
              <a:buFontTx/>
              <a:buNone/>
              <a:defRPr sz="1200" b="1">
                <a:solidFill>
                  <a:schemeClr val="bg1"/>
                </a:solidFill>
                <a:latin typeface="Verdana" panose="020B0604030504040204" pitchFamily="34" charset="0"/>
              </a:defRPr>
            </a:lvl1pPr>
            <a:lvl2pPr indent="0">
              <a:buFontTx/>
              <a:buNone/>
              <a:defRPr sz="1200" b="1"/>
            </a:lvl2pPr>
            <a:lvl3pPr indent="0">
              <a:buFontTx/>
              <a:buNone/>
              <a:defRPr sz="1200" b="1"/>
            </a:lvl3pPr>
            <a:lvl4pPr indent="0">
              <a:buFontTx/>
              <a:buNone/>
              <a:defRPr sz="1200" b="1"/>
            </a:lvl4pPr>
            <a:lvl5pPr indent="0">
              <a:buFontTx/>
              <a:buNone/>
              <a:defRPr sz="1200" b="1"/>
            </a:lvl5pPr>
          </a:lstStyle>
          <a:p>
            <a:pPr lvl="0"/>
            <a:r>
              <a:rPr lang="en-US" dirty="0"/>
              <a:t>Lorem ipsum</a:t>
            </a:r>
          </a:p>
        </p:txBody>
      </p:sp>
      <p:sp>
        <p:nvSpPr>
          <p:cNvPr id="26" name="Triangle 25">
            <a:extLst>
              <a:ext uri="{FF2B5EF4-FFF2-40B4-BE49-F238E27FC236}">
                <a16:creationId xmlns:a16="http://schemas.microsoft.com/office/drawing/2014/main" id="{F5A9C9DE-9DB9-19EB-68D0-F6148F93C5FE}"/>
              </a:ext>
            </a:extLst>
          </p:cNvPr>
          <p:cNvSpPr/>
          <p:nvPr userDrawn="1"/>
        </p:nvSpPr>
        <p:spPr>
          <a:xfrm rot="5400000">
            <a:off x="3224340" y="1467760"/>
            <a:ext cx="561704" cy="317864"/>
          </a:xfrm>
          <a:prstGeom prst="triangle">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7" name="Triangle 26">
            <a:extLst>
              <a:ext uri="{FF2B5EF4-FFF2-40B4-BE49-F238E27FC236}">
                <a16:creationId xmlns:a16="http://schemas.microsoft.com/office/drawing/2014/main" id="{1E09287E-01A9-BAD3-FDDA-E10C79888CE2}"/>
              </a:ext>
            </a:extLst>
          </p:cNvPr>
          <p:cNvSpPr/>
          <p:nvPr userDrawn="1"/>
        </p:nvSpPr>
        <p:spPr>
          <a:xfrm rot="5400000">
            <a:off x="3225004" y="2414769"/>
            <a:ext cx="561704" cy="317864"/>
          </a:xfrm>
          <a:prstGeom prst="triangle">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8" name="Triangle 27">
            <a:extLst>
              <a:ext uri="{FF2B5EF4-FFF2-40B4-BE49-F238E27FC236}">
                <a16:creationId xmlns:a16="http://schemas.microsoft.com/office/drawing/2014/main" id="{38EF6871-ABA6-8973-7FEA-0C1D0265214D}"/>
              </a:ext>
            </a:extLst>
          </p:cNvPr>
          <p:cNvSpPr/>
          <p:nvPr userDrawn="1"/>
        </p:nvSpPr>
        <p:spPr>
          <a:xfrm rot="5400000">
            <a:off x="3228997" y="3353127"/>
            <a:ext cx="561704" cy="317864"/>
          </a:xfrm>
          <a:prstGeom prst="triangle">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9" name="Triangle 28">
            <a:extLst>
              <a:ext uri="{FF2B5EF4-FFF2-40B4-BE49-F238E27FC236}">
                <a16:creationId xmlns:a16="http://schemas.microsoft.com/office/drawing/2014/main" id="{E2A8BADC-2A43-07E4-F4DC-028D4A621F37}"/>
              </a:ext>
            </a:extLst>
          </p:cNvPr>
          <p:cNvSpPr/>
          <p:nvPr userDrawn="1"/>
        </p:nvSpPr>
        <p:spPr>
          <a:xfrm rot="5400000">
            <a:off x="3228997" y="4279507"/>
            <a:ext cx="561704" cy="317864"/>
          </a:xfrm>
          <a:prstGeom prst="triangle">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264219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1500"/>
                            </p:stCondLst>
                            <p:childTnLst>
                              <p:par>
                                <p:cTn id="13" presetID="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0-#ppt_w/2"/>
                                          </p:val>
                                        </p:tav>
                                        <p:tav tm="100000">
                                          <p:val>
                                            <p:strVal val="#ppt_x"/>
                                          </p:val>
                                        </p:tav>
                                      </p:tavLst>
                                    </p:anim>
                                    <p:anim calcmode="lin" valueType="num">
                                      <p:cBhvr additive="base">
                                        <p:cTn id="20" dur="500" fill="hold"/>
                                        <p:tgtEl>
                                          <p:spTgt spid="26"/>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par>
                          <p:cTn id="25" fill="hold">
                            <p:stCondLst>
                              <p:cond delay="2500"/>
                            </p:stCondLst>
                            <p:childTnLst>
                              <p:par>
                                <p:cTn id="26" presetID="2" presetClass="entr" presetSubtype="8"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0-#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fill="hold"/>
                                        <p:tgtEl>
                                          <p:spTgt spid="27"/>
                                        </p:tgtEl>
                                        <p:attrNameLst>
                                          <p:attrName>ppt_x</p:attrName>
                                        </p:attrNameLst>
                                      </p:cBhvr>
                                      <p:tavLst>
                                        <p:tav tm="0">
                                          <p:val>
                                            <p:strVal val="0-#ppt_w/2"/>
                                          </p:val>
                                        </p:tav>
                                        <p:tav tm="100000">
                                          <p:val>
                                            <p:strVal val="#ppt_x"/>
                                          </p:val>
                                        </p:tav>
                                      </p:tavLst>
                                    </p:anim>
                                    <p:anim calcmode="lin" valueType="num">
                                      <p:cBhvr additive="base">
                                        <p:cTn id="33" dur="500" fill="hold"/>
                                        <p:tgtEl>
                                          <p:spTgt spid="27"/>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par>
                          <p:cTn id="38" fill="hold">
                            <p:stCondLst>
                              <p:cond delay="3500"/>
                            </p:stCondLst>
                            <p:childTnLst>
                              <p:par>
                                <p:cTn id="39" presetID="2" presetClass="entr" presetSubtype="8"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0-#ppt_w/2"/>
                                          </p:val>
                                        </p:tav>
                                        <p:tav tm="100000">
                                          <p:val>
                                            <p:strVal val="#ppt_x"/>
                                          </p:val>
                                        </p:tav>
                                      </p:tavLst>
                                    </p:anim>
                                    <p:anim calcmode="lin" valueType="num">
                                      <p:cBhvr additive="base">
                                        <p:cTn id="42" dur="500" fill="hold"/>
                                        <p:tgtEl>
                                          <p:spTgt spid="11"/>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additive="base">
                                        <p:cTn id="45" dur="500" fill="hold"/>
                                        <p:tgtEl>
                                          <p:spTgt spid="28"/>
                                        </p:tgtEl>
                                        <p:attrNameLst>
                                          <p:attrName>ppt_x</p:attrName>
                                        </p:attrNameLst>
                                      </p:cBhvr>
                                      <p:tavLst>
                                        <p:tav tm="0">
                                          <p:val>
                                            <p:strVal val="0-#ppt_w/2"/>
                                          </p:val>
                                        </p:tav>
                                        <p:tav tm="100000">
                                          <p:val>
                                            <p:strVal val="#ppt_x"/>
                                          </p:val>
                                        </p:tav>
                                      </p:tavLst>
                                    </p:anim>
                                    <p:anim calcmode="lin" valueType="num">
                                      <p:cBhvr additive="base">
                                        <p:cTn id="46" dur="500" fill="hold"/>
                                        <p:tgtEl>
                                          <p:spTgt spid="28"/>
                                        </p:tgtEl>
                                        <p:attrNameLst>
                                          <p:attrName>ppt_y</p:attrName>
                                        </p:attrNameLst>
                                      </p:cBhvr>
                                      <p:tavLst>
                                        <p:tav tm="0">
                                          <p:val>
                                            <p:strVal val="#ppt_y"/>
                                          </p:val>
                                        </p:tav>
                                        <p:tav tm="100000">
                                          <p:val>
                                            <p:strVal val="#ppt_y"/>
                                          </p:val>
                                        </p:tav>
                                      </p:tavLst>
                                    </p:anim>
                                  </p:childTnLst>
                                </p:cTn>
                              </p:par>
                            </p:childTnLst>
                          </p:cTn>
                        </p:par>
                        <p:par>
                          <p:cTn id="47" fill="hold">
                            <p:stCondLst>
                              <p:cond delay="4000"/>
                            </p:stCondLst>
                            <p:childTnLst>
                              <p:par>
                                <p:cTn id="48" presetID="10" presetClass="entr" presetSubtype="0" fill="hold" grpId="0" nodeType="after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par>
                          <p:cTn id="51" fill="hold">
                            <p:stCondLst>
                              <p:cond delay="4500"/>
                            </p:stCondLst>
                            <p:childTnLst>
                              <p:par>
                                <p:cTn id="52" presetID="2" presetClass="entr" presetSubtype="8"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additive="base">
                                        <p:cTn id="54" dur="500" fill="hold"/>
                                        <p:tgtEl>
                                          <p:spTgt spid="12"/>
                                        </p:tgtEl>
                                        <p:attrNameLst>
                                          <p:attrName>ppt_x</p:attrName>
                                        </p:attrNameLst>
                                      </p:cBhvr>
                                      <p:tavLst>
                                        <p:tav tm="0">
                                          <p:val>
                                            <p:strVal val="0-#ppt_w/2"/>
                                          </p:val>
                                        </p:tav>
                                        <p:tav tm="100000">
                                          <p:val>
                                            <p:strVal val="#ppt_x"/>
                                          </p:val>
                                        </p:tav>
                                      </p:tavLst>
                                    </p:anim>
                                    <p:anim calcmode="lin" valueType="num">
                                      <p:cBhvr additive="base">
                                        <p:cTn id="55" dur="500" fill="hold"/>
                                        <p:tgtEl>
                                          <p:spTgt spid="12"/>
                                        </p:tgtEl>
                                        <p:attrNameLst>
                                          <p:attrName>ppt_y</p:attrName>
                                        </p:attrNameLst>
                                      </p:cBhvr>
                                      <p:tavLst>
                                        <p:tav tm="0">
                                          <p:val>
                                            <p:strVal val="#ppt_y"/>
                                          </p:val>
                                        </p:tav>
                                        <p:tav tm="100000">
                                          <p:val>
                                            <p:strVal val="#ppt_y"/>
                                          </p:val>
                                        </p:tav>
                                      </p:tavLst>
                                    </p:anim>
                                  </p:childTnLst>
                                </p:cTn>
                              </p:par>
                              <p:par>
                                <p:cTn id="56" presetID="2" presetClass="entr" presetSubtype="8"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 calcmode="lin" valueType="num">
                                      <p:cBhvr additive="base">
                                        <p:cTn id="58" dur="500" fill="hold"/>
                                        <p:tgtEl>
                                          <p:spTgt spid="29"/>
                                        </p:tgtEl>
                                        <p:attrNameLst>
                                          <p:attrName>ppt_x</p:attrName>
                                        </p:attrNameLst>
                                      </p:cBhvr>
                                      <p:tavLst>
                                        <p:tav tm="0">
                                          <p:val>
                                            <p:strVal val="0-#ppt_w/2"/>
                                          </p:val>
                                        </p:tav>
                                        <p:tav tm="100000">
                                          <p:val>
                                            <p:strVal val="#ppt_x"/>
                                          </p:val>
                                        </p:tav>
                                      </p:tavLst>
                                    </p:anim>
                                    <p:anim calcmode="lin" valueType="num">
                                      <p:cBhvr additive="base">
                                        <p:cTn id="59" dur="500" fill="hold"/>
                                        <p:tgtEl>
                                          <p:spTgt spid="29"/>
                                        </p:tgtEl>
                                        <p:attrNameLst>
                                          <p:attrName>ppt_y</p:attrName>
                                        </p:attrNameLst>
                                      </p:cBhvr>
                                      <p:tavLst>
                                        <p:tav tm="0">
                                          <p:val>
                                            <p:strVal val="#ppt_y"/>
                                          </p:val>
                                        </p:tav>
                                        <p:tav tm="100000">
                                          <p:val>
                                            <p:strVal val="#ppt_y"/>
                                          </p:val>
                                        </p:tav>
                                      </p:tavLst>
                                    </p:anim>
                                  </p:childTnLst>
                                </p:cTn>
                              </p:par>
                            </p:childTnLst>
                          </p:cTn>
                        </p:par>
                        <p:par>
                          <p:cTn id="60" fill="hold">
                            <p:stCondLst>
                              <p:cond delay="5000"/>
                            </p:stCondLst>
                            <p:childTnLst>
                              <p:par>
                                <p:cTn id="61" presetID="10" presetClass="entr" presetSubtype="0" fill="hold" grpId="0" nodeType="after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tmplLst>
          <p:tmpl>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5" grpId="0" animBg="1">
        <p:tmplLst>
          <p:tmpl>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24" grpId="0" animBg="1">
        <p:tmplLst>
          <p:tmpl>
            <p:tnLst>
              <p:par>
                <p:cTn presetID="10" presetClass="entr" presetSubtype="0"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animBg="1">
        <p:tmplLst>
          <p:tmpl>
            <p:tnLst>
              <p:par>
                <p:cTn presetID="10" presetClass="entr" presetSubtype="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3" grpId="0" animBg="1"/>
      <p:bldP spid="2" grpId="0"/>
      <p:bldP spid="6" grpId="0" animBg="1">
        <p:tmplLst>
          <p:tmpl>
            <p:tnLst>
              <p:par>
                <p:cTn presetID="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10" grpId="0" animBg="1">
        <p:tmplLst>
          <p:tmpl>
            <p:tnLst>
              <p:par>
                <p:cTn presetID="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uiExpand="1" animBg="1">
        <p:tmplLst>
          <p:tmpl>
            <p:tnLst>
              <p:par>
                <p:cTn presetID="2" presetClass="entr" presetSubtype="8"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0-#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2" grpId="0" animBg="1">
        <p:tmplLst>
          <p:tmpl>
            <p:tnLst>
              <p:par>
                <p:cTn presetID="2" presetClass="entr" presetSubtype="8"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0-#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26" grpId="0" animBg="1"/>
      <p:bldP spid="27" grpId="0" animBg="1"/>
      <p:bldP spid="28" grpId="0" animBg="1"/>
      <p:bldP spid="29" grpId="0" animBg="1"/>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Infographic 5">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4551C4C-74FB-CEA7-1DF5-C71078AB45C1}"/>
              </a:ext>
            </a:extLst>
          </p:cNvPr>
          <p:cNvSpPr>
            <a:spLocks noGrp="1"/>
          </p:cNvSpPr>
          <p:nvPr>
            <p:ph type="body" sz="quarter" idx="31" hasCustomPrompt="1"/>
          </p:nvPr>
        </p:nvSpPr>
        <p:spPr>
          <a:xfrm>
            <a:off x="560174" y="2381074"/>
            <a:ext cx="2479479" cy="1074392"/>
          </a:xfrm>
          <a:prstGeom prst="roundRect">
            <a:avLst/>
          </a:prstGeom>
          <a:solidFill>
            <a:schemeClr val="accent6">
              <a:lumMod val="10000"/>
            </a:schemeClr>
          </a:solidFill>
          <a:ln w="317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latin typeface="Verdana" panose="020B0604030504040204" pitchFamily="34" charset="0"/>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r>
              <a:rPr lang="en-US" dirty="0"/>
              <a:t>Lorem ipsum</a:t>
            </a:r>
          </a:p>
          <a:p>
            <a:pPr lvl="1"/>
            <a:r>
              <a:rPr lang="en-US" dirty="0"/>
              <a:t>Lorem ipsum</a:t>
            </a:r>
          </a:p>
          <a:p>
            <a:pPr lvl="1"/>
            <a:r>
              <a:rPr lang="en-US" dirty="0"/>
              <a:t>Lorem ipsum</a:t>
            </a:r>
          </a:p>
          <a:p>
            <a:pPr lvl="1"/>
            <a:r>
              <a:rPr lang="en-US" dirty="0"/>
              <a:t>Lorem ipsum</a:t>
            </a:r>
          </a:p>
        </p:txBody>
      </p:sp>
      <p:sp>
        <p:nvSpPr>
          <p:cNvPr id="22" name="Text Placeholder 17">
            <a:extLst>
              <a:ext uri="{FF2B5EF4-FFF2-40B4-BE49-F238E27FC236}">
                <a16:creationId xmlns:a16="http://schemas.microsoft.com/office/drawing/2014/main" id="{DE227FA7-7AD6-0B3B-2303-AC06E2B96771}"/>
              </a:ext>
            </a:extLst>
          </p:cNvPr>
          <p:cNvSpPr>
            <a:spLocks noGrp="1"/>
          </p:cNvSpPr>
          <p:nvPr>
            <p:ph type="body" sz="quarter" idx="32" hasCustomPrompt="1"/>
          </p:nvPr>
        </p:nvSpPr>
        <p:spPr>
          <a:xfrm>
            <a:off x="5878552" y="2382646"/>
            <a:ext cx="2479479" cy="1074392"/>
          </a:xfrm>
          <a:prstGeom prst="roundRect">
            <a:avLst/>
          </a:prstGeom>
          <a:solidFill>
            <a:schemeClr val="accent6">
              <a:lumMod val="10000"/>
            </a:schemeClr>
          </a:solidFill>
          <a:ln w="317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latin typeface="Verdana" panose="020B0604030504040204" pitchFamily="34" charset="0"/>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r>
              <a:rPr lang="en-US" dirty="0"/>
              <a:t>Lorem ipsum</a:t>
            </a:r>
          </a:p>
          <a:p>
            <a:pPr lvl="1"/>
            <a:r>
              <a:rPr lang="en-US" dirty="0"/>
              <a:t>Lorem ipsum</a:t>
            </a:r>
          </a:p>
          <a:p>
            <a:pPr lvl="1"/>
            <a:r>
              <a:rPr lang="en-US" dirty="0"/>
              <a:t>Lorem ipsum</a:t>
            </a:r>
          </a:p>
          <a:p>
            <a:pPr lvl="1"/>
            <a:r>
              <a:rPr lang="en-US" dirty="0"/>
              <a:t>Lorem ipsum</a:t>
            </a:r>
          </a:p>
        </p:txBody>
      </p:sp>
      <p:sp>
        <p:nvSpPr>
          <p:cNvPr id="23" name="Text Placeholder 17">
            <a:extLst>
              <a:ext uri="{FF2B5EF4-FFF2-40B4-BE49-F238E27FC236}">
                <a16:creationId xmlns:a16="http://schemas.microsoft.com/office/drawing/2014/main" id="{07FBCD5D-37B7-FC71-4382-0F8529232C3B}"/>
              </a:ext>
            </a:extLst>
          </p:cNvPr>
          <p:cNvSpPr>
            <a:spLocks noGrp="1"/>
          </p:cNvSpPr>
          <p:nvPr>
            <p:ph type="body" sz="quarter" idx="33" hasCustomPrompt="1"/>
          </p:nvPr>
        </p:nvSpPr>
        <p:spPr>
          <a:xfrm>
            <a:off x="3209599" y="1158733"/>
            <a:ext cx="2479479" cy="1074392"/>
          </a:xfrm>
          <a:prstGeom prst="roundRect">
            <a:avLst/>
          </a:prstGeom>
          <a:solidFill>
            <a:schemeClr val="accent6">
              <a:lumMod val="10000"/>
            </a:schemeClr>
          </a:solidFill>
          <a:ln w="317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latin typeface="Verdana" panose="020B0604030504040204" pitchFamily="34" charset="0"/>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r>
              <a:rPr lang="en-US" dirty="0"/>
              <a:t>Lorem ipsum</a:t>
            </a:r>
          </a:p>
          <a:p>
            <a:pPr lvl="1"/>
            <a:r>
              <a:rPr lang="en-US" dirty="0"/>
              <a:t>Lorem ipsum</a:t>
            </a:r>
          </a:p>
          <a:p>
            <a:pPr lvl="1"/>
            <a:r>
              <a:rPr lang="en-US" dirty="0"/>
              <a:t>Lorem ipsum</a:t>
            </a:r>
          </a:p>
          <a:p>
            <a:pPr lvl="1"/>
            <a:r>
              <a:rPr lang="en-US" dirty="0"/>
              <a:t>Lorem ipsum</a:t>
            </a:r>
          </a:p>
        </p:txBody>
      </p:sp>
      <p:sp>
        <p:nvSpPr>
          <p:cNvPr id="24" name="Text Placeholder 17">
            <a:extLst>
              <a:ext uri="{FF2B5EF4-FFF2-40B4-BE49-F238E27FC236}">
                <a16:creationId xmlns:a16="http://schemas.microsoft.com/office/drawing/2014/main" id="{118C5359-0B73-7851-4295-4694D58C74DA}"/>
              </a:ext>
            </a:extLst>
          </p:cNvPr>
          <p:cNvSpPr>
            <a:spLocks noGrp="1"/>
          </p:cNvSpPr>
          <p:nvPr>
            <p:ph type="body" sz="quarter" idx="34" hasCustomPrompt="1"/>
          </p:nvPr>
        </p:nvSpPr>
        <p:spPr>
          <a:xfrm>
            <a:off x="3209599" y="3605748"/>
            <a:ext cx="2479479" cy="1074392"/>
          </a:xfrm>
          <a:prstGeom prst="roundRect">
            <a:avLst/>
          </a:prstGeom>
          <a:solidFill>
            <a:schemeClr val="accent6">
              <a:lumMod val="10000"/>
            </a:schemeClr>
          </a:solidFill>
          <a:ln w="317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latin typeface="Verdana" panose="020B0604030504040204" pitchFamily="34" charset="0"/>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r>
              <a:rPr lang="en-US" dirty="0"/>
              <a:t>Lorem ipsum</a:t>
            </a:r>
          </a:p>
          <a:p>
            <a:pPr lvl="1"/>
            <a:r>
              <a:rPr lang="en-US" dirty="0"/>
              <a:t>Lorem ipsum</a:t>
            </a:r>
          </a:p>
          <a:p>
            <a:pPr lvl="1"/>
            <a:r>
              <a:rPr lang="en-US" dirty="0"/>
              <a:t>Lorem ipsum</a:t>
            </a:r>
          </a:p>
          <a:p>
            <a:pPr lvl="1"/>
            <a:r>
              <a:rPr lang="en-US" dirty="0"/>
              <a:t>Lorem ipsum</a:t>
            </a:r>
          </a:p>
        </p:txBody>
      </p:sp>
      <p:sp>
        <p:nvSpPr>
          <p:cNvPr id="3" name="Rectangle 2">
            <a:extLst>
              <a:ext uri="{FF2B5EF4-FFF2-40B4-BE49-F238E27FC236}">
                <a16:creationId xmlns:a16="http://schemas.microsoft.com/office/drawing/2014/main" id="{AA6EAEDA-8263-5DEA-3BDE-B65FF59F378B}"/>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55" name="Text Placeholder 7">
            <a:extLst>
              <a:ext uri="{FF2B5EF4-FFF2-40B4-BE49-F238E27FC236}">
                <a16:creationId xmlns:a16="http://schemas.microsoft.com/office/drawing/2014/main" id="{30615500-FDA4-077C-2849-4CB67D55EFBD}"/>
              </a:ext>
            </a:extLst>
          </p:cNvPr>
          <p:cNvSpPr>
            <a:spLocks noGrp="1"/>
          </p:cNvSpPr>
          <p:nvPr>
            <p:ph type="body" sz="quarter" idx="43" hasCustomPrompt="1"/>
          </p:nvPr>
        </p:nvSpPr>
        <p:spPr>
          <a:xfrm>
            <a:off x="5903937" y="1056958"/>
            <a:ext cx="2605063" cy="1165543"/>
          </a:xfrm>
          <a:prstGeom prst="rect">
            <a:avLst/>
          </a:prstGeom>
        </p:spPr>
        <p:txBody>
          <a:bodyPr lIns="0" tIns="0" rIns="0" bIns="0" anchor="t"/>
          <a:lstStyle>
            <a:lvl1pPr marL="0" indent="0">
              <a:lnSpc>
                <a:spcPct val="100000"/>
              </a:lnSpc>
              <a:buFontTx/>
              <a:buNone/>
              <a:defRPr sz="1400" b="0" i="0">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sp>
        <p:nvSpPr>
          <p:cNvPr id="2" name="Title 1">
            <a:extLst>
              <a:ext uri="{FF2B5EF4-FFF2-40B4-BE49-F238E27FC236}">
                <a16:creationId xmlns:a16="http://schemas.microsoft.com/office/drawing/2014/main" id="{601FF27E-E946-CE62-0805-277B31A96915}"/>
              </a:ext>
            </a:extLst>
          </p:cNvPr>
          <p:cNvSpPr>
            <a:spLocks noGrp="1"/>
          </p:cNvSpPr>
          <p:nvPr>
            <p:ph type="title" hasCustomPrompt="1"/>
          </p:nvPr>
        </p:nvSpPr>
        <p:spPr>
          <a:xfrm>
            <a:off x="372486" y="285821"/>
            <a:ext cx="8043203" cy="548637"/>
          </a:xfrm>
        </p:spPr>
        <p:txBody>
          <a:bodyPr/>
          <a:lstStyle>
            <a:lvl1pPr algn="ctr">
              <a:defRPr/>
            </a:lvl1pPr>
          </a:lstStyle>
          <a:p>
            <a:r>
              <a:rPr lang="en-US" dirty="0"/>
              <a:t>Infographic 5</a:t>
            </a:r>
          </a:p>
        </p:txBody>
      </p:sp>
      <p:sp>
        <p:nvSpPr>
          <p:cNvPr id="8" name="Text Placeholder 7">
            <a:extLst>
              <a:ext uri="{FF2B5EF4-FFF2-40B4-BE49-F238E27FC236}">
                <a16:creationId xmlns:a16="http://schemas.microsoft.com/office/drawing/2014/main" id="{35054F95-9BC8-47D3-E351-266376D4C674}"/>
              </a:ext>
            </a:extLst>
          </p:cNvPr>
          <p:cNvSpPr>
            <a:spLocks noGrp="1"/>
          </p:cNvSpPr>
          <p:nvPr>
            <p:ph type="body" sz="quarter" idx="44" hasCustomPrompt="1"/>
          </p:nvPr>
        </p:nvSpPr>
        <p:spPr>
          <a:xfrm>
            <a:off x="442937" y="1056958"/>
            <a:ext cx="2605063" cy="1165543"/>
          </a:xfrm>
          <a:prstGeom prst="rect">
            <a:avLst/>
          </a:prstGeom>
        </p:spPr>
        <p:txBody>
          <a:bodyPr lIns="0" tIns="0" rIns="0" bIns="0" anchor="t"/>
          <a:lstStyle>
            <a:lvl1pPr marL="0" indent="0">
              <a:lnSpc>
                <a:spcPct val="100000"/>
              </a:lnSpc>
              <a:buFontTx/>
              <a:buNone/>
              <a:defRPr sz="1400" b="0" i="0">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sp>
        <p:nvSpPr>
          <p:cNvPr id="9" name="Text Placeholder 7">
            <a:extLst>
              <a:ext uri="{FF2B5EF4-FFF2-40B4-BE49-F238E27FC236}">
                <a16:creationId xmlns:a16="http://schemas.microsoft.com/office/drawing/2014/main" id="{CF71AE22-6B27-8980-D677-A5086DA0E1F3}"/>
              </a:ext>
            </a:extLst>
          </p:cNvPr>
          <p:cNvSpPr>
            <a:spLocks noGrp="1"/>
          </p:cNvSpPr>
          <p:nvPr>
            <p:ph type="body" sz="quarter" idx="45" hasCustomPrompt="1"/>
          </p:nvPr>
        </p:nvSpPr>
        <p:spPr>
          <a:xfrm>
            <a:off x="5891237" y="3647758"/>
            <a:ext cx="2605063" cy="1165543"/>
          </a:xfrm>
          <a:prstGeom prst="rect">
            <a:avLst/>
          </a:prstGeom>
        </p:spPr>
        <p:txBody>
          <a:bodyPr lIns="0" tIns="0" rIns="0" bIns="0" anchor="t"/>
          <a:lstStyle>
            <a:lvl1pPr marL="0" indent="0">
              <a:lnSpc>
                <a:spcPct val="100000"/>
              </a:lnSpc>
              <a:buFontTx/>
              <a:buNone/>
              <a:defRPr sz="1400" b="0" i="0">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sp>
        <p:nvSpPr>
          <p:cNvPr id="10" name="Text Placeholder 7">
            <a:extLst>
              <a:ext uri="{FF2B5EF4-FFF2-40B4-BE49-F238E27FC236}">
                <a16:creationId xmlns:a16="http://schemas.microsoft.com/office/drawing/2014/main" id="{D63C18F2-1D79-2114-47E6-856CD18E8896}"/>
              </a:ext>
            </a:extLst>
          </p:cNvPr>
          <p:cNvSpPr>
            <a:spLocks noGrp="1"/>
          </p:cNvSpPr>
          <p:nvPr>
            <p:ph type="body" sz="quarter" idx="46" hasCustomPrompt="1"/>
          </p:nvPr>
        </p:nvSpPr>
        <p:spPr>
          <a:xfrm>
            <a:off x="430237" y="3647758"/>
            <a:ext cx="2605063" cy="1165543"/>
          </a:xfrm>
          <a:prstGeom prst="rect">
            <a:avLst/>
          </a:prstGeom>
        </p:spPr>
        <p:txBody>
          <a:bodyPr lIns="0" tIns="0" rIns="0" bIns="0" anchor="t"/>
          <a:lstStyle>
            <a:lvl1pPr marL="0" indent="0">
              <a:lnSpc>
                <a:spcPct val="100000"/>
              </a:lnSpc>
              <a:buFontTx/>
              <a:buNone/>
              <a:defRPr sz="1400" b="0" i="0">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sp>
        <p:nvSpPr>
          <p:cNvPr id="25" name="Text Placeholder 17">
            <a:extLst>
              <a:ext uri="{FF2B5EF4-FFF2-40B4-BE49-F238E27FC236}">
                <a16:creationId xmlns:a16="http://schemas.microsoft.com/office/drawing/2014/main" id="{8B4C6F58-EB3C-735A-DB92-7BA0E295D511}"/>
              </a:ext>
            </a:extLst>
          </p:cNvPr>
          <p:cNvSpPr>
            <a:spLocks noGrp="1"/>
          </p:cNvSpPr>
          <p:nvPr>
            <p:ph type="body" sz="quarter" idx="35" hasCustomPrompt="1"/>
          </p:nvPr>
        </p:nvSpPr>
        <p:spPr>
          <a:xfrm>
            <a:off x="3209599" y="2380290"/>
            <a:ext cx="2479479" cy="1074392"/>
          </a:xfrm>
          <a:prstGeom prst="roundRect">
            <a:avLst/>
          </a:prstGeom>
          <a:solidFill>
            <a:schemeClr val="bg2">
              <a:lumMod val="60000"/>
              <a:lumOff val="40000"/>
            </a:schemeClr>
          </a:solidFill>
          <a:ln w="19050">
            <a:noFill/>
          </a:ln>
        </p:spPr>
        <p:txBody>
          <a:bodyPr lIns="0" tIns="0" rIns="0" bIns="0" anchor="ctr"/>
          <a:lstStyle>
            <a:lvl1pPr marL="0" indent="0" algn="ctr">
              <a:lnSpc>
                <a:spcPct val="110000"/>
              </a:lnSpc>
              <a:spcBef>
                <a:spcPts val="0"/>
              </a:spcBef>
              <a:spcAft>
                <a:spcPts val="300"/>
              </a:spcAft>
              <a:buFontTx/>
              <a:buNone/>
              <a:defRPr sz="1350" b="1"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34944" indent="-227007" algn="ctr">
              <a:lnSpc>
                <a:spcPct val="110000"/>
              </a:lnSpc>
              <a:spcBef>
                <a:spcPts val="0"/>
              </a:spcBef>
              <a:buFont typeface="System Font Regular"/>
              <a:buChar char="▷"/>
              <a:tabLst/>
              <a:defRPr sz="1000">
                <a:solidFill>
                  <a:schemeClr val="tx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r>
              <a:rPr lang="en-US" dirty="0"/>
              <a:t>Lorem ipsum</a:t>
            </a:r>
          </a:p>
        </p:txBody>
      </p:sp>
    </p:spTree>
    <p:extLst>
      <p:ext uri="{BB962C8B-B14F-4D97-AF65-F5344CB8AC3E}">
        <p14:creationId xmlns:p14="http://schemas.microsoft.com/office/powerpoint/2010/main" val="4241333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25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175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10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10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childTnLst>
                                </p:cTn>
                              </p:par>
                            </p:childTnLst>
                          </p:cTn>
                        </p:par>
                        <p:par>
                          <p:cTn id="28" fill="hold">
                            <p:stCondLst>
                              <p:cond delay="2750"/>
                            </p:stCondLst>
                            <p:childTnLst>
                              <p:par>
                                <p:cTn id="29" presetID="10" presetClass="entr" presetSubtype="0"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par>
                          <p:cTn id="32" fill="hold">
                            <p:stCondLst>
                              <p:cond delay="325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par>
                          <p:cTn id="36" fill="hold">
                            <p:stCondLst>
                              <p:cond delay="3750"/>
                            </p:stCondLst>
                            <p:childTnLst>
                              <p:par>
                                <p:cTn id="37" presetID="10" presetClass="entr" presetSubtype="0" fill="hold" grpId="0" nodeType="after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500"/>
                                        <p:tgtEl>
                                          <p:spTgt spid="55"/>
                                        </p:tgtEl>
                                      </p:cBhvr>
                                    </p:animEffect>
                                  </p:childTnLst>
                                </p:cTn>
                              </p:par>
                            </p:childTnLst>
                          </p:cTn>
                        </p:par>
                        <p:par>
                          <p:cTn id="40" fill="hold">
                            <p:stCondLst>
                              <p:cond delay="4250"/>
                            </p:stCondLst>
                            <p:childTnLst>
                              <p:par>
                                <p:cTn id="41" presetID="10" presetClass="entr" presetSubtype="0"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tmplLst>
          <p:tmpl>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1000"/>
                        <p:tgtEl>
                          <p:spTgt spid="18"/>
                        </p:tgtEl>
                      </p:cBhvr>
                    </p:animEffect>
                  </p:childTnLst>
                </p:cTn>
              </p:par>
            </p:tnLst>
          </p:tmpl>
        </p:tmplLst>
      </p:bldP>
      <p:bldP spid="22" grpId="0" animBg="1">
        <p:tmplLst>
          <p:tmpl>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1000"/>
                        <p:tgtEl>
                          <p:spTgt spid="22"/>
                        </p:tgtEl>
                      </p:cBhvr>
                    </p:animEffect>
                  </p:childTnLst>
                </p:cTn>
              </p:par>
            </p:tnLst>
          </p:tmpl>
        </p:tmplLst>
      </p:bldP>
      <p:bldP spid="23" grpId="0" animBg="1">
        <p:tmplLst>
          <p:tmpl>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1000"/>
                        <p:tgtEl>
                          <p:spTgt spid="23"/>
                        </p:tgtEl>
                      </p:cBhvr>
                    </p:animEffect>
                  </p:childTnLst>
                </p:cTn>
              </p:par>
            </p:tnLst>
          </p:tmpl>
        </p:tmplLst>
      </p:bldP>
      <p:bldP spid="24" grpId="0" animBg="1">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1000"/>
                        <p:tgtEl>
                          <p:spTgt spid="24"/>
                        </p:tgtEl>
                      </p:cBhvr>
                    </p:animEffect>
                  </p:childTnLst>
                </p:cTn>
              </p:par>
            </p:tnLst>
          </p:tmpl>
        </p:tmplLst>
      </p:bldP>
      <p:bldP spid="3" grpId="0" animBg="1"/>
      <p:bldP spid="55" grpId="0">
        <p:tmplLst>
          <p:tmpl>
            <p:tnLst>
              <p:par>
                <p:cTn presetID="10" presetClass="entr" presetSubtype="0" fill="hold" nodeType="after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fade">
                      <p:cBhvr>
                        <p:cTn dur="500"/>
                        <p:tgtEl>
                          <p:spTgt spid="55"/>
                        </p:tgtEl>
                      </p:cBhvr>
                    </p:animEffect>
                  </p:childTnLst>
                </p:cTn>
              </p:par>
            </p:tnLst>
          </p:tmpl>
        </p:tmplLst>
      </p:bldP>
      <p:bldP spid="2" grpId="0"/>
      <p:bldP spid="8" grpId="0">
        <p:tmplLst>
          <p:tmpl>
            <p:tnLst>
              <p:par>
                <p:cTn presetID="10" presetClass="entr" presetSubtype="0"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tmplLst>
          <p:tmpl>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0" grpId="0">
        <p:tmplLst>
          <p:tmpl>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25" grpId="0" animBg="1">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1000"/>
                        <p:tgtEl>
                          <p:spTgt spid="25"/>
                        </p:tgtEl>
                      </p:cBhvr>
                    </p:animEffect>
                  </p:childTnLst>
                </p:cTn>
              </p:par>
            </p:tnLst>
          </p:tmpl>
        </p:tmplLst>
      </p:bldP>
    </p:bld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Infographic 6">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F465A843-D000-6892-FD7A-0AA306DBE005}"/>
              </a:ext>
            </a:extLst>
          </p:cNvPr>
          <p:cNvSpPr/>
          <p:nvPr userDrawn="1"/>
        </p:nvSpPr>
        <p:spPr>
          <a:xfrm>
            <a:off x="2" y="1762761"/>
            <a:ext cx="8661399" cy="27838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4" name="Freeform 3">
            <a:extLst>
              <a:ext uri="{FF2B5EF4-FFF2-40B4-BE49-F238E27FC236}">
                <a16:creationId xmlns:a16="http://schemas.microsoft.com/office/drawing/2014/main" id="{C0C8E11B-C1EC-8803-DF69-D0926D87E4E0}"/>
              </a:ext>
            </a:extLst>
          </p:cNvPr>
          <p:cNvSpPr/>
          <p:nvPr userDrawn="1"/>
        </p:nvSpPr>
        <p:spPr>
          <a:xfrm>
            <a:off x="-744279" y="2272205"/>
            <a:ext cx="9435846" cy="1589715"/>
          </a:xfrm>
          <a:custGeom>
            <a:avLst/>
            <a:gdLst>
              <a:gd name="connsiteX0" fmla="*/ 0 w 8382000"/>
              <a:gd name="connsiteY0" fmla="*/ 38100 h 2045550"/>
              <a:gd name="connsiteX1" fmla="*/ 2413000 w 8382000"/>
              <a:gd name="connsiteY1" fmla="*/ 0 h 2045550"/>
              <a:gd name="connsiteX2" fmla="*/ 4419600 w 8382000"/>
              <a:gd name="connsiteY2" fmla="*/ 12700 h 2045550"/>
              <a:gd name="connsiteX3" fmla="*/ 6438900 w 8382000"/>
              <a:gd name="connsiteY3" fmla="*/ 215900 h 2045550"/>
              <a:gd name="connsiteX4" fmla="*/ 6616700 w 8382000"/>
              <a:gd name="connsiteY4" fmla="*/ 228600 h 2045550"/>
              <a:gd name="connsiteX5" fmla="*/ 7467600 w 8382000"/>
              <a:gd name="connsiteY5" fmla="*/ 304800 h 2045550"/>
              <a:gd name="connsiteX6" fmla="*/ 7861300 w 8382000"/>
              <a:gd name="connsiteY6" fmla="*/ 419100 h 2045550"/>
              <a:gd name="connsiteX7" fmla="*/ 7772400 w 8382000"/>
              <a:gd name="connsiteY7" fmla="*/ 965200 h 2045550"/>
              <a:gd name="connsiteX8" fmla="*/ 6553200 w 8382000"/>
              <a:gd name="connsiteY8" fmla="*/ 1206500 h 2045550"/>
              <a:gd name="connsiteX9" fmla="*/ 3873500 w 8382000"/>
              <a:gd name="connsiteY9" fmla="*/ 1028700 h 2045550"/>
              <a:gd name="connsiteX10" fmla="*/ 2819400 w 8382000"/>
              <a:gd name="connsiteY10" fmla="*/ 1054100 h 2045550"/>
              <a:gd name="connsiteX11" fmla="*/ 1841500 w 8382000"/>
              <a:gd name="connsiteY11" fmla="*/ 1066800 h 2045550"/>
              <a:gd name="connsiteX12" fmla="*/ 1016000 w 8382000"/>
              <a:gd name="connsiteY12" fmla="*/ 1104900 h 2045550"/>
              <a:gd name="connsiteX13" fmla="*/ 711200 w 8382000"/>
              <a:gd name="connsiteY13" fmla="*/ 1143000 h 2045550"/>
              <a:gd name="connsiteX14" fmla="*/ 431800 w 8382000"/>
              <a:gd name="connsiteY14" fmla="*/ 1524000 h 2045550"/>
              <a:gd name="connsiteX15" fmla="*/ 1270000 w 8382000"/>
              <a:gd name="connsiteY15" fmla="*/ 2044700 h 2045550"/>
              <a:gd name="connsiteX16" fmla="*/ 2565400 w 8382000"/>
              <a:gd name="connsiteY16" fmla="*/ 1943100 h 2045550"/>
              <a:gd name="connsiteX17" fmla="*/ 4711700 w 8382000"/>
              <a:gd name="connsiteY17" fmla="*/ 1866900 h 2045550"/>
              <a:gd name="connsiteX18" fmla="*/ 7302500 w 8382000"/>
              <a:gd name="connsiteY18" fmla="*/ 1930400 h 2045550"/>
              <a:gd name="connsiteX19" fmla="*/ 8382000 w 8382000"/>
              <a:gd name="connsiteY19" fmla="*/ 1955800 h 2045550"/>
              <a:gd name="connsiteX0" fmla="*/ 0 w 9543288"/>
              <a:gd name="connsiteY0" fmla="*/ 19812 h 2045550"/>
              <a:gd name="connsiteX1" fmla="*/ 3574288 w 9543288"/>
              <a:gd name="connsiteY1" fmla="*/ 0 h 2045550"/>
              <a:gd name="connsiteX2" fmla="*/ 5580888 w 9543288"/>
              <a:gd name="connsiteY2" fmla="*/ 12700 h 2045550"/>
              <a:gd name="connsiteX3" fmla="*/ 7600188 w 9543288"/>
              <a:gd name="connsiteY3" fmla="*/ 215900 h 2045550"/>
              <a:gd name="connsiteX4" fmla="*/ 7777988 w 9543288"/>
              <a:gd name="connsiteY4" fmla="*/ 228600 h 2045550"/>
              <a:gd name="connsiteX5" fmla="*/ 8628888 w 9543288"/>
              <a:gd name="connsiteY5" fmla="*/ 304800 h 2045550"/>
              <a:gd name="connsiteX6" fmla="*/ 9022588 w 9543288"/>
              <a:gd name="connsiteY6" fmla="*/ 419100 h 2045550"/>
              <a:gd name="connsiteX7" fmla="*/ 8933688 w 9543288"/>
              <a:gd name="connsiteY7" fmla="*/ 965200 h 2045550"/>
              <a:gd name="connsiteX8" fmla="*/ 7714488 w 9543288"/>
              <a:gd name="connsiteY8" fmla="*/ 1206500 h 2045550"/>
              <a:gd name="connsiteX9" fmla="*/ 5034788 w 9543288"/>
              <a:gd name="connsiteY9" fmla="*/ 1028700 h 2045550"/>
              <a:gd name="connsiteX10" fmla="*/ 3980688 w 9543288"/>
              <a:gd name="connsiteY10" fmla="*/ 1054100 h 2045550"/>
              <a:gd name="connsiteX11" fmla="*/ 3002788 w 9543288"/>
              <a:gd name="connsiteY11" fmla="*/ 1066800 h 2045550"/>
              <a:gd name="connsiteX12" fmla="*/ 2177288 w 9543288"/>
              <a:gd name="connsiteY12" fmla="*/ 1104900 h 2045550"/>
              <a:gd name="connsiteX13" fmla="*/ 1872488 w 9543288"/>
              <a:gd name="connsiteY13" fmla="*/ 1143000 h 2045550"/>
              <a:gd name="connsiteX14" fmla="*/ 1593088 w 9543288"/>
              <a:gd name="connsiteY14" fmla="*/ 1524000 h 2045550"/>
              <a:gd name="connsiteX15" fmla="*/ 2431288 w 9543288"/>
              <a:gd name="connsiteY15" fmla="*/ 2044700 h 2045550"/>
              <a:gd name="connsiteX16" fmla="*/ 3726688 w 9543288"/>
              <a:gd name="connsiteY16" fmla="*/ 1943100 h 2045550"/>
              <a:gd name="connsiteX17" fmla="*/ 5872988 w 9543288"/>
              <a:gd name="connsiteY17" fmla="*/ 1866900 h 2045550"/>
              <a:gd name="connsiteX18" fmla="*/ 8463788 w 9543288"/>
              <a:gd name="connsiteY18" fmla="*/ 1930400 h 2045550"/>
              <a:gd name="connsiteX19" fmla="*/ 9543288 w 9543288"/>
              <a:gd name="connsiteY19" fmla="*/ 1955800 h 2045550"/>
              <a:gd name="connsiteX0" fmla="*/ 0 w 9543288"/>
              <a:gd name="connsiteY0" fmla="*/ 46058 h 2071796"/>
              <a:gd name="connsiteX1" fmla="*/ 3574288 w 9543288"/>
              <a:gd name="connsiteY1" fmla="*/ 26246 h 2071796"/>
              <a:gd name="connsiteX2" fmla="*/ 5580888 w 9543288"/>
              <a:gd name="connsiteY2" fmla="*/ 38946 h 2071796"/>
              <a:gd name="connsiteX3" fmla="*/ 7828788 w 9543288"/>
              <a:gd name="connsiteY3" fmla="*/ 59266 h 2071796"/>
              <a:gd name="connsiteX4" fmla="*/ 7777988 w 9543288"/>
              <a:gd name="connsiteY4" fmla="*/ 254846 h 2071796"/>
              <a:gd name="connsiteX5" fmla="*/ 8628888 w 9543288"/>
              <a:gd name="connsiteY5" fmla="*/ 331046 h 2071796"/>
              <a:gd name="connsiteX6" fmla="*/ 9022588 w 9543288"/>
              <a:gd name="connsiteY6" fmla="*/ 445346 h 2071796"/>
              <a:gd name="connsiteX7" fmla="*/ 8933688 w 9543288"/>
              <a:gd name="connsiteY7" fmla="*/ 991446 h 2071796"/>
              <a:gd name="connsiteX8" fmla="*/ 7714488 w 9543288"/>
              <a:gd name="connsiteY8" fmla="*/ 1232746 h 2071796"/>
              <a:gd name="connsiteX9" fmla="*/ 5034788 w 9543288"/>
              <a:gd name="connsiteY9" fmla="*/ 1054946 h 2071796"/>
              <a:gd name="connsiteX10" fmla="*/ 3980688 w 9543288"/>
              <a:gd name="connsiteY10" fmla="*/ 1080346 h 2071796"/>
              <a:gd name="connsiteX11" fmla="*/ 3002788 w 9543288"/>
              <a:gd name="connsiteY11" fmla="*/ 1093046 h 2071796"/>
              <a:gd name="connsiteX12" fmla="*/ 2177288 w 9543288"/>
              <a:gd name="connsiteY12" fmla="*/ 1131146 h 2071796"/>
              <a:gd name="connsiteX13" fmla="*/ 1872488 w 9543288"/>
              <a:gd name="connsiteY13" fmla="*/ 1169246 h 2071796"/>
              <a:gd name="connsiteX14" fmla="*/ 1593088 w 9543288"/>
              <a:gd name="connsiteY14" fmla="*/ 1550246 h 2071796"/>
              <a:gd name="connsiteX15" fmla="*/ 2431288 w 9543288"/>
              <a:gd name="connsiteY15" fmla="*/ 2070946 h 2071796"/>
              <a:gd name="connsiteX16" fmla="*/ 3726688 w 9543288"/>
              <a:gd name="connsiteY16" fmla="*/ 1969346 h 2071796"/>
              <a:gd name="connsiteX17" fmla="*/ 5872988 w 9543288"/>
              <a:gd name="connsiteY17" fmla="*/ 1893146 h 2071796"/>
              <a:gd name="connsiteX18" fmla="*/ 8463788 w 9543288"/>
              <a:gd name="connsiteY18" fmla="*/ 1956646 h 2071796"/>
              <a:gd name="connsiteX19" fmla="*/ 9543288 w 9543288"/>
              <a:gd name="connsiteY19" fmla="*/ 1982046 h 2071796"/>
              <a:gd name="connsiteX0" fmla="*/ 0 w 9543288"/>
              <a:gd name="connsiteY0" fmla="*/ 19812 h 2045550"/>
              <a:gd name="connsiteX1" fmla="*/ 3574288 w 9543288"/>
              <a:gd name="connsiteY1" fmla="*/ 0 h 2045550"/>
              <a:gd name="connsiteX2" fmla="*/ 5580888 w 9543288"/>
              <a:gd name="connsiteY2" fmla="*/ 12700 h 2045550"/>
              <a:gd name="connsiteX3" fmla="*/ 7828788 w 9543288"/>
              <a:gd name="connsiteY3" fmla="*/ 33020 h 2045550"/>
              <a:gd name="connsiteX4" fmla="*/ 7777988 w 9543288"/>
              <a:gd name="connsiteY4" fmla="*/ 228600 h 2045550"/>
              <a:gd name="connsiteX5" fmla="*/ 8628888 w 9543288"/>
              <a:gd name="connsiteY5" fmla="*/ 304800 h 2045550"/>
              <a:gd name="connsiteX6" fmla="*/ 9022588 w 9543288"/>
              <a:gd name="connsiteY6" fmla="*/ 419100 h 2045550"/>
              <a:gd name="connsiteX7" fmla="*/ 8933688 w 9543288"/>
              <a:gd name="connsiteY7" fmla="*/ 965200 h 2045550"/>
              <a:gd name="connsiteX8" fmla="*/ 7714488 w 9543288"/>
              <a:gd name="connsiteY8" fmla="*/ 1206500 h 2045550"/>
              <a:gd name="connsiteX9" fmla="*/ 5034788 w 9543288"/>
              <a:gd name="connsiteY9" fmla="*/ 1028700 h 2045550"/>
              <a:gd name="connsiteX10" fmla="*/ 3980688 w 9543288"/>
              <a:gd name="connsiteY10" fmla="*/ 1054100 h 2045550"/>
              <a:gd name="connsiteX11" fmla="*/ 3002788 w 9543288"/>
              <a:gd name="connsiteY11" fmla="*/ 1066800 h 2045550"/>
              <a:gd name="connsiteX12" fmla="*/ 2177288 w 9543288"/>
              <a:gd name="connsiteY12" fmla="*/ 1104900 h 2045550"/>
              <a:gd name="connsiteX13" fmla="*/ 1872488 w 9543288"/>
              <a:gd name="connsiteY13" fmla="*/ 1143000 h 2045550"/>
              <a:gd name="connsiteX14" fmla="*/ 1593088 w 9543288"/>
              <a:gd name="connsiteY14" fmla="*/ 1524000 h 2045550"/>
              <a:gd name="connsiteX15" fmla="*/ 2431288 w 9543288"/>
              <a:gd name="connsiteY15" fmla="*/ 2044700 h 2045550"/>
              <a:gd name="connsiteX16" fmla="*/ 3726688 w 9543288"/>
              <a:gd name="connsiteY16" fmla="*/ 1943100 h 2045550"/>
              <a:gd name="connsiteX17" fmla="*/ 5872988 w 9543288"/>
              <a:gd name="connsiteY17" fmla="*/ 1866900 h 2045550"/>
              <a:gd name="connsiteX18" fmla="*/ 8463788 w 9543288"/>
              <a:gd name="connsiteY18" fmla="*/ 1930400 h 2045550"/>
              <a:gd name="connsiteX19" fmla="*/ 9543288 w 9543288"/>
              <a:gd name="connsiteY19" fmla="*/ 1955800 h 2045550"/>
              <a:gd name="connsiteX0" fmla="*/ 0 w 9543288"/>
              <a:gd name="connsiteY0" fmla="*/ 19812 h 2045550"/>
              <a:gd name="connsiteX1" fmla="*/ 3574288 w 9543288"/>
              <a:gd name="connsiteY1" fmla="*/ 0 h 2045550"/>
              <a:gd name="connsiteX2" fmla="*/ 5580888 w 9543288"/>
              <a:gd name="connsiteY2" fmla="*/ 12700 h 2045550"/>
              <a:gd name="connsiteX3" fmla="*/ 7828788 w 9543288"/>
              <a:gd name="connsiteY3" fmla="*/ 33020 h 2045550"/>
              <a:gd name="connsiteX4" fmla="*/ 8600948 w 9543288"/>
              <a:gd name="connsiteY4" fmla="*/ 73152 h 2045550"/>
              <a:gd name="connsiteX5" fmla="*/ 8628888 w 9543288"/>
              <a:gd name="connsiteY5" fmla="*/ 304800 h 2045550"/>
              <a:gd name="connsiteX6" fmla="*/ 9022588 w 9543288"/>
              <a:gd name="connsiteY6" fmla="*/ 419100 h 2045550"/>
              <a:gd name="connsiteX7" fmla="*/ 8933688 w 9543288"/>
              <a:gd name="connsiteY7" fmla="*/ 965200 h 2045550"/>
              <a:gd name="connsiteX8" fmla="*/ 7714488 w 9543288"/>
              <a:gd name="connsiteY8" fmla="*/ 1206500 h 2045550"/>
              <a:gd name="connsiteX9" fmla="*/ 5034788 w 9543288"/>
              <a:gd name="connsiteY9" fmla="*/ 1028700 h 2045550"/>
              <a:gd name="connsiteX10" fmla="*/ 3980688 w 9543288"/>
              <a:gd name="connsiteY10" fmla="*/ 1054100 h 2045550"/>
              <a:gd name="connsiteX11" fmla="*/ 3002788 w 9543288"/>
              <a:gd name="connsiteY11" fmla="*/ 1066800 h 2045550"/>
              <a:gd name="connsiteX12" fmla="*/ 2177288 w 9543288"/>
              <a:gd name="connsiteY12" fmla="*/ 1104900 h 2045550"/>
              <a:gd name="connsiteX13" fmla="*/ 1872488 w 9543288"/>
              <a:gd name="connsiteY13" fmla="*/ 1143000 h 2045550"/>
              <a:gd name="connsiteX14" fmla="*/ 1593088 w 9543288"/>
              <a:gd name="connsiteY14" fmla="*/ 1524000 h 2045550"/>
              <a:gd name="connsiteX15" fmla="*/ 2431288 w 9543288"/>
              <a:gd name="connsiteY15" fmla="*/ 2044700 h 2045550"/>
              <a:gd name="connsiteX16" fmla="*/ 3726688 w 9543288"/>
              <a:gd name="connsiteY16" fmla="*/ 1943100 h 2045550"/>
              <a:gd name="connsiteX17" fmla="*/ 5872988 w 9543288"/>
              <a:gd name="connsiteY17" fmla="*/ 1866900 h 2045550"/>
              <a:gd name="connsiteX18" fmla="*/ 8463788 w 9543288"/>
              <a:gd name="connsiteY18" fmla="*/ 1930400 h 2045550"/>
              <a:gd name="connsiteX19" fmla="*/ 9543288 w 9543288"/>
              <a:gd name="connsiteY19" fmla="*/ 1955800 h 2045550"/>
              <a:gd name="connsiteX0" fmla="*/ 0 w 9543288"/>
              <a:gd name="connsiteY0" fmla="*/ 19812 h 2045550"/>
              <a:gd name="connsiteX1" fmla="*/ 3574288 w 9543288"/>
              <a:gd name="connsiteY1" fmla="*/ 0 h 2045550"/>
              <a:gd name="connsiteX2" fmla="*/ 5580888 w 9543288"/>
              <a:gd name="connsiteY2" fmla="*/ 12700 h 2045550"/>
              <a:gd name="connsiteX3" fmla="*/ 7828788 w 9543288"/>
              <a:gd name="connsiteY3" fmla="*/ 33020 h 2045550"/>
              <a:gd name="connsiteX4" fmla="*/ 8600948 w 9543288"/>
              <a:gd name="connsiteY4" fmla="*/ 73152 h 2045550"/>
              <a:gd name="connsiteX5" fmla="*/ 9232392 w 9543288"/>
              <a:gd name="connsiteY5" fmla="*/ 131064 h 2045550"/>
              <a:gd name="connsiteX6" fmla="*/ 9022588 w 9543288"/>
              <a:gd name="connsiteY6" fmla="*/ 419100 h 2045550"/>
              <a:gd name="connsiteX7" fmla="*/ 8933688 w 9543288"/>
              <a:gd name="connsiteY7" fmla="*/ 965200 h 2045550"/>
              <a:gd name="connsiteX8" fmla="*/ 7714488 w 9543288"/>
              <a:gd name="connsiteY8" fmla="*/ 1206500 h 2045550"/>
              <a:gd name="connsiteX9" fmla="*/ 5034788 w 9543288"/>
              <a:gd name="connsiteY9" fmla="*/ 1028700 h 2045550"/>
              <a:gd name="connsiteX10" fmla="*/ 3980688 w 9543288"/>
              <a:gd name="connsiteY10" fmla="*/ 1054100 h 2045550"/>
              <a:gd name="connsiteX11" fmla="*/ 3002788 w 9543288"/>
              <a:gd name="connsiteY11" fmla="*/ 1066800 h 2045550"/>
              <a:gd name="connsiteX12" fmla="*/ 2177288 w 9543288"/>
              <a:gd name="connsiteY12" fmla="*/ 1104900 h 2045550"/>
              <a:gd name="connsiteX13" fmla="*/ 1872488 w 9543288"/>
              <a:gd name="connsiteY13" fmla="*/ 1143000 h 2045550"/>
              <a:gd name="connsiteX14" fmla="*/ 1593088 w 9543288"/>
              <a:gd name="connsiteY14" fmla="*/ 1524000 h 2045550"/>
              <a:gd name="connsiteX15" fmla="*/ 2431288 w 9543288"/>
              <a:gd name="connsiteY15" fmla="*/ 2044700 h 2045550"/>
              <a:gd name="connsiteX16" fmla="*/ 3726688 w 9543288"/>
              <a:gd name="connsiteY16" fmla="*/ 1943100 h 2045550"/>
              <a:gd name="connsiteX17" fmla="*/ 5872988 w 9543288"/>
              <a:gd name="connsiteY17" fmla="*/ 1866900 h 2045550"/>
              <a:gd name="connsiteX18" fmla="*/ 8463788 w 9543288"/>
              <a:gd name="connsiteY18" fmla="*/ 1930400 h 2045550"/>
              <a:gd name="connsiteX19" fmla="*/ 9543288 w 9543288"/>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965200 h 2045550"/>
              <a:gd name="connsiteX8" fmla="*/ 7714488 w 9586489"/>
              <a:gd name="connsiteY8" fmla="*/ 1206500 h 2045550"/>
              <a:gd name="connsiteX9" fmla="*/ 5034788 w 9586489"/>
              <a:gd name="connsiteY9" fmla="*/ 1028700 h 2045550"/>
              <a:gd name="connsiteX10" fmla="*/ 3980688 w 9586489"/>
              <a:gd name="connsiteY10" fmla="*/ 1054100 h 2045550"/>
              <a:gd name="connsiteX11" fmla="*/ 3002788 w 9586489"/>
              <a:gd name="connsiteY11" fmla="*/ 1066800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714488 w 9586489"/>
              <a:gd name="connsiteY8" fmla="*/ 1206500 h 2045550"/>
              <a:gd name="connsiteX9" fmla="*/ 5034788 w 9586489"/>
              <a:gd name="connsiteY9" fmla="*/ 1028700 h 2045550"/>
              <a:gd name="connsiteX10" fmla="*/ 3980688 w 9586489"/>
              <a:gd name="connsiteY10" fmla="*/ 1054100 h 2045550"/>
              <a:gd name="connsiteX11" fmla="*/ 3002788 w 9586489"/>
              <a:gd name="connsiteY11" fmla="*/ 1066800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5034788 w 9586489"/>
              <a:gd name="connsiteY9" fmla="*/ 1028700 h 2045550"/>
              <a:gd name="connsiteX10" fmla="*/ 3980688 w 9586489"/>
              <a:gd name="connsiteY10" fmla="*/ 1054100 h 2045550"/>
              <a:gd name="connsiteX11" fmla="*/ 3002788 w 9586489"/>
              <a:gd name="connsiteY11" fmla="*/ 1066800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4998212 w 9586489"/>
              <a:gd name="connsiteY9" fmla="*/ 845820 h 2045550"/>
              <a:gd name="connsiteX10" fmla="*/ 3980688 w 9586489"/>
              <a:gd name="connsiteY10" fmla="*/ 1054100 h 2045550"/>
              <a:gd name="connsiteX11" fmla="*/ 3002788 w 9586489"/>
              <a:gd name="connsiteY11" fmla="*/ 1066800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4998212 w 9586489"/>
              <a:gd name="connsiteY9" fmla="*/ 845820 h 2045550"/>
              <a:gd name="connsiteX10" fmla="*/ 3852672 w 9586489"/>
              <a:gd name="connsiteY10" fmla="*/ 825500 h 2045550"/>
              <a:gd name="connsiteX11" fmla="*/ 3002788 w 9586489"/>
              <a:gd name="connsiteY11" fmla="*/ 1066800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4998212 w 9586489"/>
              <a:gd name="connsiteY9" fmla="*/ 845820 h 2045550"/>
              <a:gd name="connsiteX10" fmla="*/ 3852672 w 9586489"/>
              <a:gd name="connsiteY10" fmla="*/ 825500 h 2045550"/>
              <a:gd name="connsiteX11" fmla="*/ 2746756 w 9586489"/>
              <a:gd name="connsiteY11" fmla="*/ 783336 h 2045550"/>
              <a:gd name="connsiteX12" fmla="*/ 2177288 w 9586489"/>
              <a:gd name="connsiteY12" fmla="*/ 1104900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4998212 w 9586489"/>
              <a:gd name="connsiteY9" fmla="*/ 845820 h 2045550"/>
              <a:gd name="connsiteX10" fmla="*/ 3852672 w 9586489"/>
              <a:gd name="connsiteY10" fmla="*/ 825500 h 2045550"/>
              <a:gd name="connsiteX11" fmla="*/ 2746756 w 9586489"/>
              <a:gd name="connsiteY11" fmla="*/ 783336 h 2045550"/>
              <a:gd name="connsiteX12" fmla="*/ 2030984 w 9586489"/>
              <a:gd name="connsiteY12" fmla="*/ 839724 h 2045550"/>
              <a:gd name="connsiteX13" fmla="*/ 1872488 w 9586489"/>
              <a:gd name="connsiteY13" fmla="*/ 114300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2045550"/>
              <a:gd name="connsiteX1" fmla="*/ 3574288 w 9586489"/>
              <a:gd name="connsiteY1" fmla="*/ 0 h 2045550"/>
              <a:gd name="connsiteX2" fmla="*/ 5580888 w 9586489"/>
              <a:gd name="connsiteY2" fmla="*/ 12700 h 2045550"/>
              <a:gd name="connsiteX3" fmla="*/ 7828788 w 9586489"/>
              <a:gd name="connsiteY3" fmla="*/ 33020 h 2045550"/>
              <a:gd name="connsiteX4" fmla="*/ 8600948 w 9586489"/>
              <a:gd name="connsiteY4" fmla="*/ 73152 h 2045550"/>
              <a:gd name="connsiteX5" fmla="*/ 9232392 w 9586489"/>
              <a:gd name="connsiteY5" fmla="*/ 131064 h 2045550"/>
              <a:gd name="connsiteX6" fmla="*/ 9580372 w 9586489"/>
              <a:gd name="connsiteY6" fmla="*/ 812292 h 2045550"/>
              <a:gd name="connsiteX7" fmla="*/ 8933688 w 9586489"/>
              <a:gd name="connsiteY7" fmla="*/ 1120648 h 2045550"/>
              <a:gd name="connsiteX8" fmla="*/ 7595616 w 9586489"/>
              <a:gd name="connsiteY8" fmla="*/ 904748 h 2045550"/>
              <a:gd name="connsiteX9" fmla="*/ 4998212 w 9586489"/>
              <a:gd name="connsiteY9" fmla="*/ 845820 h 2045550"/>
              <a:gd name="connsiteX10" fmla="*/ 3852672 w 9586489"/>
              <a:gd name="connsiteY10" fmla="*/ 825500 h 2045550"/>
              <a:gd name="connsiteX11" fmla="*/ 2746756 w 9586489"/>
              <a:gd name="connsiteY11" fmla="*/ 783336 h 2045550"/>
              <a:gd name="connsiteX12" fmla="*/ 2030984 w 9586489"/>
              <a:gd name="connsiteY12" fmla="*/ 839724 h 2045550"/>
              <a:gd name="connsiteX13" fmla="*/ 1579880 w 9586489"/>
              <a:gd name="connsiteY13" fmla="*/ 960120 h 2045550"/>
              <a:gd name="connsiteX14" fmla="*/ 1593088 w 9586489"/>
              <a:gd name="connsiteY14" fmla="*/ 1524000 h 2045550"/>
              <a:gd name="connsiteX15" fmla="*/ 2431288 w 9586489"/>
              <a:gd name="connsiteY15" fmla="*/ 2044700 h 2045550"/>
              <a:gd name="connsiteX16" fmla="*/ 3726688 w 9586489"/>
              <a:gd name="connsiteY16" fmla="*/ 1943100 h 2045550"/>
              <a:gd name="connsiteX17" fmla="*/ 5872988 w 9586489"/>
              <a:gd name="connsiteY17" fmla="*/ 1866900 h 2045550"/>
              <a:gd name="connsiteX18" fmla="*/ 8463788 w 9586489"/>
              <a:gd name="connsiteY18" fmla="*/ 1930400 h 2045550"/>
              <a:gd name="connsiteX19" fmla="*/ 9543288 w 9586489"/>
              <a:gd name="connsiteY19" fmla="*/ 1955800 h 2045550"/>
              <a:gd name="connsiteX0" fmla="*/ 0 w 9586489"/>
              <a:gd name="connsiteY0" fmla="*/ 19812 h 1955815"/>
              <a:gd name="connsiteX1" fmla="*/ 3574288 w 9586489"/>
              <a:gd name="connsiteY1" fmla="*/ 0 h 1955815"/>
              <a:gd name="connsiteX2" fmla="*/ 5580888 w 9586489"/>
              <a:gd name="connsiteY2" fmla="*/ 12700 h 1955815"/>
              <a:gd name="connsiteX3" fmla="*/ 7828788 w 9586489"/>
              <a:gd name="connsiteY3" fmla="*/ 33020 h 1955815"/>
              <a:gd name="connsiteX4" fmla="*/ 8600948 w 9586489"/>
              <a:gd name="connsiteY4" fmla="*/ 73152 h 1955815"/>
              <a:gd name="connsiteX5" fmla="*/ 9232392 w 9586489"/>
              <a:gd name="connsiteY5" fmla="*/ 131064 h 1955815"/>
              <a:gd name="connsiteX6" fmla="*/ 9580372 w 9586489"/>
              <a:gd name="connsiteY6" fmla="*/ 812292 h 1955815"/>
              <a:gd name="connsiteX7" fmla="*/ 8933688 w 9586489"/>
              <a:gd name="connsiteY7" fmla="*/ 1120648 h 1955815"/>
              <a:gd name="connsiteX8" fmla="*/ 7595616 w 9586489"/>
              <a:gd name="connsiteY8" fmla="*/ 904748 h 1955815"/>
              <a:gd name="connsiteX9" fmla="*/ 4998212 w 9586489"/>
              <a:gd name="connsiteY9" fmla="*/ 845820 h 1955815"/>
              <a:gd name="connsiteX10" fmla="*/ 3852672 w 9586489"/>
              <a:gd name="connsiteY10" fmla="*/ 825500 h 1955815"/>
              <a:gd name="connsiteX11" fmla="*/ 2746756 w 9586489"/>
              <a:gd name="connsiteY11" fmla="*/ 783336 h 1955815"/>
              <a:gd name="connsiteX12" fmla="*/ 2030984 w 9586489"/>
              <a:gd name="connsiteY12" fmla="*/ 839724 h 1955815"/>
              <a:gd name="connsiteX13" fmla="*/ 1579880 w 9586489"/>
              <a:gd name="connsiteY13" fmla="*/ 960120 h 1955815"/>
              <a:gd name="connsiteX14" fmla="*/ 1593088 w 9586489"/>
              <a:gd name="connsiteY14" fmla="*/ 1524000 h 1955815"/>
              <a:gd name="connsiteX15" fmla="*/ 2559304 w 9586489"/>
              <a:gd name="connsiteY15" fmla="*/ 1651508 h 1955815"/>
              <a:gd name="connsiteX16" fmla="*/ 3726688 w 9586489"/>
              <a:gd name="connsiteY16" fmla="*/ 1943100 h 1955815"/>
              <a:gd name="connsiteX17" fmla="*/ 5872988 w 9586489"/>
              <a:gd name="connsiteY17" fmla="*/ 1866900 h 1955815"/>
              <a:gd name="connsiteX18" fmla="*/ 8463788 w 9586489"/>
              <a:gd name="connsiteY18" fmla="*/ 1930400 h 1955815"/>
              <a:gd name="connsiteX19" fmla="*/ 9543288 w 9586489"/>
              <a:gd name="connsiteY19" fmla="*/ 1955800 h 1955815"/>
              <a:gd name="connsiteX0" fmla="*/ 0 w 9586489"/>
              <a:gd name="connsiteY0" fmla="*/ 19812 h 1955815"/>
              <a:gd name="connsiteX1" fmla="*/ 3574288 w 9586489"/>
              <a:gd name="connsiteY1" fmla="*/ 0 h 1955815"/>
              <a:gd name="connsiteX2" fmla="*/ 5580888 w 9586489"/>
              <a:gd name="connsiteY2" fmla="*/ 12700 h 1955815"/>
              <a:gd name="connsiteX3" fmla="*/ 7828788 w 9586489"/>
              <a:gd name="connsiteY3" fmla="*/ 33020 h 1955815"/>
              <a:gd name="connsiteX4" fmla="*/ 8600948 w 9586489"/>
              <a:gd name="connsiteY4" fmla="*/ 73152 h 1955815"/>
              <a:gd name="connsiteX5" fmla="*/ 9232392 w 9586489"/>
              <a:gd name="connsiteY5" fmla="*/ 131064 h 1955815"/>
              <a:gd name="connsiteX6" fmla="*/ 9580372 w 9586489"/>
              <a:gd name="connsiteY6" fmla="*/ 812292 h 1955815"/>
              <a:gd name="connsiteX7" fmla="*/ 8933688 w 9586489"/>
              <a:gd name="connsiteY7" fmla="*/ 1120648 h 1955815"/>
              <a:gd name="connsiteX8" fmla="*/ 7595616 w 9586489"/>
              <a:gd name="connsiteY8" fmla="*/ 904748 h 1955815"/>
              <a:gd name="connsiteX9" fmla="*/ 4998212 w 9586489"/>
              <a:gd name="connsiteY9" fmla="*/ 845820 h 1955815"/>
              <a:gd name="connsiteX10" fmla="*/ 3852672 w 9586489"/>
              <a:gd name="connsiteY10" fmla="*/ 825500 h 1955815"/>
              <a:gd name="connsiteX11" fmla="*/ 2746756 w 9586489"/>
              <a:gd name="connsiteY11" fmla="*/ 783336 h 1955815"/>
              <a:gd name="connsiteX12" fmla="*/ 2030984 w 9586489"/>
              <a:gd name="connsiteY12" fmla="*/ 839724 h 1955815"/>
              <a:gd name="connsiteX13" fmla="*/ 1579880 w 9586489"/>
              <a:gd name="connsiteY13" fmla="*/ 960120 h 1955815"/>
              <a:gd name="connsiteX14" fmla="*/ 1593088 w 9586489"/>
              <a:gd name="connsiteY14" fmla="*/ 1524000 h 1955815"/>
              <a:gd name="connsiteX15" fmla="*/ 2559304 w 9586489"/>
              <a:gd name="connsiteY15" fmla="*/ 1651508 h 1955815"/>
              <a:gd name="connsiteX16" fmla="*/ 3726688 w 9586489"/>
              <a:gd name="connsiteY16" fmla="*/ 1632204 h 1955815"/>
              <a:gd name="connsiteX17" fmla="*/ 5872988 w 9586489"/>
              <a:gd name="connsiteY17" fmla="*/ 1866900 h 1955815"/>
              <a:gd name="connsiteX18" fmla="*/ 8463788 w 9586489"/>
              <a:gd name="connsiteY18" fmla="*/ 1930400 h 1955815"/>
              <a:gd name="connsiteX19" fmla="*/ 9543288 w 9586489"/>
              <a:gd name="connsiteY19" fmla="*/ 1955800 h 1955815"/>
              <a:gd name="connsiteX0" fmla="*/ 0 w 9586489"/>
              <a:gd name="connsiteY0" fmla="*/ 19812 h 1955815"/>
              <a:gd name="connsiteX1" fmla="*/ 3574288 w 9586489"/>
              <a:gd name="connsiteY1" fmla="*/ 0 h 1955815"/>
              <a:gd name="connsiteX2" fmla="*/ 5580888 w 9586489"/>
              <a:gd name="connsiteY2" fmla="*/ 12700 h 1955815"/>
              <a:gd name="connsiteX3" fmla="*/ 7828788 w 9586489"/>
              <a:gd name="connsiteY3" fmla="*/ 33020 h 1955815"/>
              <a:gd name="connsiteX4" fmla="*/ 8600948 w 9586489"/>
              <a:gd name="connsiteY4" fmla="*/ 73152 h 1955815"/>
              <a:gd name="connsiteX5" fmla="*/ 9232392 w 9586489"/>
              <a:gd name="connsiteY5" fmla="*/ 131064 h 1955815"/>
              <a:gd name="connsiteX6" fmla="*/ 9580372 w 9586489"/>
              <a:gd name="connsiteY6" fmla="*/ 812292 h 1955815"/>
              <a:gd name="connsiteX7" fmla="*/ 8933688 w 9586489"/>
              <a:gd name="connsiteY7" fmla="*/ 1120648 h 1955815"/>
              <a:gd name="connsiteX8" fmla="*/ 7595616 w 9586489"/>
              <a:gd name="connsiteY8" fmla="*/ 904748 h 1955815"/>
              <a:gd name="connsiteX9" fmla="*/ 4998212 w 9586489"/>
              <a:gd name="connsiteY9" fmla="*/ 845820 h 1955815"/>
              <a:gd name="connsiteX10" fmla="*/ 3852672 w 9586489"/>
              <a:gd name="connsiteY10" fmla="*/ 825500 h 1955815"/>
              <a:gd name="connsiteX11" fmla="*/ 2746756 w 9586489"/>
              <a:gd name="connsiteY11" fmla="*/ 783336 h 1955815"/>
              <a:gd name="connsiteX12" fmla="*/ 2030984 w 9586489"/>
              <a:gd name="connsiteY12" fmla="*/ 839724 h 1955815"/>
              <a:gd name="connsiteX13" fmla="*/ 1579880 w 9586489"/>
              <a:gd name="connsiteY13" fmla="*/ 960120 h 1955815"/>
              <a:gd name="connsiteX14" fmla="*/ 1593088 w 9586489"/>
              <a:gd name="connsiteY14" fmla="*/ 1524000 h 1955815"/>
              <a:gd name="connsiteX15" fmla="*/ 2559304 w 9586489"/>
              <a:gd name="connsiteY15" fmla="*/ 1651508 h 1955815"/>
              <a:gd name="connsiteX16" fmla="*/ 3726688 w 9586489"/>
              <a:gd name="connsiteY16" fmla="*/ 1632204 h 1955815"/>
              <a:gd name="connsiteX17" fmla="*/ 5936996 w 9586489"/>
              <a:gd name="connsiteY17" fmla="*/ 1583436 h 1955815"/>
              <a:gd name="connsiteX18" fmla="*/ 8463788 w 9586489"/>
              <a:gd name="connsiteY18" fmla="*/ 1930400 h 1955815"/>
              <a:gd name="connsiteX19" fmla="*/ 9543288 w 9586489"/>
              <a:gd name="connsiteY19" fmla="*/ 1955800 h 1955815"/>
              <a:gd name="connsiteX0" fmla="*/ 0 w 9586489"/>
              <a:gd name="connsiteY0" fmla="*/ 19812 h 1955800"/>
              <a:gd name="connsiteX1" fmla="*/ 3574288 w 9586489"/>
              <a:gd name="connsiteY1" fmla="*/ 0 h 1955800"/>
              <a:gd name="connsiteX2" fmla="*/ 5580888 w 9586489"/>
              <a:gd name="connsiteY2" fmla="*/ 12700 h 1955800"/>
              <a:gd name="connsiteX3" fmla="*/ 7828788 w 9586489"/>
              <a:gd name="connsiteY3" fmla="*/ 33020 h 1955800"/>
              <a:gd name="connsiteX4" fmla="*/ 8600948 w 9586489"/>
              <a:gd name="connsiteY4" fmla="*/ 73152 h 1955800"/>
              <a:gd name="connsiteX5" fmla="*/ 9232392 w 9586489"/>
              <a:gd name="connsiteY5" fmla="*/ 131064 h 1955800"/>
              <a:gd name="connsiteX6" fmla="*/ 9580372 w 9586489"/>
              <a:gd name="connsiteY6" fmla="*/ 812292 h 1955800"/>
              <a:gd name="connsiteX7" fmla="*/ 8933688 w 9586489"/>
              <a:gd name="connsiteY7" fmla="*/ 1120648 h 1955800"/>
              <a:gd name="connsiteX8" fmla="*/ 7595616 w 9586489"/>
              <a:gd name="connsiteY8" fmla="*/ 904748 h 1955800"/>
              <a:gd name="connsiteX9" fmla="*/ 4998212 w 9586489"/>
              <a:gd name="connsiteY9" fmla="*/ 845820 h 1955800"/>
              <a:gd name="connsiteX10" fmla="*/ 3852672 w 9586489"/>
              <a:gd name="connsiteY10" fmla="*/ 825500 h 1955800"/>
              <a:gd name="connsiteX11" fmla="*/ 2746756 w 9586489"/>
              <a:gd name="connsiteY11" fmla="*/ 783336 h 1955800"/>
              <a:gd name="connsiteX12" fmla="*/ 2030984 w 9586489"/>
              <a:gd name="connsiteY12" fmla="*/ 839724 h 1955800"/>
              <a:gd name="connsiteX13" fmla="*/ 1579880 w 9586489"/>
              <a:gd name="connsiteY13" fmla="*/ 960120 h 1955800"/>
              <a:gd name="connsiteX14" fmla="*/ 1593088 w 9586489"/>
              <a:gd name="connsiteY14" fmla="*/ 1524000 h 1955800"/>
              <a:gd name="connsiteX15" fmla="*/ 2559304 w 9586489"/>
              <a:gd name="connsiteY15" fmla="*/ 1651508 h 1955800"/>
              <a:gd name="connsiteX16" fmla="*/ 3726688 w 9586489"/>
              <a:gd name="connsiteY16" fmla="*/ 1632204 h 1955800"/>
              <a:gd name="connsiteX17" fmla="*/ 5936996 w 9586489"/>
              <a:gd name="connsiteY17" fmla="*/ 1583436 h 1955800"/>
              <a:gd name="connsiteX18" fmla="*/ 8482076 w 9586489"/>
              <a:gd name="connsiteY18" fmla="*/ 1619504 h 1955800"/>
              <a:gd name="connsiteX19" fmla="*/ 9543288 w 9586489"/>
              <a:gd name="connsiteY19" fmla="*/ 1955800 h 1955800"/>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33688 w 9854184"/>
              <a:gd name="connsiteY7" fmla="*/ 1120648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30984 w 9854184"/>
              <a:gd name="connsiteY12" fmla="*/ 839724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97696 w 9854184"/>
              <a:gd name="connsiteY7" fmla="*/ 873760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30984 w 9854184"/>
              <a:gd name="connsiteY12" fmla="*/ 839724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97696 w 9854184"/>
              <a:gd name="connsiteY7" fmla="*/ 873760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30984 w 9854184"/>
              <a:gd name="connsiteY12" fmla="*/ 839724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97696 w 9854184"/>
              <a:gd name="connsiteY7" fmla="*/ 873760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30984 w 9854184"/>
              <a:gd name="connsiteY12" fmla="*/ 839724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97696 w 9854184"/>
              <a:gd name="connsiteY7" fmla="*/ 873760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21840 w 9854184"/>
              <a:gd name="connsiteY12" fmla="*/ 784860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54184"/>
              <a:gd name="connsiteY0" fmla="*/ 19812 h 1657697"/>
              <a:gd name="connsiteX1" fmla="*/ 3574288 w 9854184"/>
              <a:gd name="connsiteY1" fmla="*/ 0 h 1657697"/>
              <a:gd name="connsiteX2" fmla="*/ 5580888 w 9854184"/>
              <a:gd name="connsiteY2" fmla="*/ 12700 h 1657697"/>
              <a:gd name="connsiteX3" fmla="*/ 7828788 w 9854184"/>
              <a:gd name="connsiteY3" fmla="*/ 33020 h 1657697"/>
              <a:gd name="connsiteX4" fmla="*/ 8600948 w 9854184"/>
              <a:gd name="connsiteY4" fmla="*/ 73152 h 1657697"/>
              <a:gd name="connsiteX5" fmla="*/ 9232392 w 9854184"/>
              <a:gd name="connsiteY5" fmla="*/ 131064 h 1657697"/>
              <a:gd name="connsiteX6" fmla="*/ 9580372 w 9854184"/>
              <a:gd name="connsiteY6" fmla="*/ 812292 h 1657697"/>
              <a:gd name="connsiteX7" fmla="*/ 8997696 w 9854184"/>
              <a:gd name="connsiteY7" fmla="*/ 873760 h 1657697"/>
              <a:gd name="connsiteX8" fmla="*/ 7595616 w 9854184"/>
              <a:gd name="connsiteY8" fmla="*/ 904748 h 1657697"/>
              <a:gd name="connsiteX9" fmla="*/ 4998212 w 9854184"/>
              <a:gd name="connsiteY9" fmla="*/ 845820 h 1657697"/>
              <a:gd name="connsiteX10" fmla="*/ 3852672 w 9854184"/>
              <a:gd name="connsiteY10" fmla="*/ 825500 h 1657697"/>
              <a:gd name="connsiteX11" fmla="*/ 2746756 w 9854184"/>
              <a:gd name="connsiteY11" fmla="*/ 783336 h 1657697"/>
              <a:gd name="connsiteX12" fmla="*/ 2021840 w 9854184"/>
              <a:gd name="connsiteY12" fmla="*/ 784860 h 1657697"/>
              <a:gd name="connsiteX13" fmla="*/ 1579880 w 9854184"/>
              <a:gd name="connsiteY13" fmla="*/ 960120 h 1657697"/>
              <a:gd name="connsiteX14" fmla="*/ 1593088 w 9854184"/>
              <a:gd name="connsiteY14" fmla="*/ 1524000 h 1657697"/>
              <a:gd name="connsiteX15" fmla="*/ 2559304 w 9854184"/>
              <a:gd name="connsiteY15" fmla="*/ 1651508 h 1657697"/>
              <a:gd name="connsiteX16" fmla="*/ 3726688 w 9854184"/>
              <a:gd name="connsiteY16" fmla="*/ 1632204 h 1657697"/>
              <a:gd name="connsiteX17" fmla="*/ 5936996 w 9854184"/>
              <a:gd name="connsiteY17" fmla="*/ 1583436 h 1657697"/>
              <a:gd name="connsiteX18" fmla="*/ 8482076 w 9854184"/>
              <a:gd name="connsiteY18" fmla="*/ 1619504 h 1657697"/>
              <a:gd name="connsiteX19" fmla="*/ 9854184 w 9854184"/>
              <a:gd name="connsiteY19" fmla="*/ 1635760 h 1657697"/>
              <a:gd name="connsiteX0" fmla="*/ 0 w 9866376"/>
              <a:gd name="connsiteY0" fmla="*/ 0 h 1680557"/>
              <a:gd name="connsiteX1" fmla="*/ 3586480 w 9866376"/>
              <a:gd name="connsiteY1" fmla="*/ 22860 h 1680557"/>
              <a:gd name="connsiteX2" fmla="*/ 5593080 w 9866376"/>
              <a:gd name="connsiteY2" fmla="*/ 35560 h 1680557"/>
              <a:gd name="connsiteX3" fmla="*/ 7840980 w 9866376"/>
              <a:gd name="connsiteY3" fmla="*/ 55880 h 1680557"/>
              <a:gd name="connsiteX4" fmla="*/ 8613140 w 9866376"/>
              <a:gd name="connsiteY4" fmla="*/ 96012 h 1680557"/>
              <a:gd name="connsiteX5" fmla="*/ 9244584 w 9866376"/>
              <a:gd name="connsiteY5" fmla="*/ 153924 h 1680557"/>
              <a:gd name="connsiteX6" fmla="*/ 9592564 w 9866376"/>
              <a:gd name="connsiteY6" fmla="*/ 835152 h 1680557"/>
              <a:gd name="connsiteX7" fmla="*/ 9009888 w 9866376"/>
              <a:gd name="connsiteY7" fmla="*/ 896620 h 1680557"/>
              <a:gd name="connsiteX8" fmla="*/ 7607808 w 9866376"/>
              <a:gd name="connsiteY8" fmla="*/ 927608 h 1680557"/>
              <a:gd name="connsiteX9" fmla="*/ 5010404 w 9866376"/>
              <a:gd name="connsiteY9" fmla="*/ 868680 h 1680557"/>
              <a:gd name="connsiteX10" fmla="*/ 3864864 w 9866376"/>
              <a:gd name="connsiteY10" fmla="*/ 848360 h 1680557"/>
              <a:gd name="connsiteX11" fmla="*/ 2758948 w 9866376"/>
              <a:gd name="connsiteY11" fmla="*/ 806196 h 1680557"/>
              <a:gd name="connsiteX12" fmla="*/ 2034032 w 9866376"/>
              <a:gd name="connsiteY12" fmla="*/ 807720 h 1680557"/>
              <a:gd name="connsiteX13" fmla="*/ 1592072 w 9866376"/>
              <a:gd name="connsiteY13" fmla="*/ 982980 h 1680557"/>
              <a:gd name="connsiteX14" fmla="*/ 1605280 w 9866376"/>
              <a:gd name="connsiteY14" fmla="*/ 1546860 h 1680557"/>
              <a:gd name="connsiteX15" fmla="*/ 2571496 w 9866376"/>
              <a:gd name="connsiteY15" fmla="*/ 1674368 h 1680557"/>
              <a:gd name="connsiteX16" fmla="*/ 3738880 w 9866376"/>
              <a:gd name="connsiteY16" fmla="*/ 1655064 h 1680557"/>
              <a:gd name="connsiteX17" fmla="*/ 5949188 w 9866376"/>
              <a:gd name="connsiteY17" fmla="*/ 1606296 h 1680557"/>
              <a:gd name="connsiteX18" fmla="*/ 8494268 w 9866376"/>
              <a:gd name="connsiteY18" fmla="*/ 1642364 h 1680557"/>
              <a:gd name="connsiteX19" fmla="*/ 9866376 w 9866376"/>
              <a:gd name="connsiteY19" fmla="*/ 1658620 h 1680557"/>
              <a:gd name="connsiteX0" fmla="*/ 0 w 9866376"/>
              <a:gd name="connsiteY0" fmla="*/ 5647 h 1686204"/>
              <a:gd name="connsiteX1" fmla="*/ 3586480 w 9866376"/>
              <a:gd name="connsiteY1" fmla="*/ 28507 h 1686204"/>
              <a:gd name="connsiteX2" fmla="*/ 5593080 w 9866376"/>
              <a:gd name="connsiteY2" fmla="*/ 41207 h 1686204"/>
              <a:gd name="connsiteX3" fmla="*/ 7840980 w 9866376"/>
              <a:gd name="connsiteY3" fmla="*/ 61527 h 1686204"/>
              <a:gd name="connsiteX4" fmla="*/ 8613140 w 9866376"/>
              <a:gd name="connsiteY4" fmla="*/ 101659 h 1686204"/>
              <a:gd name="connsiteX5" fmla="*/ 9244584 w 9866376"/>
              <a:gd name="connsiteY5" fmla="*/ 159571 h 1686204"/>
              <a:gd name="connsiteX6" fmla="*/ 9592564 w 9866376"/>
              <a:gd name="connsiteY6" fmla="*/ 840799 h 1686204"/>
              <a:gd name="connsiteX7" fmla="*/ 9009888 w 9866376"/>
              <a:gd name="connsiteY7" fmla="*/ 902267 h 1686204"/>
              <a:gd name="connsiteX8" fmla="*/ 7607808 w 9866376"/>
              <a:gd name="connsiteY8" fmla="*/ 933255 h 1686204"/>
              <a:gd name="connsiteX9" fmla="*/ 5010404 w 9866376"/>
              <a:gd name="connsiteY9" fmla="*/ 874327 h 1686204"/>
              <a:gd name="connsiteX10" fmla="*/ 3864864 w 9866376"/>
              <a:gd name="connsiteY10" fmla="*/ 854007 h 1686204"/>
              <a:gd name="connsiteX11" fmla="*/ 2758948 w 9866376"/>
              <a:gd name="connsiteY11" fmla="*/ 811843 h 1686204"/>
              <a:gd name="connsiteX12" fmla="*/ 2034032 w 9866376"/>
              <a:gd name="connsiteY12" fmla="*/ 813367 h 1686204"/>
              <a:gd name="connsiteX13" fmla="*/ 1592072 w 9866376"/>
              <a:gd name="connsiteY13" fmla="*/ 988627 h 1686204"/>
              <a:gd name="connsiteX14" fmla="*/ 1605280 w 9866376"/>
              <a:gd name="connsiteY14" fmla="*/ 1552507 h 1686204"/>
              <a:gd name="connsiteX15" fmla="*/ 2571496 w 9866376"/>
              <a:gd name="connsiteY15" fmla="*/ 1680015 h 1686204"/>
              <a:gd name="connsiteX16" fmla="*/ 3738880 w 9866376"/>
              <a:gd name="connsiteY16" fmla="*/ 1660711 h 1686204"/>
              <a:gd name="connsiteX17" fmla="*/ 5949188 w 9866376"/>
              <a:gd name="connsiteY17" fmla="*/ 1611943 h 1686204"/>
              <a:gd name="connsiteX18" fmla="*/ 8494268 w 9866376"/>
              <a:gd name="connsiteY18" fmla="*/ 1648011 h 1686204"/>
              <a:gd name="connsiteX19" fmla="*/ 9866376 w 9866376"/>
              <a:gd name="connsiteY19" fmla="*/ 1664267 h 1686204"/>
              <a:gd name="connsiteX0" fmla="*/ 0 w 9866376"/>
              <a:gd name="connsiteY0" fmla="*/ 32004 h 1712561"/>
              <a:gd name="connsiteX1" fmla="*/ 3592576 w 9866376"/>
              <a:gd name="connsiteY1" fmla="*/ 0 h 1712561"/>
              <a:gd name="connsiteX2" fmla="*/ 5593080 w 9866376"/>
              <a:gd name="connsiteY2" fmla="*/ 67564 h 1712561"/>
              <a:gd name="connsiteX3" fmla="*/ 7840980 w 9866376"/>
              <a:gd name="connsiteY3" fmla="*/ 87884 h 1712561"/>
              <a:gd name="connsiteX4" fmla="*/ 8613140 w 9866376"/>
              <a:gd name="connsiteY4" fmla="*/ 128016 h 1712561"/>
              <a:gd name="connsiteX5" fmla="*/ 9244584 w 9866376"/>
              <a:gd name="connsiteY5" fmla="*/ 185928 h 1712561"/>
              <a:gd name="connsiteX6" fmla="*/ 9592564 w 9866376"/>
              <a:gd name="connsiteY6" fmla="*/ 867156 h 1712561"/>
              <a:gd name="connsiteX7" fmla="*/ 9009888 w 9866376"/>
              <a:gd name="connsiteY7" fmla="*/ 928624 h 1712561"/>
              <a:gd name="connsiteX8" fmla="*/ 7607808 w 9866376"/>
              <a:gd name="connsiteY8" fmla="*/ 959612 h 1712561"/>
              <a:gd name="connsiteX9" fmla="*/ 5010404 w 9866376"/>
              <a:gd name="connsiteY9" fmla="*/ 900684 h 1712561"/>
              <a:gd name="connsiteX10" fmla="*/ 3864864 w 9866376"/>
              <a:gd name="connsiteY10" fmla="*/ 880364 h 1712561"/>
              <a:gd name="connsiteX11" fmla="*/ 2758948 w 9866376"/>
              <a:gd name="connsiteY11" fmla="*/ 838200 h 1712561"/>
              <a:gd name="connsiteX12" fmla="*/ 2034032 w 9866376"/>
              <a:gd name="connsiteY12" fmla="*/ 839724 h 1712561"/>
              <a:gd name="connsiteX13" fmla="*/ 1592072 w 9866376"/>
              <a:gd name="connsiteY13" fmla="*/ 1014984 h 1712561"/>
              <a:gd name="connsiteX14" fmla="*/ 1605280 w 9866376"/>
              <a:gd name="connsiteY14" fmla="*/ 1578864 h 1712561"/>
              <a:gd name="connsiteX15" fmla="*/ 2571496 w 9866376"/>
              <a:gd name="connsiteY15" fmla="*/ 1706372 h 1712561"/>
              <a:gd name="connsiteX16" fmla="*/ 3738880 w 9866376"/>
              <a:gd name="connsiteY16" fmla="*/ 1687068 h 1712561"/>
              <a:gd name="connsiteX17" fmla="*/ 5949188 w 9866376"/>
              <a:gd name="connsiteY17" fmla="*/ 1638300 h 1712561"/>
              <a:gd name="connsiteX18" fmla="*/ 8494268 w 9866376"/>
              <a:gd name="connsiteY18" fmla="*/ 1674368 h 1712561"/>
              <a:gd name="connsiteX19" fmla="*/ 9866376 w 9866376"/>
              <a:gd name="connsiteY19" fmla="*/ 1690624 h 1712561"/>
              <a:gd name="connsiteX0" fmla="*/ 0 w 9866376"/>
              <a:gd name="connsiteY0" fmla="*/ 0 h 1680557"/>
              <a:gd name="connsiteX1" fmla="*/ 3592576 w 9866376"/>
              <a:gd name="connsiteY1" fmla="*/ 71628 h 1680557"/>
              <a:gd name="connsiteX2" fmla="*/ 5593080 w 9866376"/>
              <a:gd name="connsiteY2" fmla="*/ 35560 h 1680557"/>
              <a:gd name="connsiteX3" fmla="*/ 7840980 w 9866376"/>
              <a:gd name="connsiteY3" fmla="*/ 55880 h 1680557"/>
              <a:gd name="connsiteX4" fmla="*/ 8613140 w 9866376"/>
              <a:gd name="connsiteY4" fmla="*/ 96012 h 1680557"/>
              <a:gd name="connsiteX5" fmla="*/ 9244584 w 9866376"/>
              <a:gd name="connsiteY5" fmla="*/ 153924 h 1680557"/>
              <a:gd name="connsiteX6" fmla="*/ 9592564 w 9866376"/>
              <a:gd name="connsiteY6" fmla="*/ 835152 h 1680557"/>
              <a:gd name="connsiteX7" fmla="*/ 9009888 w 9866376"/>
              <a:gd name="connsiteY7" fmla="*/ 896620 h 1680557"/>
              <a:gd name="connsiteX8" fmla="*/ 7607808 w 9866376"/>
              <a:gd name="connsiteY8" fmla="*/ 927608 h 1680557"/>
              <a:gd name="connsiteX9" fmla="*/ 5010404 w 9866376"/>
              <a:gd name="connsiteY9" fmla="*/ 868680 h 1680557"/>
              <a:gd name="connsiteX10" fmla="*/ 3864864 w 9866376"/>
              <a:gd name="connsiteY10" fmla="*/ 848360 h 1680557"/>
              <a:gd name="connsiteX11" fmla="*/ 2758948 w 9866376"/>
              <a:gd name="connsiteY11" fmla="*/ 806196 h 1680557"/>
              <a:gd name="connsiteX12" fmla="*/ 2034032 w 9866376"/>
              <a:gd name="connsiteY12" fmla="*/ 807720 h 1680557"/>
              <a:gd name="connsiteX13" fmla="*/ 1592072 w 9866376"/>
              <a:gd name="connsiteY13" fmla="*/ 982980 h 1680557"/>
              <a:gd name="connsiteX14" fmla="*/ 1605280 w 9866376"/>
              <a:gd name="connsiteY14" fmla="*/ 1546860 h 1680557"/>
              <a:gd name="connsiteX15" fmla="*/ 2571496 w 9866376"/>
              <a:gd name="connsiteY15" fmla="*/ 1674368 h 1680557"/>
              <a:gd name="connsiteX16" fmla="*/ 3738880 w 9866376"/>
              <a:gd name="connsiteY16" fmla="*/ 1655064 h 1680557"/>
              <a:gd name="connsiteX17" fmla="*/ 5949188 w 9866376"/>
              <a:gd name="connsiteY17" fmla="*/ 1606296 h 1680557"/>
              <a:gd name="connsiteX18" fmla="*/ 8494268 w 9866376"/>
              <a:gd name="connsiteY18" fmla="*/ 1642364 h 1680557"/>
              <a:gd name="connsiteX19" fmla="*/ 9866376 w 9866376"/>
              <a:gd name="connsiteY19" fmla="*/ 1658620 h 1680557"/>
              <a:gd name="connsiteX0" fmla="*/ 0 w 9866376"/>
              <a:gd name="connsiteY0" fmla="*/ 0 h 1680557"/>
              <a:gd name="connsiteX1" fmla="*/ 3592576 w 9866376"/>
              <a:gd name="connsiteY1" fmla="*/ 71628 h 1680557"/>
              <a:gd name="connsiteX2" fmla="*/ 5593080 w 9866376"/>
              <a:gd name="connsiteY2" fmla="*/ 35560 h 1680557"/>
              <a:gd name="connsiteX3" fmla="*/ 7840980 w 9866376"/>
              <a:gd name="connsiteY3" fmla="*/ 55880 h 1680557"/>
              <a:gd name="connsiteX4" fmla="*/ 8613140 w 9866376"/>
              <a:gd name="connsiteY4" fmla="*/ 96012 h 1680557"/>
              <a:gd name="connsiteX5" fmla="*/ 9244584 w 9866376"/>
              <a:gd name="connsiteY5" fmla="*/ 153924 h 1680557"/>
              <a:gd name="connsiteX6" fmla="*/ 9592564 w 9866376"/>
              <a:gd name="connsiteY6" fmla="*/ 835152 h 1680557"/>
              <a:gd name="connsiteX7" fmla="*/ 9009888 w 9866376"/>
              <a:gd name="connsiteY7" fmla="*/ 896620 h 1680557"/>
              <a:gd name="connsiteX8" fmla="*/ 7607808 w 9866376"/>
              <a:gd name="connsiteY8" fmla="*/ 927608 h 1680557"/>
              <a:gd name="connsiteX9" fmla="*/ 5010404 w 9866376"/>
              <a:gd name="connsiteY9" fmla="*/ 868680 h 1680557"/>
              <a:gd name="connsiteX10" fmla="*/ 3864864 w 9866376"/>
              <a:gd name="connsiteY10" fmla="*/ 848360 h 1680557"/>
              <a:gd name="connsiteX11" fmla="*/ 2758948 w 9866376"/>
              <a:gd name="connsiteY11" fmla="*/ 806196 h 1680557"/>
              <a:gd name="connsiteX12" fmla="*/ 2034032 w 9866376"/>
              <a:gd name="connsiteY12" fmla="*/ 807720 h 1680557"/>
              <a:gd name="connsiteX13" fmla="*/ 1592072 w 9866376"/>
              <a:gd name="connsiteY13" fmla="*/ 982980 h 1680557"/>
              <a:gd name="connsiteX14" fmla="*/ 1605280 w 9866376"/>
              <a:gd name="connsiteY14" fmla="*/ 1546860 h 1680557"/>
              <a:gd name="connsiteX15" fmla="*/ 2571496 w 9866376"/>
              <a:gd name="connsiteY15" fmla="*/ 1674368 h 1680557"/>
              <a:gd name="connsiteX16" fmla="*/ 3738880 w 9866376"/>
              <a:gd name="connsiteY16" fmla="*/ 1655064 h 1680557"/>
              <a:gd name="connsiteX17" fmla="*/ 5949188 w 9866376"/>
              <a:gd name="connsiteY17" fmla="*/ 1606296 h 1680557"/>
              <a:gd name="connsiteX18" fmla="*/ 8494268 w 9866376"/>
              <a:gd name="connsiteY18" fmla="*/ 1642364 h 1680557"/>
              <a:gd name="connsiteX19" fmla="*/ 9866376 w 9866376"/>
              <a:gd name="connsiteY19" fmla="*/ 1658620 h 1680557"/>
              <a:gd name="connsiteX0" fmla="*/ 0 w 9884664"/>
              <a:gd name="connsiteY0" fmla="*/ 25400 h 1644997"/>
              <a:gd name="connsiteX1" fmla="*/ 3610864 w 9884664"/>
              <a:gd name="connsiteY1" fmla="*/ 36068 h 1644997"/>
              <a:gd name="connsiteX2" fmla="*/ 5611368 w 9884664"/>
              <a:gd name="connsiteY2" fmla="*/ 0 h 1644997"/>
              <a:gd name="connsiteX3" fmla="*/ 7859268 w 9884664"/>
              <a:gd name="connsiteY3" fmla="*/ 20320 h 1644997"/>
              <a:gd name="connsiteX4" fmla="*/ 8631428 w 9884664"/>
              <a:gd name="connsiteY4" fmla="*/ 60452 h 1644997"/>
              <a:gd name="connsiteX5" fmla="*/ 9262872 w 9884664"/>
              <a:gd name="connsiteY5" fmla="*/ 118364 h 1644997"/>
              <a:gd name="connsiteX6" fmla="*/ 9610852 w 9884664"/>
              <a:gd name="connsiteY6" fmla="*/ 799592 h 1644997"/>
              <a:gd name="connsiteX7" fmla="*/ 9028176 w 9884664"/>
              <a:gd name="connsiteY7" fmla="*/ 861060 h 1644997"/>
              <a:gd name="connsiteX8" fmla="*/ 7626096 w 9884664"/>
              <a:gd name="connsiteY8" fmla="*/ 892048 h 1644997"/>
              <a:gd name="connsiteX9" fmla="*/ 5028692 w 9884664"/>
              <a:gd name="connsiteY9" fmla="*/ 833120 h 1644997"/>
              <a:gd name="connsiteX10" fmla="*/ 3883152 w 9884664"/>
              <a:gd name="connsiteY10" fmla="*/ 812800 h 1644997"/>
              <a:gd name="connsiteX11" fmla="*/ 2777236 w 9884664"/>
              <a:gd name="connsiteY11" fmla="*/ 770636 h 1644997"/>
              <a:gd name="connsiteX12" fmla="*/ 2052320 w 9884664"/>
              <a:gd name="connsiteY12" fmla="*/ 772160 h 1644997"/>
              <a:gd name="connsiteX13" fmla="*/ 1610360 w 9884664"/>
              <a:gd name="connsiteY13" fmla="*/ 947420 h 1644997"/>
              <a:gd name="connsiteX14" fmla="*/ 1623568 w 9884664"/>
              <a:gd name="connsiteY14" fmla="*/ 1511300 h 1644997"/>
              <a:gd name="connsiteX15" fmla="*/ 2589784 w 9884664"/>
              <a:gd name="connsiteY15" fmla="*/ 1638808 h 1644997"/>
              <a:gd name="connsiteX16" fmla="*/ 3757168 w 9884664"/>
              <a:gd name="connsiteY16" fmla="*/ 1619504 h 1644997"/>
              <a:gd name="connsiteX17" fmla="*/ 5967476 w 9884664"/>
              <a:gd name="connsiteY17" fmla="*/ 1570736 h 1644997"/>
              <a:gd name="connsiteX18" fmla="*/ 8512556 w 9884664"/>
              <a:gd name="connsiteY18" fmla="*/ 1606804 h 1644997"/>
              <a:gd name="connsiteX19" fmla="*/ 9884664 w 9884664"/>
              <a:gd name="connsiteY19" fmla="*/ 1623060 h 1644997"/>
              <a:gd name="connsiteX0" fmla="*/ 0 w 9884664"/>
              <a:gd name="connsiteY0" fmla="*/ 5110 h 1624707"/>
              <a:gd name="connsiteX1" fmla="*/ 3610864 w 9884664"/>
              <a:gd name="connsiteY1" fmla="*/ 15778 h 1624707"/>
              <a:gd name="connsiteX2" fmla="*/ 5623560 w 9884664"/>
              <a:gd name="connsiteY2" fmla="*/ 22382 h 1624707"/>
              <a:gd name="connsiteX3" fmla="*/ 7859268 w 9884664"/>
              <a:gd name="connsiteY3" fmla="*/ 30 h 1624707"/>
              <a:gd name="connsiteX4" fmla="*/ 8631428 w 9884664"/>
              <a:gd name="connsiteY4" fmla="*/ 40162 h 1624707"/>
              <a:gd name="connsiteX5" fmla="*/ 9262872 w 9884664"/>
              <a:gd name="connsiteY5" fmla="*/ 98074 h 1624707"/>
              <a:gd name="connsiteX6" fmla="*/ 9610852 w 9884664"/>
              <a:gd name="connsiteY6" fmla="*/ 779302 h 1624707"/>
              <a:gd name="connsiteX7" fmla="*/ 9028176 w 9884664"/>
              <a:gd name="connsiteY7" fmla="*/ 840770 h 1624707"/>
              <a:gd name="connsiteX8" fmla="*/ 7626096 w 9884664"/>
              <a:gd name="connsiteY8" fmla="*/ 871758 h 1624707"/>
              <a:gd name="connsiteX9" fmla="*/ 5028692 w 9884664"/>
              <a:gd name="connsiteY9" fmla="*/ 812830 h 1624707"/>
              <a:gd name="connsiteX10" fmla="*/ 3883152 w 9884664"/>
              <a:gd name="connsiteY10" fmla="*/ 792510 h 1624707"/>
              <a:gd name="connsiteX11" fmla="*/ 2777236 w 9884664"/>
              <a:gd name="connsiteY11" fmla="*/ 750346 h 1624707"/>
              <a:gd name="connsiteX12" fmla="*/ 2052320 w 9884664"/>
              <a:gd name="connsiteY12" fmla="*/ 751870 h 1624707"/>
              <a:gd name="connsiteX13" fmla="*/ 1610360 w 9884664"/>
              <a:gd name="connsiteY13" fmla="*/ 927130 h 1624707"/>
              <a:gd name="connsiteX14" fmla="*/ 1623568 w 9884664"/>
              <a:gd name="connsiteY14" fmla="*/ 1491010 h 1624707"/>
              <a:gd name="connsiteX15" fmla="*/ 2589784 w 9884664"/>
              <a:gd name="connsiteY15" fmla="*/ 1618518 h 1624707"/>
              <a:gd name="connsiteX16" fmla="*/ 3757168 w 9884664"/>
              <a:gd name="connsiteY16" fmla="*/ 1599214 h 1624707"/>
              <a:gd name="connsiteX17" fmla="*/ 5967476 w 9884664"/>
              <a:gd name="connsiteY17" fmla="*/ 1550446 h 1624707"/>
              <a:gd name="connsiteX18" fmla="*/ 8512556 w 9884664"/>
              <a:gd name="connsiteY18" fmla="*/ 1586514 h 1624707"/>
              <a:gd name="connsiteX19" fmla="*/ 9884664 w 9884664"/>
              <a:gd name="connsiteY19" fmla="*/ 1602770 h 1624707"/>
              <a:gd name="connsiteX0" fmla="*/ 0 w 9884664"/>
              <a:gd name="connsiteY0" fmla="*/ 5110 h 1624707"/>
              <a:gd name="connsiteX1" fmla="*/ 3610864 w 9884664"/>
              <a:gd name="connsiteY1" fmla="*/ 15778 h 1624707"/>
              <a:gd name="connsiteX2" fmla="*/ 5690616 w 9884664"/>
              <a:gd name="connsiteY2" fmla="*/ 22382 h 1624707"/>
              <a:gd name="connsiteX3" fmla="*/ 7859268 w 9884664"/>
              <a:gd name="connsiteY3" fmla="*/ 30 h 1624707"/>
              <a:gd name="connsiteX4" fmla="*/ 8631428 w 9884664"/>
              <a:gd name="connsiteY4" fmla="*/ 40162 h 1624707"/>
              <a:gd name="connsiteX5" fmla="*/ 9262872 w 9884664"/>
              <a:gd name="connsiteY5" fmla="*/ 98074 h 1624707"/>
              <a:gd name="connsiteX6" fmla="*/ 9610852 w 9884664"/>
              <a:gd name="connsiteY6" fmla="*/ 779302 h 1624707"/>
              <a:gd name="connsiteX7" fmla="*/ 9028176 w 9884664"/>
              <a:gd name="connsiteY7" fmla="*/ 840770 h 1624707"/>
              <a:gd name="connsiteX8" fmla="*/ 7626096 w 9884664"/>
              <a:gd name="connsiteY8" fmla="*/ 871758 h 1624707"/>
              <a:gd name="connsiteX9" fmla="*/ 5028692 w 9884664"/>
              <a:gd name="connsiteY9" fmla="*/ 812830 h 1624707"/>
              <a:gd name="connsiteX10" fmla="*/ 3883152 w 9884664"/>
              <a:gd name="connsiteY10" fmla="*/ 792510 h 1624707"/>
              <a:gd name="connsiteX11" fmla="*/ 2777236 w 9884664"/>
              <a:gd name="connsiteY11" fmla="*/ 750346 h 1624707"/>
              <a:gd name="connsiteX12" fmla="*/ 2052320 w 9884664"/>
              <a:gd name="connsiteY12" fmla="*/ 751870 h 1624707"/>
              <a:gd name="connsiteX13" fmla="*/ 1610360 w 9884664"/>
              <a:gd name="connsiteY13" fmla="*/ 927130 h 1624707"/>
              <a:gd name="connsiteX14" fmla="*/ 1623568 w 9884664"/>
              <a:gd name="connsiteY14" fmla="*/ 1491010 h 1624707"/>
              <a:gd name="connsiteX15" fmla="*/ 2589784 w 9884664"/>
              <a:gd name="connsiteY15" fmla="*/ 1618518 h 1624707"/>
              <a:gd name="connsiteX16" fmla="*/ 3757168 w 9884664"/>
              <a:gd name="connsiteY16" fmla="*/ 1599214 h 1624707"/>
              <a:gd name="connsiteX17" fmla="*/ 5967476 w 9884664"/>
              <a:gd name="connsiteY17" fmla="*/ 1550446 h 1624707"/>
              <a:gd name="connsiteX18" fmla="*/ 8512556 w 9884664"/>
              <a:gd name="connsiteY18" fmla="*/ 1586514 h 1624707"/>
              <a:gd name="connsiteX19" fmla="*/ 9884664 w 9884664"/>
              <a:gd name="connsiteY19" fmla="*/ 1602770 h 1624707"/>
              <a:gd name="connsiteX0" fmla="*/ 0 w 9884664"/>
              <a:gd name="connsiteY0" fmla="*/ 5080 h 1624677"/>
              <a:gd name="connsiteX1" fmla="*/ 3610864 w 9884664"/>
              <a:gd name="connsiteY1" fmla="*/ 15748 h 1624677"/>
              <a:gd name="connsiteX2" fmla="*/ 5690616 w 9884664"/>
              <a:gd name="connsiteY2" fmla="*/ 22352 h 1624677"/>
              <a:gd name="connsiteX3" fmla="*/ 7859268 w 9884664"/>
              <a:gd name="connsiteY3" fmla="*/ 0 h 1624677"/>
              <a:gd name="connsiteX4" fmla="*/ 8631428 w 9884664"/>
              <a:gd name="connsiteY4" fmla="*/ 40132 h 1624677"/>
              <a:gd name="connsiteX5" fmla="*/ 9262872 w 9884664"/>
              <a:gd name="connsiteY5" fmla="*/ 98044 h 1624677"/>
              <a:gd name="connsiteX6" fmla="*/ 9610852 w 9884664"/>
              <a:gd name="connsiteY6" fmla="*/ 779272 h 1624677"/>
              <a:gd name="connsiteX7" fmla="*/ 9028176 w 9884664"/>
              <a:gd name="connsiteY7" fmla="*/ 840740 h 1624677"/>
              <a:gd name="connsiteX8" fmla="*/ 7626096 w 9884664"/>
              <a:gd name="connsiteY8" fmla="*/ 871728 h 1624677"/>
              <a:gd name="connsiteX9" fmla="*/ 5028692 w 9884664"/>
              <a:gd name="connsiteY9" fmla="*/ 812800 h 1624677"/>
              <a:gd name="connsiteX10" fmla="*/ 3883152 w 9884664"/>
              <a:gd name="connsiteY10" fmla="*/ 792480 h 1624677"/>
              <a:gd name="connsiteX11" fmla="*/ 2777236 w 9884664"/>
              <a:gd name="connsiteY11" fmla="*/ 750316 h 1624677"/>
              <a:gd name="connsiteX12" fmla="*/ 2052320 w 9884664"/>
              <a:gd name="connsiteY12" fmla="*/ 751840 h 1624677"/>
              <a:gd name="connsiteX13" fmla="*/ 1610360 w 9884664"/>
              <a:gd name="connsiteY13" fmla="*/ 927100 h 1624677"/>
              <a:gd name="connsiteX14" fmla="*/ 1623568 w 9884664"/>
              <a:gd name="connsiteY14" fmla="*/ 1490980 h 1624677"/>
              <a:gd name="connsiteX15" fmla="*/ 2589784 w 9884664"/>
              <a:gd name="connsiteY15" fmla="*/ 1618488 h 1624677"/>
              <a:gd name="connsiteX16" fmla="*/ 3757168 w 9884664"/>
              <a:gd name="connsiteY16" fmla="*/ 1599184 h 1624677"/>
              <a:gd name="connsiteX17" fmla="*/ 5967476 w 9884664"/>
              <a:gd name="connsiteY17" fmla="*/ 1550416 h 1624677"/>
              <a:gd name="connsiteX18" fmla="*/ 8512556 w 9884664"/>
              <a:gd name="connsiteY18" fmla="*/ 1586484 h 1624677"/>
              <a:gd name="connsiteX19" fmla="*/ 9884664 w 9884664"/>
              <a:gd name="connsiteY19" fmla="*/ 1602740 h 162467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631428 w 9884664"/>
              <a:gd name="connsiteY4" fmla="*/ 35052 h 1619597"/>
              <a:gd name="connsiteX5" fmla="*/ 9262872 w 9884664"/>
              <a:gd name="connsiteY5" fmla="*/ 92964 h 1619597"/>
              <a:gd name="connsiteX6" fmla="*/ 9610852 w 9884664"/>
              <a:gd name="connsiteY6" fmla="*/ 774192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972804 w 9884664"/>
              <a:gd name="connsiteY4" fmla="*/ 10668 h 1619597"/>
              <a:gd name="connsiteX5" fmla="*/ 9262872 w 9884664"/>
              <a:gd name="connsiteY5" fmla="*/ 92964 h 1619597"/>
              <a:gd name="connsiteX6" fmla="*/ 9610852 w 9884664"/>
              <a:gd name="connsiteY6" fmla="*/ 774192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972804 w 9884664"/>
              <a:gd name="connsiteY4" fmla="*/ 10668 h 1619597"/>
              <a:gd name="connsiteX5" fmla="*/ 9262872 w 9884664"/>
              <a:gd name="connsiteY5" fmla="*/ 92964 h 1619597"/>
              <a:gd name="connsiteX6" fmla="*/ 9354820 w 9884664"/>
              <a:gd name="connsiteY6" fmla="*/ 688848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972804 w 9884664"/>
              <a:gd name="connsiteY4" fmla="*/ 10668 h 1619597"/>
              <a:gd name="connsiteX5" fmla="*/ 9262872 w 9884664"/>
              <a:gd name="connsiteY5" fmla="*/ 92964 h 1619597"/>
              <a:gd name="connsiteX6" fmla="*/ 9354820 w 9884664"/>
              <a:gd name="connsiteY6" fmla="*/ 688848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972804 w 9884664"/>
              <a:gd name="connsiteY4" fmla="*/ 10668 h 1619597"/>
              <a:gd name="connsiteX5" fmla="*/ 9262872 w 9884664"/>
              <a:gd name="connsiteY5" fmla="*/ 92964 h 1619597"/>
              <a:gd name="connsiteX6" fmla="*/ 9354820 w 9884664"/>
              <a:gd name="connsiteY6" fmla="*/ 688848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686292 w 9884664"/>
              <a:gd name="connsiteY4" fmla="*/ 10668 h 1619597"/>
              <a:gd name="connsiteX5" fmla="*/ 9262872 w 9884664"/>
              <a:gd name="connsiteY5" fmla="*/ 92964 h 1619597"/>
              <a:gd name="connsiteX6" fmla="*/ 9354820 w 9884664"/>
              <a:gd name="connsiteY6" fmla="*/ 688848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884664"/>
              <a:gd name="connsiteY0" fmla="*/ 0 h 1619597"/>
              <a:gd name="connsiteX1" fmla="*/ 3610864 w 9884664"/>
              <a:gd name="connsiteY1" fmla="*/ 10668 h 1619597"/>
              <a:gd name="connsiteX2" fmla="*/ 5690616 w 9884664"/>
              <a:gd name="connsiteY2" fmla="*/ 17272 h 1619597"/>
              <a:gd name="connsiteX3" fmla="*/ 7871460 w 9884664"/>
              <a:gd name="connsiteY3" fmla="*/ 13208 h 1619597"/>
              <a:gd name="connsiteX4" fmla="*/ 8686292 w 9884664"/>
              <a:gd name="connsiteY4" fmla="*/ 10668 h 1619597"/>
              <a:gd name="connsiteX5" fmla="*/ 9262872 w 9884664"/>
              <a:gd name="connsiteY5" fmla="*/ 92964 h 1619597"/>
              <a:gd name="connsiteX6" fmla="*/ 9354820 w 9884664"/>
              <a:gd name="connsiteY6" fmla="*/ 688848 h 1619597"/>
              <a:gd name="connsiteX7" fmla="*/ 9028176 w 9884664"/>
              <a:gd name="connsiteY7" fmla="*/ 835660 h 1619597"/>
              <a:gd name="connsiteX8" fmla="*/ 7626096 w 9884664"/>
              <a:gd name="connsiteY8" fmla="*/ 866648 h 1619597"/>
              <a:gd name="connsiteX9" fmla="*/ 5028692 w 9884664"/>
              <a:gd name="connsiteY9" fmla="*/ 807720 h 1619597"/>
              <a:gd name="connsiteX10" fmla="*/ 3883152 w 9884664"/>
              <a:gd name="connsiteY10" fmla="*/ 787400 h 1619597"/>
              <a:gd name="connsiteX11" fmla="*/ 2777236 w 9884664"/>
              <a:gd name="connsiteY11" fmla="*/ 745236 h 1619597"/>
              <a:gd name="connsiteX12" fmla="*/ 2052320 w 9884664"/>
              <a:gd name="connsiteY12" fmla="*/ 746760 h 1619597"/>
              <a:gd name="connsiteX13" fmla="*/ 1610360 w 9884664"/>
              <a:gd name="connsiteY13" fmla="*/ 922020 h 1619597"/>
              <a:gd name="connsiteX14" fmla="*/ 1623568 w 9884664"/>
              <a:gd name="connsiteY14" fmla="*/ 1485900 h 1619597"/>
              <a:gd name="connsiteX15" fmla="*/ 2589784 w 9884664"/>
              <a:gd name="connsiteY15" fmla="*/ 1613408 h 1619597"/>
              <a:gd name="connsiteX16" fmla="*/ 3757168 w 9884664"/>
              <a:gd name="connsiteY16" fmla="*/ 1594104 h 1619597"/>
              <a:gd name="connsiteX17" fmla="*/ 5967476 w 9884664"/>
              <a:gd name="connsiteY17" fmla="*/ 1545336 h 1619597"/>
              <a:gd name="connsiteX18" fmla="*/ 8512556 w 9884664"/>
              <a:gd name="connsiteY18" fmla="*/ 1581404 h 1619597"/>
              <a:gd name="connsiteX19" fmla="*/ 9884664 w 9884664"/>
              <a:gd name="connsiteY19" fmla="*/ 1597660 h 1619597"/>
              <a:gd name="connsiteX0" fmla="*/ 0 w 9561576"/>
              <a:gd name="connsiteY0" fmla="*/ 0 h 1619597"/>
              <a:gd name="connsiteX1" fmla="*/ 3287776 w 9561576"/>
              <a:gd name="connsiteY1" fmla="*/ 10668 h 1619597"/>
              <a:gd name="connsiteX2" fmla="*/ 5367528 w 9561576"/>
              <a:gd name="connsiteY2" fmla="*/ 17272 h 1619597"/>
              <a:gd name="connsiteX3" fmla="*/ 7548372 w 9561576"/>
              <a:gd name="connsiteY3" fmla="*/ 13208 h 1619597"/>
              <a:gd name="connsiteX4" fmla="*/ 8363204 w 9561576"/>
              <a:gd name="connsiteY4" fmla="*/ 10668 h 1619597"/>
              <a:gd name="connsiteX5" fmla="*/ 8939784 w 9561576"/>
              <a:gd name="connsiteY5" fmla="*/ 92964 h 1619597"/>
              <a:gd name="connsiteX6" fmla="*/ 9031732 w 9561576"/>
              <a:gd name="connsiteY6" fmla="*/ 688848 h 1619597"/>
              <a:gd name="connsiteX7" fmla="*/ 8705088 w 9561576"/>
              <a:gd name="connsiteY7" fmla="*/ 835660 h 1619597"/>
              <a:gd name="connsiteX8" fmla="*/ 7303008 w 9561576"/>
              <a:gd name="connsiteY8" fmla="*/ 866648 h 1619597"/>
              <a:gd name="connsiteX9" fmla="*/ 4705604 w 9561576"/>
              <a:gd name="connsiteY9" fmla="*/ 807720 h 1619597"/>
              <a:gd name="connsiteX10" fmla="*/ 3560064 w 9561576"/>
              <a:gd name="connsiteY10" fmla="*/ 787400 h 1619597"/>
              <a:gd name="connsiteX11" fmla="*/ 2454148 w 9561576"/>
              <a:gd name="connsiteY11" fmla="*/ 745236 h 1619597"/>
              <a:gd name="connsiteX12" fmla="*/ 1729232 w 9561576"/>
              <a:gd name="connsiteY12" fmla="*/ 746760 h 1619597"/>
              <a:gd name="connsiteX13" fmla="*/ 1287272 w 9561576"/>
              <a:gd name="connsiteY13" fmla="*/ 922020 h 1619597"/>
              <a:gd name="connsiteX14" fmla="*/ 1300480 w 9561576"/>
              <a:gd name="connsiteY14" fmla="*/ 1485900 h 1619597"/>
              <a:gd name="connsiteX15" fmla="*/ 2266696 w 9561576"/>
              <a:gd name="connsiteY15" fmla="*/ 1613408 h 1619597"/>
              <a:gd name="connsiteX16" fmla="*/ 3434080 w 9561576"/>
              <a:gd name="connsiteY16" fmla="*/ 1594104 h 1619597"/>
              <a:gd name="connsiteX17" fmla="*/ 5644388 w 9561576"/>
              <a:gd name="connsiteY17" fmla="*/ 1545336 h 1619597"/>
              <a:gd name="connsiteX18" fmla="*/ 8189468 w 9561576"/>
              <a:gd name="connsiteY18" fmla="*/ 1581404 h 1619597"/>
              <a:gd name="connsiteX19" fmla="*/ 9561576 w 9561576"/>
              <a:gd name="connsiteY19" fmla="*/ 1597660 h 1619597"/>
              <a:gd name="connsiteX0" fmla="*/ 0 w 9555480"/>
              <a:gd name="connsiteY0" fmla="*/ 0 h 1619597"/>
              <a:gd name="connsiteX1" fmla="*/ 328168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698992 w 9555480"/>
              <a:gd name="connsiteY7" fmla="*/ 835660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448052 w 9555480"/>
              <a:gd name="connsiteY11" fmla="*/ 745236 h 1619597"/>
              <a:gd name="connsiteX12" fmla="*/ 1723136 w 9555480"/>
              <a:gd name="connsiteY12" fmla="*/ 74676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698992 w 9555480"/>
              <a:gd name="connsiteY7" fmla="*/ 835660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448052 w 9555480"/>
              <a:gd name="connsiteY11" fmla="*/ 745236 h 1619597"/>
              <a:gd name="connsiteX12" fmla="*/ 1723136 w 9555480"/>
              <a:gd name="connsiteY12" fmla="*/ 74676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698992 w 9555480"/>
              <a:gd name="connsiteY7" fmla="*/ 835660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448052 w 9555480"/>
              <a:gd name="connsiteY11" fmla="*/ 745236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698992 w 9555480"/>
              <a:gd name="connsiteY7" fmla="*/ 835660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698992 w 9555480"/>
              <a:gd name="connsiteY7" fmla="*/ 835660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96912 w 9555480"/>
              <a:gd name="connsiteY8" fmla="*/ 86664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60336 w 9555480"/>
              <a:gd name="connsiteY8" fmla="*/ 77520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60336 w 9555480"/>
              <a:gd name="connsiteY8" fmla="*/ 77520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60336 w 9555480"/>
              <a:gd name="connsiteY8" fmla="*/ 77520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60336 w 9555480"/>
              <a:gd name="connsiteY8" fmla="*/ 775208 h 1619597"/>
              <a:gd name="connsiteX9" fmla="*/ 4699508 w 9555480"/>
              <a:gd name="connsiteY9" fmla="*/ 807720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60336 w 9555480"/>
              <a:gd name="connsiteY8" fmla="*/ 775208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333232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99084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99084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643124 w 9555480"/>
              <a:gd name="connsiteY11" fmla="*/ 781812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728468 w 9555480"/>
              <a:gd name="connsiteY11" fmla="*/ 787908 h 1619597"/>
              <a:gd name="connsiteX12" fmla="*/ 1887728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728468 w 9555480"/>
              <a:gd name="connsiteY11" fmla="*/ 787908 h 1619597"/>
              <a:gd name="connsiteX12" fmla="*/ 1960880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728468 w 9555480"/>
              <a:gd name="connsiteY11" fmla="*/ 787908 h 1619597"/>
              <a:gd name="connsiteX12" fmla="*/ 1960880 w 9555480"/>
              <a:gd name="connsiteY12" fmla="*/ 777240 h 1619597"/>
              <a:gd name="connsiteX13" fmla="*/ 1281176 w 9555480"/>
              <a:gd name="connsiteY13" fmla="*/ 922020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728468 w 9555480"/>
              <a:gd name="connsiteY11" fmla="*/ 787908 h 1619597"/>
              <a:gd name="connsiteX12" fmla="*/ 1960880 w 9555480"/>
              <a:gd name="connsiteY12" fmla="*/ 777240 h 1619597"/>
              <a:gd name="connsiteX13" fmla="*/ 1366520 w 9555480"/>
              <a:gd name="connsiteY13" fmla="*/ 976884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19597"/>
              <a:gd name="connsiteX1" fmla="*/ 3251200 w 9555480"/>
              <a:gd name="connsiteY1" fmla="*/ 10668 h 1619597"/>
              <a:gd name="connsiteX2" fmla="*/ 5361432 w 9555480"/>
              <a:gd name="connsiteY2" fmla="*/ 17272 h 1619597"/>
              <a:gd name="connsiteX3" fmla="*/ 7542276 w 9555480"/>
              <a:gd name="connsiteY3" fmla="*/ 13208 h 1619597"/>
              <a:gd name="connsiteX4" fmla="*/ 8357108 w 9555480"/>
              <a:gd name="connsiteY4" fmla="*/ 10668 h 1619597"/>
              <a:gd name="connsiteX5" fmla="*/ 8933688 w 9555480"/>
              <a:gd name="connsiteY5" fmla="*/ 92964 h 1619597"/>
              <a:gd name="connsiteX6" fmla="*/ 9025636 w 9555480"/>
              <a:gd name="connsiteY6" fmla="*/ 688848 h 1619597"/>
              <a:gd name="connsiteX7" fmla="*/ 8412480 w 9555480"/>
              <a:gd name="connsiteY7" fmla="*/ 780796 h 1619597"/>
              <a:gd name="connsiteX8" fmla="*/ 7254240 w 9555480"/>
              <a:gd name="connsiteY8" fmla="*/ 787400 h 1619597"/>
              <a:gd name="connsiteX9" fmla="*/ 4705604 w 9555480"/>
              <a:gd name="connsiteY9" fmla="*/ 789432 h 1619597"/>
              <a:gd name="connsiteX10" fmla="*/ 3553968 w 9555480"/>
              <a:gd name="connsiteY10" fmla="*/ 787400 h 1619597"/>
              <a:gd name="connsiteX11" fmla="*/ 2728468 w 9555480"/>
              <a:gd name="connsiteY11" fmla="*/ 787908 h 1619597"/>
              <a:gd name="connsiteX12" fmla="*/ 1960880 w 9555480"/>
              <a:gd name="connsiteY12" fmla="*/ 777240 h 1619597"/>
              <a:gd name="connsiteX13" fmla="*/ 1366520 w 9555480"/>
              <a:gd name="connsiteY13" fmla="*/ 976884 h 1619597"/>
              <a:gd name="connsiteX14" fmla="*/ 1294384 w 9555480"/>
              <a:gd name="connsiteY14" fmla="*/ 1485900 h 1619597"/>
              <a:gd name="connsiteX15" fmla="*/ 2260600 w 9555480"/>
              <a:gd name="connsiteY15" fmla="*/ 1613408 h 1619597"/>
              <a:gd name="connsiteX16" fmla="*/ 3427984 w 9555480"/>
              <a:gd name="connsiteY16" fmla="*/ 1594104 h 1619597"/>
              <a:gd name="connsiteX17" fmla="*/ 5638292 w 9555480"/>
              <a:gd name="connsiteY17" fmla="*/ 1545336 h 1619597"/>
              <a:gd name="connsiteX18" fmla="*/ 8183372 w 9555480"/>
              <a:gd name="connsiteY18" fmla="*/ 1581404 h 1619597"/>
              <a:gd name="connsiteX19" fmla="*/ 9555480 w 9555480"/>
              <a:gd name="connsiteY19" fmla="*/ 1597660 h 1619597"/>
              <a:gd name="connsiteX0" fmla="*/ 0 w 9555480"/>
              <a:gd name="connsiteY0" fmla="*/ 0 h 1604942"/>
              <a:gd name="connsiteX1" fmla="*/ 3251200 w 9555480"/>
              <a:gd name="connsiteY1" fmla="*/ 10668 h 1604942"/>
              <a:gd name="connsiteX2" fmla="*/ 5361432 w 9555480"/>
              <a:gd name="connsiteY2" fmla="*/ 17272 h 1604942"/>
              <a:gd name="connsiteX3" fmla="*/ 7542276 w 9555480"/>
              <a:gd name="connsiteY3" fmla="*/ 13208 h 1604942"/>
              <a:gd name="connsiteX4" fmla="*/ 8357108 w 9555480"/>
              <a:gd name="connsiteY4" fmla="*/ 10668 h 1604942"/>
              <a:gd name="connsiteX5" fmla="*/ 8933688 w 9555480"/>
              <a:gd name="connsiteY5" fmla="*/ 92964 h 1604942"/>
              <a:gd name="connsiteX6" fmla="*/ 9025636 w 9555480"/>
              <a:gd name="connsiteY6" fmla="*/ 688848 h 1604942"/>
              <a:gd name="connsiteX7" fmla="*/ 8412480 w 9555480"/>
              <a:gd name="connsiteY7" fmla="*/ 780796 h 1604942"/>
              <a:gd name="connsiteX8" fmla="*/ 7254240 w 9555480"/>
              <a:gd name="connsiteY8" fmla="*/ 787400 h 1604942"/>
              <a:gd name="connsiteX9" fmla="*/ 4705604 w 9555480"/>
              <a:gd name="connsiteY9" fmla="*/ 789432 h 1604942"/>
              <a:gd name="connsiteX10" fmla="*/ 3553968 w 9555480"/>
              <a:gd name="connsiteY10" fmla="*/ 787400 h 1604942"/>
              <a:gd name="connsiteX11" fmla="*/ 2728468 w 9555480"/>
              <a:gd name="connsiteY11" fmla="*/ 787908 h 1604942"/>
              <a:gd name="connsiteX12" fmla="*/ 1960880 w 9555480"/>
              <a:gd name="connsiteY12" fmla="*/ 777240 h 1604942"/>
              <a:gd name="connsiteX13" fmla="*/ 1366520 w 9555480"/>
              <a:gd name="connsiteY13" fmla="*/ 976884 h 1604942"/>
              <a:gd name="connsiteX14" fmla="*/ 1294384 w 9555480"/>
              <a:gd name="connsiteY14" fmla="*/ 1485900 h 1604942"/>
              <a:gd name="connsiteX15" fmla="*/ 2254504 w 9555480"/>
              <a:gd name="connsiteY15" fmla="*/ 1595120 h 1604942"/>
              <a:gd name="connsiteX16" fmla="*/ 3427984 w 9555480"/>
              <a:gd name="connsiteY16" fmla="*/ 1594104 h 1604942"/>
              <a:gd name="connsiteX17" fmla="*/ 5638292 w 9555480"/>
              <a:gd name="connsiteY17" fmla="*/ 1545336 h 1604942"/>
              <a:gd name="connsiteX18" fmla="*/ 8183372 w 9555480"/>
              <a:gd name="connsiteY18" fmla="*/ 1581404 h 1604942"/>
              <a:gd name="connsiteX19" fmla="*/ 9555480 w 9555480"/>
              <a:gd name="connsiteY19" fmla="*/ 1597660 h 1604942"/>
              <a:gd name="connsiteX0" fmla="*/ 0 w 9555480"/>
              <a:gd name="connsiteY0" fmla="*/ 0 h 1598011"/>
              <a:gd name="connsiteX1" fmla="*/ 3251200 w 9555480"/>
              <a:gd name="connsiteY1" fmla="*/ 10668 h 1598011"/>
              <a:gd name="connsiteX2" fmla="*/ 5361432 w 9555480"/>
              <a:gd name="connsiteY2" fmla="*/ 17272 h 1598011"/>
              <a:gd name="connsiteX3" fmla="*/ 7542276 w 9555480"/>
              <a:gd name="connsiteY3" fmla="*/ 13208 h 1598011"/>
              <a:gd name="connsiteX4" fmla="*/ 8357108 w 9555480"/>
              <a:gd name="connsiteY4" fmla="*/ 10668 h 1598011"/>
              <a:gd name="connsiteX5" fmla="*/ 8933688 w 9555480"/>
              <a:gd name="connsiteY5" fmla="*/ 92964 h 1598011"/>
              <a:gd name="connsiteX6" fmla="*/ 9025636 w 9555480"/>
              <a:gd name="connsiteY6" fmla="*/ 688848 h 1598011"/>
              <a:gd name="connsiteX7" fmla="*/ 8412480 w 9555480"/>
              <a:gd name="connsiteY7" fmla="*/ 780796 h 1598011"/>
              <a:gd name="connsiteX8" fmla="*/ 7254240 w 9555480"/>
              <a:gd name="connsiteY8" fmla="*/ 787400 h 1598011"/>
              <a:gd name="connsiteX9" fmla="*/ 4705604 w 9555480"/>
              <a:gd name="connsiteY9" fmla="*/ 789432 h 1598011"/>
              <a:gd name="connsiteX10" fmla="*/ 3553968 w 9555480"/>
              <a:gd name="connsiteY10" fmla="*/ 787400 h 1598011"/>
              <a:gd name="connsiteX11" fmla="*/ 2728468 w 9555480"/>
              <a:gd name="connsiteY11" fmla="*/ 787908 h 1598011"/>
              <a:gd name="connsiteX12" fmla="*/ 1960880 w 9555480"/>
              <a:gd name="connsiteY12" fmla="*/ 777240 h 1598011"/>
              <a:gd name="connsiteX13" fmla="*/ 1366520 w 9555480"/>
              <a:gd name="connsiteY13" fmla="*/ 976884 h 1598011"/>
              <a:gd name="connsiteX14" fmla="*/ 1294384 w 9555480"/>
              <a:gd name="connsiteY14" fmla="*/ 1485900 h 1598011"/>
              <a:gd name="connsiteX15" fmla="*/ 2254504 w 9555480"/>
              <a:gd name="connsiteY15" fmla="*/ 1595120 h 1598011"/>
              <a:gd name="connsiteX16" fmla="*/ 3427984 w 9555480"/>
              <a:gd name="connsiteY16" fmla="*/ 1594104 h 1598011"/>
              <a:gd name="connsiteX17" fmla="*/ 5638292 w 9555480"/>
              <a:gd name="connsiteY17" fmla="*/ 1545336 h 1598011"/>
              <a:gd name="connsiteX18" fmla="*/ 8183372 w 9555480"/>
              <a:gd name="connsiteY18" fmla="*/ 1581404 h 1598011"/>
              <a:gd name="connsiteX19" fmla="*/ 9555480 w 9555480"/>
              <a:gd name="connsiteY19" fmla="*/ 1597660 h 1598011"/>
              <a:gd name="connsiteX0" fmla="*/ 0 w 9555480"/>
              <a:gd name="connsiteY0" fmla="*/ 0 h 1597660"/>
              <a:gd name="connsiteX1" fmla="*/ 3251200 w 9555480"/>
              <a:gd name="connsiteY1" fmla="*/ 10668 h 1597660"/>
              <a:gd name="connsiteX2" fmla="*/ 5361432 w 9555480"/>
              <a:gd name="connsiteY2" fmla="*/ 17272 h 1597660"/>
              <a:gd name="connsiteX3" fmla="*/ 7542276 w 9555480"/>
              <a:gd name="connsiteY3" fmla="*/ 13208 h 1597660"/>
              <a:gd name="connsiteX4" fmla="*/ 8357108 w 9555480"/>
              <a:gd name="connsiteY4" fmla="*/ 10668 h 1597660"/>
              <a:gd name="connsiteX5" fmla="*/ 8933688 w 9555480"/>
              <a:gd name="connsiteY5" fmla="*/ 92964 h 1597660"/>
              <a:gd name="connsiteX6" fmla="*/ 9025636 w 9555480"/>
              <a:gd name="connsiteY6" fmla="*/ 688848 h 1597660"/>
              <a:gd name="connsiteX7" fmla="*/ 8412480 w 9555480"/>
              <a:gd name="connsiteY7" fmla="*/ 780796 h 1597660"/>
              <a:gd name="connsiteX8" fmla="*/ 7254240 w 9555480"/>
              <a:gd name="connsiteY8" fmla="*/ 787400 h 1597660"/>
              <a:gd name="connsiteX9" fmla="*/ 4705604 w 9555480"/>
              <a:gd name="connsiteY9" fmla="*/ 789432 h 1597660"/>
              <a:gd name="connsiteX10" fmla="*/ 3553968 w 9555480"/>
              <a:gd name="connsiteY10" fmla="*/ 787400 h 1597660"/>
              <a:gd name="connsiteX11" fmla="*/ 2728468 w 9555480"/>
              <a:gd name="connsiteY11" fmla="*/ 787908 h 1597660"/>
              <a:gd name="connsiteX12" fmla="*/ 1960880 w 9555480"/>
              <a:gd name="connsiteY12" fmla="*/ 777240 h 1597660"/>
              <a:gd name="connsiteX13" fmla="*/ 1366520 w 9555480"/>
              <a:gd name="connsiteY13" fmla="*/ 976884 h 1597660"/>
              <a:gd name="connsiteX14" fmla="*/ 1294384 w 9555480"/>
              <a:gd name="connsiteY14" fmla="*/ 1485900 h 1597660"/>
              <a:gd name="connsiteX15" fmla="*/ 2254504 w 9555480"/>
              <a:gd name="connsiteY15" fmla="*/ 1595120 h 1597660"/>
              <a:gd name="connsiteX16" fmla="*/ 3427984 w 9555480"/>
              <a:gd name="connsiteY16" fmla="*/ 1594104 h 1597660"/>
              <a:gd name="connsiteX17" fmla="*/ 5638292 w 9555480"/>
              <a:gd name="connsiteY17" fmla="*/ 1545336 h 1597660"/>
              <a:gd name="connsiteX18" fmla="*/ 8183372 w 9555480"/>
              <a:gd name="connsiteY18" fmla="*/ 1581404 h 1597660"/>
              <a:gd name="connsiteX19" fmla="*/ 9555480 w 9555480"/>
              <a:gd name="connsiteY19" fmla="*/ 1597660 h 1597660"/>
              <a:gd name="connsiteX0" fmla="*/ 0 w 9555480"/>
              <a:gd name="connsiteY0" fmla="*/ 0 h 1624628"/>
              <a:gd name="connsiteX1" fmla="*/ 3251200 w 9555480"/>
              <a:gd name="connsiteY1" fmla="*/ 10668 h 1624628"/>
              <a:gd name="connsiteX2" fmla="*/ 5361432 w 9555480"/>
              <a:gd name="connsiteY2" fmla="*/ 17272 h 1624628"/>
              <a:gd name="connsiteX3" fmla="*/ 7542276 w 9555480"/>
              <a:gd name="connsiteY3" fmla="*/ 13208 h 1624628"/>
              <a:gd name="connsiteX4" fmla="*/ 8357108 w 9555480"/>
              <a:gd name="connsiteY4" fmla="*/ 10668 h 1624628"/>
              <a:gd name="connsiteX5" fmla="*/ 8933688 w 9555480"/>
              <a:gd name="connsiteY5" fmla="*/ 92964 h 1624628"/>
              <a:gd name="connsiteX6" fmla="*/ 9025636 w 9555480"/>
              <a:gd name="connsiteY6" fmla="*/ 688848 h 1624628"/>
              <a:gd name="connsiteX7" fmla="*/ 8412480 w 9555480"/>
              <a:gd name="connsiteY7" fmla="*/ 780796 h 1624628"/>
              <a:gd name="connsiteX8" fmla="*/ 7254240 w 9555480"/>
              <a:gd name="connsiteY8" fmla="*/ 787400 h 1624628"/>
              <a:gd name="connsiteX9" fmla="*/ 4705604 w 9555480"/>
              <a:gd name="connsiteY9" fmla="*/ 789432 h 1624628"/>
              <a:gd name="connsiteX10" fmla="*/ 3553968 w 9555480"/>
              <a:gd name="connsiteY10" fmla="*/ 787400 h 1624628"/>
              <a:gd name="connsiteX11" fmla="*/ 2728468 w 9555480"/>
              <a:gd name="connsiteY11" fmla="*/ 787908 h 1624628"/>
              <a:gd name="connsiteX12" fmla="*/ 1960880 w 9555480"/>
              <a:gd name="connsiteY12" fmla="*/ 777240 h 1624628"/>
              <a:gd name="connsiteX13" fmla="*/ 1366520 w 9555480"/>
              <a:gd name="connsiteY13" fmla="*/ 976884 h 1624628"/>
              <a:gd name="connsiteX14" fmla="*/ 1294384 w 9555480"/>
              <a:gd name="connsiteY14" fmla="*/ 1485900 h 1624628"/>
              <a:gd name="connsiteX15" fmla="*/ 2254504 w 9555480"/>
              <a:gd name="connsiteY15" fmla="*/ 1595120 h 1624628"/>
              <a:gd name="connsiteX16" fmla="*/ 3427984 w 9555480"/>
              <a:gd name="connsiteY16" fmla="*/ 1594104 h 1624628"/>
              <a:gd name="connsiteX17" fmla="*/ 5644388 w 9555480"/>
              <a:gd name="connsiteY17" fmla="*/ 1588008 h 1624628"/>
              <a:gd name="connsiteX18" fmla="*/ 8183372 w 9555480"/>
              <a:gd name="connsiteY18" fmla="*/ 1581404 h 1624628"/>
              <a:gd name="connsiteX19" fmla="*/ 9555480 w 9555480"/>
              <a:gd name="connsiteY19" fmla="*/ 1597660 h 1624628"/>
              <a:gd name="connsiteX0" fmla="*/ 0 w 9555480"/>
              <a:gd name="connsiteY0" fmla="*/ 0 h 1624628"/>
              <a:gd name="connsiteX1" fmla="*/ 3251200 w 9555480"/>
              <a:gd name="connsiteY1" fmla="*/ 10668 h 1624628"/>
              <a:gd name="connsiteX2" fmla="*/ 5361432 w 9555480"/>
              <a:gd name="connsiteY2" fmla="*/ 17272 h 1624628"/>
              <a:gd name="connsiteX3" fmla="*/ 7542276 w 9555480"/>
              <a:gd name="connsiteY3" fmla="*/ 13208 h 1624628"/>
              <a:gd name="connsiteX4" fmla="*/ 8357108 w 9555480"/>
              <a:gd name="connsiteY4" fmla="*/ 10668 h 1624628"/>
              <a:gd name="connsiteX5" fmla="*/ 8933688 w 9555480"/>
              <a:gd name="connsiteY5" fmla="*/ 92964 h 1624628"/>
              <a:gd name="connsiteX6" fmla="*/ 9025636 w 9555480"/>
              <a:gd name="connsiteY6" fmla="*/ 688848 h 1624628"/>
              <a:gd name="connsiteX7" fmla="*/ 8412480 w 9555480"/>
              <a:gd name="connsiteY7" fmla="*/ 780796 h 1624628"/>
              <a:gd name="connsiteX8" fmla="*/ 7254240 w 9555480"/>
              <a:gd name="connsiteY8" fmla="*/ 787400 h 1624628"/>
              <a:gd name="connsiteX9" fmla="*/ 4705604 w 9555480"/>
              <a:gd name="connsiteY9" fmla="*/ 789432 h 1624628"/>
              <a:gd name="connsiteX10" fmla="*/ 3553968 w 9555480"/>
              <a:gd name="connsiteY10" fmla="*/ 787400 h 1624628"/>
              <a:gd name="connsiteX11" fmla="*/ 2728468 w 9555480"/>
              <a:gd name="connsiteY11" fmla="*/ 787908 h 1624628"/>
              <a:gd name="connsiteX12" fmla="*/ 1960880 w 9555480"/>
              <a:gd name="connsiteY12" fmla="*/ 777240 h 1624628"/>
              <a:gd name="connsiteX13" fmla="*/ 1366520 w 9555480"/>
              <a:gd name="connsiteY13" fmla="*/ 976884 h 1624628"/>
              <a:gd name="connsiteX14" fmla="*/ 1294384 w 9555480"/>
              <a:gd name="connsiteY14" fmla="*/ 1485900 h 1624628"/>
              <a:gd name="connsiteX15" fmla="*/ 2254504 w 9555480"/>
              <a:gd name="connsiteY15" fmla="*/ 1595120 h 1624628"/>
              <a:gd name="connsiteX16" fmla="*/ 3427984 w 9555480"/>
              <a:gd name="connsiteY16" fmla="*/ 1594104 h 1624628"/>
              <a:gd name="connsiteX17" fmla="*/ 5644388 w 9555480"/>
              <a:gd name="connsiteY17" fmla="*/ 1588008 h 1624628"/>
              <a:gd name="connsiteX18" fmla="*/ 8183372 w 9555480"/>
              <a:gd name="connsiteY18" fmla="*/ 1581404 h 1624628"/>
              <a:gd name="connsiteX19" fmla="*/ 9555480 w 9555480"/>
              <a:gd name="connsiteY19" fmla="*/ 1597660 h 1624628"/>
              <a:gd name="connsiteX0" fmla="*/ 0 w 9555480"/>
              <a:gd name="connsiteY0" fmla="*/ 0 h 1626769"/>
              <a:gd name="connsiteX1" fmla="*/ 3251200 w 9555480"/>
              <a:gd name="connsiteY1" fmla="*/ 10668 h 1626769"/>
              <a:gd name="connsiteX2" fmla="*/ 5361432 w 9555480"/>
              <a:gd name="connsiteY2" fmla="*/ 17272 h 1626769"/>
              <a:gd name="connsiteX3" fmla="*/ 7542276 w 9555480"/>
              <a:gd name="connsiteY3" fmla="*/ 13208 h 1626769"/>
              <a:gd name="connsiteX4" fmla="*/ 8357108 w 9555480"/>
              <a:gd name="connsiteY4" fmla="*/ 10668 h 1626769"/>
              <a:gd name="connsiteX5" fmla="*/ 8933688 w 9555480"/>
              <a:gd name="connsiteY5" fmla="*/ 92964 h 1626769"/>
              <a:gd name="connsiteX6" fmla="*/ 9025636 w 9555480"/>
              <a:gd name="connsiteY6" fmla="*/ 688848 h 1626769"/>
              <a:gd name="connsiteX7" fmla="*/ 8412480 w 9555480"/>
              <a:gd name="connsiteY7" fmla="*/ 780796 h 1626769"/>
              <a:gd name="connsiteX8" fmla="*/ 7254240 w 9555480"/>
              <a:gd name="connsiteY8" fmla="*/ 787400 h 1626769"/>
              <a:gd name="connsiteX9" fmla="*/ 4705604 w 9555480"/>
              <a:gd name="connsiteY9" fmla="*/ 789432 h 1626769"/>
              <a:gd name="connsiteX10" fmla="*/ 3553968 w 9555480"/>
              <a:gd name="connsiteY10" fmla="*/ 787400 h 1626769"/>
              <a:gd name="connsiteX11" fmla="*/ 2728468 w 9555480"/>
              <a:gd name="connsiteY11" fmla="*/ 787908 h 1626769"/>
              <a:gd name="connsiteX12" fmla="*/ 1960880 w 9555480"/>
              <a:gd name="connsiteY12" fmla="*/ 777240 h 1626769"/>
              <a:gd name="connsiteX13" fmla="*/ 1366520 w 9555480"/>
              <a:gd name="connsiteY13" fmla="*/ 976884 h 1626769"/>
              <a:gd name="connsiteX14" fmla="*/ 1294384 w 9555480"/>
              <a:gd name="connsiteY14" fmla="*/ 1485900 h 1626769"/>
              <a:gd name="connsiteX15" fmla="*/ 2254504 w 9555480"/>
              <a:gd name="connsiteY15" fmla="*/ 1595120 h 1626769"/>
              <a:gd name="connsiteX16" fmla="*/ 3427984 w 9555480"/>
              <a:gd name="connsiteY16" fmla="*/ 1594104 h 1626769"/>
              <a:gd name="connsiteX17" fmla="*/ 5644388 w 9555480"/>
              <a:gd name="connsiteY17" fmla="*/ 1588008 h 1626769"/>
              <a:gd name="connsiteX18" fmla="*/ 8750300 w 9555480"/>
              <a:gd name="connsiteY18" fmla="*/ 1593596 h 1626769"/>
              <a:gd name="connsiteX19" fmla="*/ 9555480 w 9555480"/>
              <a:gd name="connsiteY19" fmla="*/ 1597660 h 1626769"/>
              <a:gd name="connsiteX0" fmla="*/ 0 w 9555480"/>
              <a:gd name="connsiteY0" fmla="*/ 0 h 1626769"/>
              <a:gd name="connsiteX1" fmla="*/ 3251200 w 9555480"/>
              <a:gd name="connsiteY1" fmla="*/ 10668 h 1626769"/>
              <a:gd name="connsiteX2" fmla="*/ 5361432 w 9555480"/>
              <a:gd name="connsiteY2" fmla="*/ 17272 h 1626769"/>
              <a:gd name="connsiteX3" fmla="*/ 7542276 w 9555480"/>
              <a:gd name="connsiteY3" fmla="*/ 13208 h 1626769"/>
              <a:gd name="connsiteX4" fmla="*/ 8357108 w 9555480"/>
              <a:gd name="connsiteY4" fmla="*/ 10668 h 1626769"/>
              <a:gd name="connsiteX5" fmla="*/ 8933688 w 9555480"/>
              <a:gd name="connsiteY5" fmla="*/ 92964 h 1626769"/>
              <a:gd name="connsiteX6" fmla="*/ 9025636 w 9555480"/>
              <a:gd name="connsiteY6" fmla="*/ 688848 h 1626769"/>
              <a:gd name="connsiteX7" fmla="*/ 8412480 w 9555480"/>
              <a:gd name="connsiteY7" fmla="*/ 780796 h 1626769"/>
              <a:gd name="connsiteX8" fmla="*/ 7254240 w 9555480"/>
              <a:gd name="connsiteY8" fmla="*/ 787400 h 1626769"/>
              <a:gd name="connsiteX9" fmla="*/ 4705604 w 9555480"/>
              <a:gd name="connsiteY9" fmla="*/ 789432 h 1626769"/>
              <a:gd name="connsiteX10" fmla="*/ 3553968 w 9555480"/>
              <a:gd name="connsiteY10" fmla="*/ 787400 h 1626769"/>
              <a:gd name="connsiteX11" fmla="*/ 2728468 w 9555480"/>
              <a:gd name="connsiteY11" fmla="*/ 787908 h 1626769"/>
              <a:gd name="connsiteX12" fmla="*/ 1960880 w 9555480"/>
              <a:gd name="connsiteY12" fmla="*/ 777240 h 1626769"/>
              <a:gd name="connsiteX13" fmla="*/ 1366520 w 9555480"/>
              <a:gd name="connsiteY13" fmla="*/ 976884 h 1626769"/>
              <a:gd name="connsiteX14" fmla="*/ 1294384 w 9555480"/>
              <a:gd name="connsiteY14" fmla="*/ 1485900 h 1626769"/>
              <a:gd name="connsiteX15" fmla="*/ 2254504 w 9555480"/>
              <a:gd name="connsiteY15" fmla="*/ 1595120 h 1626769"/>
              <a:gd name="connsiteX16" fmla="*/ 3427984 w 9555480"/>
              <a:gd name="connsiteY16" fmla="*/ 1594104 h 1626769"/>
              <a:gd name="connsiteX17" fmla="*/ 5644388 w 9555480"/>
              <a:gd name="connsiteY17" fmla="*/ 1588008 h 1626769"/>
              <a:gd name="connsiteX18" fmla="*/ 8750300 w 9555480"/>
              <a:gd name="connsiteY18" fmla="*/ 1593596 h 1626769"/>
              <a:gd name="connsiteX19" fmla="*/ 9555480 w 9555480"/>
              <a:gd name="connsiteY19" fmla="*/ 1597660 h 1626769"/>
              <a:gd name="connsiteX0" fmla="*/ 0 w 9555480"/>
              <a:gd name="connsiteY0" fmla="*/ 0 h 1597660"/>
              <a:gd name="connsiteX1" fmla="*/ 3251200 w 9555480"/>
              <a:gd name="connsiteY1" fmla="*/ 10668 h 1597660"/>
              <a:gd name="connsiteX2" fmla="*/ 5361432 w 9555480"/>
              <a:gd name="connsiteY2" fmla="*/ 17272 h 1597660"/>
              <a:gd name="connsiteX3" fmla="*/ 7542276 w 9555480"/>
              <a:gd name="connsiteY3" fmla="*/ 13208 h 1597660"/>
              <a:gd name="connsiteX4" fmla="*/ 8357108 w 9555480"/>
              <a:gd name="connsiteY4" fmla="*/ 10668 h 1597660"/>
              <a:gd name="connsiteX5" fmla="*/ 8933688 w 9555480"/>
              <a:gd name="connsiteY5" fmla="*/ 92964 h 1597660"/>
              <a:gd name="connsiteX6" fmla="*/ 9025636 w 9555480"/>
              <a:gd name="connsiteY6" fmla="*/ 688848 h 1597660"/>
              <a:gd name="connsiteX7" fmla="*/ 8412480 w 9555480"/>
              <a:gd name="connsiteY7" fmla="*/ 780796 h 1597660"/>
              <a:gd name="connsiteX8" fmla="*/ 7254240 w 9555480"/>
              <a:gd name="connsiteY8" fmla="*/ 787400 h 1597660"/>
              <a:gd name="connsiteX9" fmla="*/ 4705604 w 9555480"/>
              <a:gd name="connsiteY9" fmla="*/ 789432 h 1597660"/>
              <a:gd name="connsiteX10" fmla="*/ 3553968 w 9555480"/>
              <a:gd name="connsiteY10" fmla="*/ 787400 h 1597660"/>
              <a:gd name="connsiteX11" fmla="*/ 2728468 w 9555480"/>
              <a:gd name="connsiteY11" fmla="*/ 787908 h 1597660"/>
              <a:gd name="connsiteX12" fmla="*/ 1960880 w 9555480"/>
              <a:gd name="connsiteY12" fmla="*/ 777240 h 1597660"/>
              <a:gd name="connsiteX13" fmla="*/ 1366520 w 9555480"/>
              <a:gd name="connsiteY13" fmla="*/ 976884 h 1597660"/>
              <a:gd name="connsiteX14" fmla="*/ 1294384 w 9555480"/>
              <a:gd name="connsiteY14" fmla="*/ 1485900 h 1597660"/>
              <a:gd name="connsiteX15" fmla="*/ 2254504 w 9555480"/>
              <a:gd name="connsiteY15" fmla="*/ 1595120 h 1597660"/>
              <a:gd name="connsiteX16" fmla="*/ 3427984 w 9555480"/>
              <a:gd name="connsiteY16" fmla="*/ 1594104 h 1597660"/>
              <a:gd name="connsiteX17" fmla="*/ 5644388 w 9555480"/>
              <a:gd name="connsiteY17" fmla="*/ 1588008 h 1597660"/>
              <a:gd name="connsiteX18" fmla="*/ 7259128 w 9555480"/>
              <a:gd name="connsiteY18" fmla="*/ 1594426 h 1597660"/>
              <a:gd name="connsiteX19" fmla="*/ 8750300 w 9555480"/>
              <a:gd name="connsiteY19" fmla="*/ 1593596 h 1597660"/>
              <a:gd name="connsiteX20" fmla="*/ 9555480 w 9555480"/>
              <a:gd name="connsiteY20" fmla="*/ 1597660 h 1597660"/>
              <a:gd name="connsiteX0" fmla="*/ 0 w 9555480"/>
              <a:gd name="connsiteY0" fmla="*/ 0 h 1597660"/>
              <a:gd name="connsiteX1" fmla="*/ 3251200 w 9555480"/>
              <a:gd name="connsiteY1" fmla="*/ 10668 h 1597660"/>
              <a:gd name="connsiteX2" fmla="*/ 5361432 w 9555480"/>
              <a:gd name="connsiteY2" fmla="*/ 17272 h 1597660"/>
              <a:gd name="connsiteX3" fmla="*/ 7542276 w 9555480"/>
              <a:gd name="connsiteY3" fmla="*/ 13208 h 1597660"/>
              <a:gd name="connsiteX4" fmla="*/ 8357108 w 9555480"/>
              <a:gd name="connsiteY4" fmla="*/ 10668 h 1597660"/>
              <a:gd name="connsiteX5" fmla="*/ 8933688 w 9555480"/>
              <a:gd name="connsiteY5" fmla="*/ 92964 h 1597660"/>
              <a:gd name="connsiteX6" fmla="*/ 9025636 w 9555480"/>
              <a:gd name="connsiteY6" fmla="*/ 688848 h 1597660"/>
              <a:gd name="connsiteX7" fmla="*/ 8412480 w 9555480"/>
              <a:gd name="connsiteY7" fmla="*/ 780796 h 1597660"/>
              <a:gd name="connsiteX8" fmla="*/ 7254240 w 9555480"/>
              <a:gd name="connsiteY8" fmla="*/ 787400 h 1597660"/>
              <a:gd name="connsiteX9" fmla="*/ 4705604 w 9555480"/>
              <a:gd name="connsiteY9" fmla="*/ 789432 h 1597660"/>
              <a:gd name="connsiteX10" fmla="*/ 3553968 w 9555480"/>
              <a:gd name="connsiteY10" fmla="*/ 787400 h 1597660"/>
              <a:gd name="connsiteX11" fmla="*/ 2728468 w 9555480"/>
              <a:gd name="connsiteY11" fmla="*/ 787908 h 1597660"/>
              <a:gd name="connsiteX12" fmla="*/ 1960880 w 9555480"/>
              <a:gd name="connsiteY12" fmla="*/ 777240 h 1597660"/>
              <a:gd name="connsiteX13" fmla="*/ 1366520 w 9555480"/>
              <a:gd name="connsiteY13" fmla="*/ 976884 h 1597660"/>
              <a:gd name="connsiteX14" fmla="*/ 1294384 w 9555480"/>
              <a:gd name="connsiteY14" fmla="*/ 1485900 h 1597660"/>
              <a:gd name="connsiteX15" fmla="*/ 2254504 w 9555480"/>
              <a:gd name="connsiteY15" fmla="*/ 1595120 h 1597660"/>
              <a:gd name="connsiteX16" fmla="*/ 3427984 w 9555480"/>
              <a:gd name="connsiteY16" fmla="*/ 1594104 h 1597660"/>
              <a:gd name="connsiteX17" fmla="*/ 5644388 w 9555480"/>
              <a:gd name="connsiteY17" fmla="*/ 1588008 h 1597660"/>
              <a:gd name="connsiteX18" fmla="*/ 7259128 w 9555480"/>
              <a:gd name="connsiteY18" fmla="*/ 1594426 h 1597660"/>
              <a:gd name="connsiteX19" fmla="*/ 8750300 w 9555480"/>
              <a:gd name="connsiteY19" fmla="*/ 1593596 h 1597660"/>
              <a:gd name="connsiteX20" fmla="*/ 9555480 w 9555480"/>
              <a:gd name="connsiteY20" fmla="*/ 1597660 h 1597660"/>
              <a:gd name="connsiteX0" fmla="*/ 0 w 9396984"/>
              <a:gd name="connsiteY0" fmla="*/ 0 h 1597660"/>
              <a:gd name="connsiteX1" fmla="*/ 3251200 w 9396984"/>
              <a:gd name="connsiteY1" fmla="*/ 10668 h 1597660"/>
              <a:gd name="connsiteX2" fmla="*/ 5361432 w 9396984"/>
              <a:gd name="connsiteY2" fmla="*/ 17272 h 1597660"/>
              <a:gd name="connsiteX3" fmla="*/ 7542276 w 9396984"/>
              <a:gd name="connsiteY3" fmla="*/ 13208 h 1597660"/>
              <a:gd name="connsiteX4" fmla="*/ 8357108 w 9396984"/>
              <a:gd name="connsiteY4" fmla="*/ 10668 h 1597660"/>
              <a:gd name="connsiteX5" fmla="*/ 8933688 w 9396984"/>
              <a:gd name="connsiteY5" fmla="*/ 92964 h 1597660"/>
              <a:gd name="connsiteX6" fmla="*/ 9025636 w 9396984"/>
              <a:gd name="connsiteY6" fmla="*/ 688848 h 1597660"/>
              <a:gd name="connsiteX7" fmla="*/ 8412480 w 9396984"/>
              <a:gd name="connsiteY7" fmla="*/ 780796 h 1597660"/>
              <a:gd name="connsiteX8" fmla="*/ 7254240 w 9396984"/>
              <a:gd name="connsiteY8" fmla="*/ 787400 h 1597660"/>
              <a:gd name="connsiteX9" fmla="*/ 4705604 w 9396984"/>
              <a:gd name="connsiteY9" fmla="*/ 789432 h 1597660"/>
              <a:gd name="connsiteX10" fmla="*/ 3553968 w 9396984"/>
              <a:gd name="connsiteY10" fmla="*/ 787400 h 1597660"/>
              <a:gd name="connsiteX11" fmla="*/ 2728468 w 9396984"/>
              <a:gd name="connsiteY11" fmla="*/ 787908 h 1597660"/>
              <a:gd name="connsiteX12" fmla="*/ 1960880 w 9396984"/>
              <a:gd name="connsiteY12" fmla="*/ 777240 h 1597660"/>
              <a:gd name="connsiteX13" fmla="*/ 1366520 w 9396984"/>
              <a:gd name="connsiteY13" fmla="*/ 976884 h 1597660"/>
              <a:gd name="connsiteX14" fmla="*/ 1294384 w 9396984"/>
              <a:gd name="connsiteY14" fmla="*/ 1485900 h 1597660"/>
              <a:gd name="connsiteX15" fmla="*/ 2254504 w 9396984"/>
              <a:gd name="connsiteY15" fmla="*/ 1595120 h 1597660"/>
              <a:gd name="connsiteX16" fmla="*/ 3427984 w 9396984"/>
              <a:gd name="connsiteY16" fmla="*/ 1594104 h 1597660"/>
              <a:gd name="connsiteX17" fmla="*/ 5644388 w 9396984"/>
              <a:gd name="connsiteY17" fmla="*/ 1588008 h 1597660"/>
              <a:gd name="connsiteX18" fmla="*/ 7259128 w 9396984"/>
              <a:gd name="connsiteY18" fmla="*/ 1594426 h 1597660"/>
              <a:gd name="connsiteX19" fmla="*/ 8750300 w 9396984"/>
              <a:gd name="connsiteY19" fmla="*/ 1593596 h 1597660"/>
              <a:gd name="connsiteX20" fmla="*/ 9396984 w 9396984"/>
              <a:gd name="connsiteY20" fmla="*/ 1597660 h 1597660"/>
              <a:gd name="connsiteX0" fmla="*/ 0 w 9378696"/>
              <a:gd name="connsiteY0" fmla="*/ 0 h 1597660"/>
              <a:gd name="connsiteX1" fmla="*/ 3251200 w 9378696"/>
              <a:gd name="connsiteY1" fmla="*/ 10668 h 1597660"/>
              <a:gd name="connsiteX2" fmla="*/ 5361432 w 9378696"/>
              <a:gd name="connsiteY2" fmla="*/ 17272 h 1597660"/>
              <a:gd name="connsiteX3" fmla="*/ 7542276 w 9378696"/>
              <a:gd name="connsiteY3" fmla="*/ 13208 h 1597660"/>
              <a:gd name="connsiteX4" fmla="*/ 8357108 w 9378696"/>
              <a:gd name="connsiteY4" fmla="*/ 10668 h 1597660"/>
              <a:gd name="connsiteX5" fmla="*/ 8933688 w 9378696"/>
              <a:gd name="connsiteY5" fmla="*/ 92964 h 1597660"/>
              <a:gd name="connsiteX6" fmla="*/ 9025636 w 9378696"/>
              <a:gd name="connsiteY6" fmla="*/ 688848 h 1597660"/>
              <a:gd name="connsiteX7" fmla="*/ 8412480 w 9378696"/>
              <a:gd name="connsiteY7" fmla="*/ 780796 h 1597660"/>
              <a:gd name="connsiteX8" fmla="*/ 7254240 w 9378696"/>
              <a:gd name="connsiteY8" fmla="*/ 787400 h 1597660"/>
              <a:gd name="connsiteX9" fmla="*/ 4705604 w 9378696"/>
              <a:gd name="connsiteY9" fmla="*/ 789432 h 1597660"/>
              <a:gd name="connsiteX10" fmla="*/ 3553968 w 9378696"/>
              <a:gd name="connsiteY10" fmla="*/ 787400 h 1597660"/>
              <a:gd name="connsiteX11" fmla="*/ 2728468 w 9378696"/>
              <a:gd name="connsiteY11" fmla="*/ 787908 h 1597660"/>
              <a:gd name="connsiteX12" fmla="*/ 1960880 w 9378696"/>
              <a:gd name="connsiteY12" fmla="*/ 777240 h 1597660"/>
              <a:gd name="connsiteX13" fmla="*/ 1366520 w 9378696"/>
              <a:gd name="connsiteY13" fmla="*/ 976884 h 1597660"/>
              <a:gd name="connsiteX14" fmla="*/ 1294384 w 9378696"/>
              <a:gd name="connsiteY14" fmla="*/ 1485900 h 1597660"/>
              <a:gd name="connsiteX15" fmla="*/ 2254504 w 9378696"/>
              <a:gd name="connsiteY15" fmla="*/ 1595120 h 1597660"/>
              <a:gd name="connsiteX16" fmla="*/ 3427984 w 9378696"/>
              <a:gd name="connsiteY16" fmla="*/ 1594104 h 1597660"/>
              <a:gd name="connsiteX17" fmla="*/ 5644388 w 9378696"/>
              <a:gd name="connsiteY17" fmla="*/ 1588008 h 1597660"/>
              <a:gd name="connsiteX18" fmla="*/ 7259128 w 9378696"/>
              <a:gd name="connsiteY18" fmla="*/ 1594426 h 1597660"/>
              <a:gd name="connsiteX19" fmla="*/ 8750300 w 9378696"/>
              <a:gd name="connsiteY19" fmla="*/ 1593596 h 1597660"/>
              <a:gd name="connsiteX20" fmla="*/ 9378696 w 9378696"/>
              <a:gd name="connsiteY20" fmla="*/ 1597660 h 1597660"/>
              <a:gd name="connsiteX0" fmla="*/ 0 w 9378696"/>
              <a:gd name="connsiteY0" fmla="*/ 0 h 1597660"/>
              <a:gd name="connsiteX1" fmla="*/ 3251200 w 9378696"/>
              <a:gd name="connsiteY1" fmla="*/ 10668 h 1597660"/>
              <a:gd name="connsiteX2" fmla="*/ 5361432 w 9378696"/>
              <a:gd name="connsiteY2" fmla="*/ 17272 h 1597660"/>
              <a:gd name="connsiteX3" fmla="*/ 7542276 w 9378696"/>
              <a:gd name="connsiteY3" fmla="*/ 13208 h 1597660"/>
              <a:gd name="connsiteX4" fmla="*/ 8357108 w 9378696"/>
              <a:gd name="connsiteY4" fmla="*/ 10668 h 1597660"/>
              <a:gd name="connsiteX5" fmla="*/ 8933688 w 9378696"/>
              <a:gd name="connsiteY5" fmla="*/ 92964 h 1597660"/>
              <a:gd name="connsiteX6" fmla="*/ 9025636 w 9378696"/>
              <a:gd name="connsiteY6" fmla="*/ 688848 h 1597660"/>
              <a:gd name="connsiteX7" fmla="*/ 8412480 w 9378696"/>
              <a:gd name="connsiteY7" fmla="*/ 780796 h 1597660"/>
              <a:gd name="connsiteX8" fmla="*/ 7254240 w 9378696"/>
              <a:gd name="connsiteY8" fmla="*/ 787400 h 1597660"/>
              <a:gd name="connsiteX9" fmla="*/ 4705604 w 9378696"/>
              <a:gd name="connsiteY9" fmla="*/ 789432 h 1597660"/>
              <a:gd name="connsiteX10" fmla="*/ 3553968 w 9378696"/>
              <a:gd name="connsiteY10" fmla="*/ 787400 h 1597660"/>
              <a:gd name="connsiteX11" fmla="*/ 2728468 w 9378696"/>
              <a:gd name="connsiteY11" fmla="*/ 787908 h 1597660"/>
              <a:gd name="connsiteX12" fmla="*/ 1960880 w 9378696"/>
              <a:gd name="connsiteY12" fmla="*/ 777240 h 1597660"/>
              <a:gd name="connsiteX13" fmla="*/ 1366520 w 9378696"/>
              <a:gd name="connsiteY13" fmla="*/ 976884 h 1597660"/>
              <a:gd name="connsiteX14" fmla="*/ 1294384 w 9378696"/>
              <a:gd name="connsiteY14" fmla="*/ 1485900 h 1597660"/>
              <a:gd name="connsiteX15" fmla="*/ 2254504 w 9378696"/>
              <a:gd name="connsiteY15" fmla="*/ 1595120 h 1597660"/>
              <a:gd name="connsiteX16" fmla="*/ 3427984 w 9378696"/>
              <a:gd name="connsiteY16" fmla="*/ 1594104 h 1597660"/>
              <a:gd name="connsiteX17" fmla="*/ 5679313 w 9378696"/>
              <a:gd name="connsiteY17" fmla="*/ 1591183 h 1597660"/>
              <a:gd name="connsiteX18" fmla="*/ 7259128 w 9378696"/>
              <a:gd name="connsiteY18" fmla="*/ 1594426 h 1597660"/>
              <a:gd name="connsiteX19" fmla="*/ 8750300 w 9378696"/>
              <a:gd name="connsiteY19" fmla="*/ 1593596 h 1597660"/>
              <a:gd name="connsiteX20" fmla="*/ 9378696 w 9378696"/>
              <a:gd name="connsiteY20" fmla="*/ 1597660 h 1597660"/>
              <a:gd name="connsiteX0" fmla="*/ 0 w 9378696"/>
              <a:gd name="connsiteY0" fmla="*/ 0 h 1597660"/>
              <a:gd name="connsiteX1" fmla="*/ 3251200 w 9378696"/>
              <a:gd name="connsiteY1" fmla="*/ 10668 h 1597660"/>
              <a:gd name="connsiteX2" fmla="*/ 5361432 w 9378696"/>
              <a:gd name="connsiteY2" fmla="*/ 17272 h 1597660"/>
              <a:gd name="connsiteX3" fmla="*/ 7542276 w 9378696"/>
              <a:gd name="connsiteY3" fmla="*/ 13208 h 1597660"/>
              <a:gd name="connsiteX4" fmla="*/ 8357108 w 9378696"/>
              <a:gd name="connsiteY4" fmla="*/ 10668 h 1597660"/>
              <a:gd name="connsiteX5" fmla="*/ 8933688 w 9378696"/>
              <a:gd name="connsiteY5" fmla="*/ 92964 h 1597660"/>
              <a:gd name="connsiteX6" fmla="*/ 9025636 w 9378696"/>
              <a:gd name="connsiteY6" fmla="*/ 688848 h 1597660"/>
              <a:gd name="connsiteX7" fmla="*/ 8412480 w 9378696"/>
              <a:gd name="connsiteY7" fmla="*/ 780796 h 1597660"/>
              <a:gd name="connsiteX8" fmla="*/ 7254240 w 9378696"/>
              <a:gd name="connsiteY8" fmla="*/ 787400 h 1597660"/>
              <a:gd name="connsiteX9" fmla="*/ 4705604 w 9378696"/>
              <a:gd name="connsiteY9" fmla="*/ 789432 h 1597660"/>
              <a:gd name="connsiteX10" fmla="*/ 3553968 w 9378696"/>
              <a:gd name="connsiteY10" fmla="*/ 787400 h 1597660"/>
              <a:gd name="connsiteX11" fmla="*/ 2728468 w 9378696"/>
              <a:gd name="connsiteY11" fmla="*/ 787908 h 1597660"/>
              <a:gd name="connsiteX12" fmla="*/ 1960880 w 9378696"/>
              <a:gd name="connsiteY12" fmla="*/ 777240 h 1597660"/>
              <a:gd name="connsiteX13" fmla="*/ 1366520 w 9378696"/>
              <a:gd name="connsiteY13" fmla="*/ 976884 h 1597660"/>
              <a:gd name="connsiteX14" fmla="*/ 1294384 w 9378696"/>
              <a:gd name="connsiteY14" fmla="*/ 1485900 h 1597660"/>
              <a:gd name="connsiteX15" fmla="*/ 2254504 w 9378696"/>
              <a:gd name="connsiteY15" fmla="*/ 1595120 h 1597660"/>
              <a:gd name="connsiteX16" fmla="*/ 3427984 w 9378696"/>
              <a:gd name="connsiteY16" fmla="*/ 1594104 h 1597660"/>
              <a:gd name="connsiteX17" fmla="*/ 5679313 w 9378696"/>
              <a:gd name="connsiteY17" fmla="*/ 1591183 h 1597660"/>
              <a:gd name="connsiteX18" fmla="*/ 7259128 w 9378696"/>
              <a:gd name="connsiteY18" fmla="*/ 1594426 h 1597660"/>
              <a:gd name="connsiteX19" fmla="*/ 8750300 w 9378696"/>
              <a:gd name="connsiteY19" fmla="*/ 1593596 h 1597660"/>
              <a:gd name="connsiteX20" fmla="*/ 9378696 w 9378696"/>
              <a:gd name="connsiteY20" fmla="*/ 1597660 h 1597660"/>
              <a:gd name="connsiteX0" fmla="*/ 0 w 9378696"/>
              <a:gd name="connsiteY0" fmla="*/ 0 h 1597660"/>
              <a:gd name="connsiteX1" fmla="*/ 3251200 w 9378696"/>
              <a:gd name="connsiteY1" fmla="*/ 10668 h 1597660"/>
              <a:gd name="connsiteX2" fmla="*/ 5361432 w 9378696"/>
              <a:gd name="connsiteY2" fmla="*/ 17272 h 1597660"/>
              <a:gd name="connsiteX3" fmla="*/ 7542276 w 9378696"/>
              <a:gd name="connsiteY3" fmla="*/ 13208 h 1597660"/>
              <a:gd name="connsiteX4" fmla="*/ 8357108 w 9378696"/>
              <a:gd name="connsiteY4" fmla="*/ 10668 h 1597660"/>
              <a:gd name="connsiteX5" fmla="*/ 8933688 w 9378696"/>
              <a:gd name="connsiteY5" fmla="*/ 92964 h 1597660"/>
              <a:gd name="connsiteX6" fmla="*/ 9025636 w 9378696"/>
              <a:gd name="connsiteY6" fmla="*/ 688848 h 1597660"/>
              <a:gd name="connsiteX7" fmla="*/ 8412480 w 9378696"/>
              <a:gd name="connsiteY7" fmla="*/ 780796 h 1597660"/>
              <a:gd name="connsiteX8" fmla="*/ 7254240 w 9378696"/>
              <a:gd name="connsiteY8" fmla="*/ 787400 h 1597660"/>
              <a:gd name="connsiteX9" fmla="*/ 4705604 w 9378696"/>
              <a:gd name="connsiteY9" fmla="*/ 789432 h 1597660"/>
              <a:gd name="connsiteX10" fmla="*/ 3553968 w 9378696"/>
              <a:gd name="connsiteY10" fmla="*/ 787400 h 1597660"/>
              <a:gd name="connsiteX11" fmla="*/ 2728468 w 9378696"/>
              <a:gd name="connsiteY11" fmla="*/ 787908 h 1597660"/>
              <a:gd name="connsiteX12" fmla="*/ 1960880 w 9378696"/>
              <a:gd name="connsiteY12" fmla="*/ 777240 h 1597660"/>
              <a:gd name="connsiteX13" fmla="*/ 1366520 w 9378696"/>
              <a:gd name="connsiteY13" fmla="*/ 976884 h 1597660"/>
              <a:gd name="connsiteX14" fmla="*/ 1294384 w 9378696"/>
              <a:gd name="connsiteY14" fmla="*/ 1485900 h 1597660"/>
              <a:gd name="connsiteX15" fmla="*/ 2254504 w 9378696"/>
              <a:gd name="connsiteY15" fmla="*/ 1595120 h 1597660"/>
              <a:gd name="connsiteX16" fmla="*/ 3427984 w 9378696"/>
              <a:gd name="connsiteY16" fmla="*/ 1594104 h 1597660"/>
              <a:gd name="connsiteX17" fmla="*/ 5679313 w 9378696"/>
              <a:gd name="connsiteY17" fmla="*/ 1591183 h 1597660"/>
              <a:gd name="connsiteX18" fmla="*/ 7309928 w 9378696"/>
              <a:gd name="connsiteY18" fmla="*/ 1584901 h 1597660"/>
              <a:gd name="connsiteX19" fmla="*/ 8750300 w 9378696"/>
              <a:gd name="connsiteY19" fmla="*/ 1593596 h 1597660"/>
              <a:gd name="connsiteX20" fmla="*/ 9378696 w 9378696"/>
              <a:gd name="connsiteY20" fmla="*/ 1597660 h 1597660"/>
              <a:gd name="connsiteX0" fmla="*/ 0 w 9378696"/>
              <a:gd name="connsiteY0" fmla="*/ 0 h 1597660"/>
              <a:gd name="connsiteX1" fmla="*/ 3251200 w 9378696"/>
              <a:gd name="connsiteY1" fmla="*/ 10668 h 1597660"/>
              <a:gd name="connsiteX2" fmla="*/ 5361432 w 9378696"/>
              <a:gd name="connsiteY2" fmla="*/ 17272 h 1597660"/>
              <a:gd name="connsiteX3" fmla="*/ 7542276 w 9378696"/>
              <a:gd name="connsiteY3" fmla="*/ 13208 h 1597660"/>
              <a:gd name="connsiteX4" fmla="*/ 8357108 w 9378696"/>
              <a:gd name="connsiteY4" fmla="*/ 10668 h 1597660"/>
              <a:gd name="connsiteX5" fmla="*/ 8933688 w 9378696"/>
              <a:gd name="connsiteY5" fmla="*/ 92964 h 1597660"/>
              <a:gd name="connsiteX6" fmla="*/ 9025636 w 9378696"/>
              <a:gd name="connsiteY6" fmla="*/ 688848 h 1597660"/>
              <a:gd name="connsiteX7" fmla="*/ 8412480 w 9378696"/>
              <a:gd name="connsiteY7" fmla="*/ 780796 h 1597660"/>
              <a:gd name="connsiteX8" fmla="*/ 7254240 w 9378696"/>
              <a:gd name="connsiteY8" fmla="*/ 787400 h 1597660"/>
              <a:gd name="connsiteX9" fmla="*/ 4705604 w 9378696"/>
              <a:gd name="connsiteY9" fmla="*/ 789432 h 1597660"/>
              <a:gd name="connsiteX10" fmla="*/ 3553968 w 9378696"/>
              <a:gd name="connsiteY10" fmla="*/ 787400 h 1597660"/>
              <a:gd name="connsiteX11" fmla="*/ 2728468 w 9378696"/>
              <a:gd name="connsiteY11" fmla="*/ 787908 h 1597660"/>
              <a:gd name="connsiteX12" fmla="*/ 1960880 w 9378696"/>
              <a:gd name="connsiteY12" fmla="*/ 777240 h 1597660"/>
              <a:gd name="connsiteX13" fmla="*/ 1366520 w 9378696"/>
              <a:gd name="connsiteY13" fmla="*/ 976884 h 1597660"/>
              <a:gd name="connsiteX14" fmla="*/ 1294384 w 9378696"/>
              <a:gd name="connsiteY14" fmla="*/ 1485900 h 1597660"/>
              <a:gd name="connsiteX15" fmla="*/ 2254504 w 9378696"/>
              <a:gd name="connsiteY15" fmla="*/ 1595120 h 1597660"/>
              <a:gd name="connsiteX16" fmla="*/ 3427984 w 9378696"/>
              <a:gd name="connsiteY16" fmla="*/ 1594104 h 1597660"/>
              <a:gd name="connsiteX17" fmla="*/ 5679313 w 9378696"/>
              <a:gd name="connsiteY17" fmla="*/ 1591183 h 1597660"/>
              <a:gd name="connsiteX18" fmla="*/ 7036878 w 9378696"/>
              <a:gd name="connsiteY18" fmla="*/ 1591251 h 1597660"/>
              <a:gd name="connsiteX19" fmla="*/ 8750300 w 9378696"/>
              <a:gd name="connsiteY19" fmla="*/ 1593596 h 1597660"/>
              <a:gd name="connsiteX20" fmla="*/ 9378696 w 9378696"/>
              <a:gd name="connsiteY20" fmla="*/ 1597660 h 1597660"/>
              <a:gd name="connsiteX0" fmla="*/ 0 w 9391396"/>
              <a:gd name="connsiteY0" fmla="*/ 0 h 1595123"/>
              <a:gd name="connsiteX1" fmla="*/ 3251200 w 9391396"/>
              <a:gd name="connsiteY1" fmla="*/ 10668 h 1595123"/>
              <a:gd name="connsiteX2" fmla="*/ 5361432 w 9391396"/>
              <a:gd name="connsiteY2" fmla="*/ 17272 h 1595123"/>
              <a:gd name="connsiteX3" fmla="*/ 7542276 w 9391396"/>
              <a:gd name="connsiteY3" fmla="*/ 13208 h 1595123"/>
              <a:gd name="connsiteX4" fmla="*/ 8357108 w 9391396"/>
              <a:gd name="connsiteY4" fmla="*/ 10668 h 1595123"/>
              <a:gd name="connsiteX5" fmla="*/ 8933688 w 9391396"/>
              <a:gd name="connsiteY5" fmla="*/ 92964 h 1595123"/>
              <a:gd name="connsiteX6" fmla="*/ 9025636 w 9391396"/>
              <a:gd name="connsiteY6" fmla="*/ 688848 h 1595123"/>
              <a:gd name="connsiteX7" fmla="*/ 8412480 w 9391396"/>
              <a:gd name="connsiteY7" fmla="*/ 780796 h 1595123"/>
              <a:gd name="connsiteX8" fmla="*/ 7254240 w 9391396"/>
              <a:gd name="connsiteY8" fmla="*/ 787400 h 1595123"/>
              <a:gd name="connsiteX9" fmla="*/ 4705604 w 9391396"/>
              <a:gd name="connsiteY9" fmla="*/ 789432 h 1595123"/>
              <a:gd name="connsiteX10" fmla="*/ 3553968 w 9391396"/>
              <a:gd name="connsiteY10" fmla="*/ 787400 h 1595123"/>
              <a:gd name="connsiteX11" fmla="*/ 2728468 w 9391396"/>
              <a:gd name="connsiteY11" fmla="*/ 787908 h 1595123"/>
              <a:gd name="connsiteX12" fmla="*/ 1960880 w 9391396"/>
              <a:gd name="connsiteY12" fmla="*/ 777240 h 1595123"/>
              <a:gd name="connsiteX13" fmla="*/ 1366520 w 9391396"/>
              <a:gd name="connsiteY13" fmla="*/ 976884 h 1595123"/>
              <a:gd name="connsiteX14" fmla="*/ 1294384 w 9391396"/>
              <a:gd name="connsiteY14" fmla="*/ 1485900 h 1595123"/>
              <a:gd name="connsiteX15" fmla="*/ 2254504 w 9391396"/>
              <a:gd name="connsiteY15" fmla="*/ 1595120 h 1595123"/>
              <a:gd name="connsiteX16" fmla="*/ 3427984 w 9391396"/>
              <a:gd name="connsiteY16" fmla="*/ 1594104 h 1595123"/>
              <a:gd name="connsiteX17" fmla="*/ 5679313 w 9391396"/>
              <a:gd name="connsiteY17" fmla="*/ 1591183 h 1595123"/>
              <a:gd name="connsiteX18" fmla="*/ 7036878 w 9391396"/>
              <a:gd name="connsiteY18" fmla="*/ 1591251 h 1595123"/>
              <a:gd name="connsiteX19" fmla="*/ 8750300 w 9391396"/>
              <a:gd name="connsiteY19" fmla="*/ 1593596 h 1595123"/>
              <a:gd name="connsiteX20" fmla="*/ 9391396 w 9391396"/>
              <a:gd name="connsiteY20" fmla="*/ 1594485 h 1595123"/>
              <a:gd name="connsiteX0" fmla="*/ 0 w 9391396"/>
              <a:gd name="connsiteY0" fmla="*/ 0 h 1595123"/>
              <a:gd name="connsiteX1" fmla="*/ 3251200 w 9391396"/>
              <a:gd name="connsiteY1" fmla="*/ 10668 h 1595123"/>
              <a:gd name="connsiteX2" fmla="*/ 5361432 w 9391396"/>
              <a:gd name="connsiteY2" fmla="*/ 17272 h 1595123"/>
              <a:gd name="connsiteX3" fmla="*/ 7542276 w 9391396"/>
              <a:gd name="connsiteY3" fmla="*/ 13208 h 1595123"/>
              <a:gd name="connsiteX4" fmla="*/ 8357108 w 9391396"/>
              <a:gd name="connsiteY4" fmla="*/ 10668 h 1595123"/>
              <a:gd name="connsiteX5" fmla="*/ 8933688 w 9391396"/>
              <a:gd name="connsiteY5" fmla="*/ 92964 h 1595123"/>
              <a:gd name="connsiteX6" fmla="*/ 9025636 w 9391396"/>
              <a:gd name="connsiteY6" fmla="*/ 688848 h 1595123"/>
              <a:gd name="connsiteX7" fmla="*/ 8412480 w 9391396"/>
              <a:gd name="connsiteY7" fmla="*/ 780796 h 1595123"/>
              <a:gd name="connsiteX8" fmla="*/ 7254240 w 9391396"/>
              <a:gd name="connsiteY8" fmla="*/ 787400 h 1595123"/>
              <a:gd name="connsiteX9" fmla="*/ 4705604 w 9391396"/>
              <a:gd name="connsiteY9" fmla="*/ 789432 h 1595123"/>
              <a:gd name="connsiteX10" fmla="*/ 3553968 w 9391396"/>
              <a:gd name="connsiteY10" fmla="*/ 787400 h 1595123"/>
              <a:gd name="connsiteX11" fmla="*/ 2728468 w 9391396"/>
              <a:gd name="connsiteY11" fmla="*/ 787908 h 1595123"/>
              <a:gd name="connsiteX12" fmla="*/ 1960880 w 9391396"/>
              <a:gd name="connsiteY12" fmla="*/ 777240 h 1595123"/>
              <a:gd name="connsiteX13" fmla="*/ 1366520 w 9391396"/>
              <a:gd name="connsiteY13" fmla="*/ 976884 h 1595123"/>
              <a:gd name="connsiteX14" fmla="*/ 1294384 w 9391396"/>
              <a:gd name="connsiteY14" fmla="*/ 1485900 h 1595123"/>
              <a:gd name="connsiteX15" fmla="*/ 2254504 w 9391396"/>
              <a:gd name="connsiteY15" fmla="*/ 1595120 h 1595123"/>
              <a:gd name="connsiteX16" fmla="*/ 3427984 w 9391396"/>
              <a:gd name="connsiteY16" fmla="*/ 1594104 h 1595123"/>
              <a:gd name="connsiteX17" fmla="*/ 5679313 w 9391396"/>
              <a:gd name="connsiteY17" fmla="*/ 1591183 h 1595123"/>
              <a:gd name="connsiteX18" fmla="*/ 7036878 w 9391396"/>
              <a:gd name="connsiteY18" fmla="*/ 1591251 h 1595123"/>
              <a:gd name="connsiteX19" fmla="*/ 8750300 w 9391396"/>
              <a:gd name="connsiteY19" fmla="*/ 1593596 h 1595123"/>
              <a:gd name="connsiteX20" fmla="*/ 9391396 w 9391396"/>
              <a:gd name="connsiteY20" fmla="*/ 1594485 h 1595123"/>
              <a:gd name="connsiteX0" fmla="*/ 0 w 9391396"/>
              <a:gd name="connsiteY0" fmla="*/ 0 h 1595123"/>
              <a:gd name="connsiteX1" fmla="*/ 3251200 w 9391396"/>
              <a:gd name="connsiteY1" fmla="*/ 10668 h 1595123"/>
              <a:gd name="connsiteX2" fmla="*/ 5361432 w 9391396"/>
              <a:gd name="connsiteY2" fmla="*/ 17272 h 1595123"/>
              <a:gd name="connsiteX3" fmla="*/ 7542276 w 9391396"/>
              <a:gd name="connsiteY3" fmla="*/ 13208 h 1595123"/>
              <a:gd name="connsiteX4" fmla="*/ 8357108 w 9391396"/>
              <a:gd name="connsiteY4" fmla="*/ 10668 h 1595123"/>
              <a:gd name="connsiteX5" fmla="*/ 8933688 w 9391396"/>
              <a:gd name="connsiteY5" fmla="*/ 92964 h 1595123"/>
              <a:gd name="connsiteX6" fmla="*/ 9025636 w 9391396"/>
              <a:gd name="connsiteY6" fmla="*/ 688848 h 1595123"/>
              <a:gd name="connsiteX7" fmla="*/ 8412480 w 9391396"/>
              <a:gd name="connsiteY7" fmla="*/ 780796 h 1595123"/>
              <a:gd name="connsiteX8" fmla="*/ 7254240 w 9391396"/>
              <a:gd name="connsiteY8" fmla="*/ 787400 h 1595123"/>
              <a:gd name="connsiteX9" fmla="*/ 4705604 w 9391396"/>
              <a:gd name="connsiteY9" fmla="*/ 789432 h 1595123"/>
              <a:gd name="connsiteX10" fmla="*/ 3553968 w 9391396"/>
              <a:gd name="connsiteY10" fmla="*/ 787400 h 1595123"/>
              <a:gd name="connsiteX11" fmla="*/ 2728468 w 9391396"/>
              <a:gd name="connsiteY11" fmla="*/ 787908 h 1595123"/>
              <a:gd name="connsiteX12" fmla="*/ 1960880 w 9391396"/>
              <a:gd name="connsiteY12" fmla="*/ 777240 h 1595123"/>
              <a:gd name="connsiteX13" fmla="*/ 1366520 w 9391396"/>
              <a:gd name="connsiteY13" fmla="*/ 976884 h 1595123"/>
              <a:gd name="connsiteX14" fmla="*/ 1294384 w 9391396"/>
              <a:gd name="connsiteY14" fmla="*/ 1485900 h 1595123"/>
              <a:gd name="connsiteX15" fmla="*/ 2254504 w 9391396"/>
              <a:gd name="connsiteY15" fmla="*/ 1595120 h 1595123"/>
              <a:gd name="connsiteX16" fmla="*/ 3427984 w 9391396"/>
              <a:gd name="connsiteY16" fmla="*/ 1594104 h 1595123"/>
              <a:gd name="connsiteX17" fmla="*/ 5679313 w 9391396"/>
              <a:gd name="connsiteY17" fmla="*/ 1591183 h 1595123"/>
              <a:gd name="connsiteX18" fmla="*/ 7036878 w 9391396"/>
              <a:gd name="connsiteY18" fmla="*/ 1591251 h 1595123"/>
              <a:gd name="connsiteX19" fmla="*/ 8728075 w 9391396"/>
              <a:gd name="connsiteY19" fmla="*/ 1593596 h 1595123"/>
              <a:gd name="connsiteX20" fmla="*/ 9391396 w 9391396"/>
              <a:gd name="connsiteY20" fmla="*/ 1594485 h 1595123"/>
              <a:gd name="connsiteX0" fmla="*/ 0 w 9416796"/>
              <a:gd name="connsiteY0" fmla="*/ 0 h 1595123"/>
              <a:gd name="connsiteX1" fmla="*/ 3251200 w 9416796"/>
              <a:gd name="connsiteY1" fmla="*/ 10668 h 1595123"/>
              <a:gd name="connsiteX2" fmla="*/ 5361432 w 9416796"/>
              <a:gd name="connsiteY2" fmla="*/ 17272 h 1595123"/>
              <a:gd name="connsiteX3" fmla="*/ 7542276 w 9416796"/>
              <a:gd name="connsiteY3" fmla="*/ 13208 h 1595123"/>
              <a:gd name="connsiteX4" fmla="*/ 8357108 w 9416796"/>
              <a:gd name="connsiteY4" fmla="*/ 10668 h 1595123"/>
              <a:gd name="connsiteX5" fmla="*/ 8933688 w 9416796"/>
              <a:gd name="connsiteY5" fmla="*/ 92964 h 1595123"/>
              <a:gd name="connsiteX6" fmla="*/ 9025636 w 9416796"/>
              <a:gd name="connsiteY6" fmla="*/ 688848 h 1595123"/>
              <a:gd name="connsiteX7" fmla="*/ 8412480 w 9416796"/>
              <a:gd name="connsiteY7" fmla="*/ 780796 h 1595123"/>
              <a:gd name="connsiteX8" fmla="*/ 7254240 w 9416796"/>
              <a:gd name="connsiteY8" fmla="*/ 787400 h 1595123"/>
              <a:gd name="connsiteX9" fmla="*/ 4705604 w 9416796"/>
              <a:gd name="connsiteY9" fmla="*/ 789432 h 1595123"/>
              <a:gd name="connsiteX10" fmla="*/ 3553968 w 9416796"/>
              <a:gd name="connsiteY10" fmla="*/ 787400 h 1595123"/>
              <a:gd name="connsiteX11" fmla="*/ 2728468 w 9416796"/>
              <a:gd name="connsiteY11" fmla="*/ 787908 h 1595123"/>
              <a:gd name="connsiteX12" fmla="*/ 1960880 w 9416796"/>
              <a:gd name="connsiteY12" fmla="*/ 777240 h 1595123"/>
              <a:gd name="connsiteX13" fmla="*/ 1366520 w 9416796"/>
              <a:gd name="connsiteY13" fmla="*/ 976884 h 1595123"/>
              <a:gd name="connsiteX14" fmla="*/ 1294384 w 9416796"/>
              <a:gd name="connsiteY14" fmla="*/ 1485900 h 1595123"/>
              <a:gd name="connsiteX15" fmla="*/ 2254504 w 9416796"/>
              <a:gd name="connsiteY15" fmla="*/ 1595120 h 1595123"/>
              <a:gd name="connsiteX16" fmla="*/ 3427984 w 9416796"/>
              <a:gd name="connsiteY16" fmla="*/ 1594104 h 1595123"/>
              <a:gd name="connsiteX17" fmla="*/ 5679313 w 9416796"/>
              <a:gd name="connsiteY17" fmla="*/ 1591183 h 1595123"/>
              <a:gd name="connsiteX18" fmla="*/ 7036878 w 9416796"/>
              <a:gd name="connsiteY18" fmla="*/ 1591251 h 1595123"/>
              <a:gd name="connsiteX19" fmla="*/ 8728075 w 9416796"/>
              <a:gd name="connsiteY19" fmla="*/ 1593596 h 1595123"/>
              <a:gd name="connsiteX20" fmla="*/ 9416796 w 9416796"/>
              <a:gd name="connsiteY20" fmla="*/ 1591310 h 1595123"/>
              <a:gd name="connsiteX0" fmla="*/ 0 w 9416796"/>
              <a:gd name="connsiteY0" fmla="*/ 0 h 1597660"/>
              <a:gd name="connsiteX1" fmla="*/ 3251200 w 9416796"/>
              <a:gd name="connsiteY1" fmla="*/ 10668 h 1597660"/>
              <a:gd name="connsiteX2" fmla="*/ 5361432 w 9416796"/>
              <a:gd name="connsiteY2" fmla="*/ 17272 h 1597660"/>
              <a:gd name="connsiteX3" fmla="*/ 7542276 w 9416796"/>
              <a:gd name="connsiteY3" fmla="*/ 13208 h 1597660"/>
              <a:gd name="connsiteX4" fmla="*/ 8357108 w 9416796"/>
              <a:gd name="connsiteY4" fmla="*/ 10668 h 1597660"/>
              <a:gd name="connsiteX5" fmla="*/ 8933688 w 9416796"/>
              <a:gd name="connsiteY5" fmla="*/ 92964 h 1597660"/>
              <a:gd name="connsiteX6" fmla="*/ 9025636 w 9416796"/>
              <a:gd name="connsiteY6" fmla="*/ 688848 h 1597660"/>
              <a:gd name="connsiteX7" fmla="*/ 8412480 w 9416796"/>
              <a:gd name="connsiteY7" fmla="*/ 780796 h 1597660"/>
              <a:gd name="connsiteX8" fmla="*/ 7254240 w 9416796"/>
              <a:gd name="connsiteY8" fmla="*/ 787400 h 1597660"/>
              <a:gd name="connsiteX9" fmla="*/ 4705604 w 9416796"/>
              <a:gd name="connsiteY9" fmla="*/ 789432 h 1597660"/>
              <a:gd name="connsiteX10" fmla="*/ 3553968 w 9416796"/>
              <a:gd name="connsiteY10" fmla="*/ 787400 h 1597660"/>
              <a:gd name="connsiteX11" fmla="*/ 2728468 w 9416796"/>
              <a:gd name="connsiteY11" fmla="*/ 787908 h 1597660"/>
              <a:gd name="connsiteX12" fmla="*/ 1960880 w 9416796"/>
              <a:gd name="connsiteY12" fmla="*/ 777240 h 1597660"/>
              <a:gd name="connsiteX13" fmla="*/ 1366520 w 9416796"/>
              <a:gd name="connsiteY13" fmla="*/ 976884 h 1597660"/>
              <a:gd name="connsiteX14" fmla="*/ 1294384 w 9416796"/>
              <a:gd name="connsiteY14" fmla="*/ 1485900 h 1597660"/>
              <a:gd name="connsiteX15" fmla="*/ 2254504 w 9416796"/>
              <a:gd name="connsiteY15" fmla="*/ 1595120 h 1597660"/>
              <a:gd name="connsiteX16" fmla="*/ 3427984 w 9416796"/>
              <a:gd name="connsiteY16" fmla="*/ 1594104 h 1597660"/>
              <a:gd name="connsiteX17" fmla="*/ 5679313 w 9416796"/>
              <a:gd name="connsiteY17" fmla="*/ 1591183 h 1597660"/>
              <a:gd name="connsiteX18" fmla="*/ 7036878 w 9416796"/>
              <a:gd name="connsiteY18" fmla="*/ 1591251 h 1597660"/>
              <a:gd name="connsiteX19" fmla="*/ 8728075 w 9416796"/>
              <a:gd name="connsiteY19" fmla="*/ 1593596 h 1597660"/>
              <a:gd name="connsiteX20" fmla="*/ 9416796 w 9416796"/>
              <a:gd name="connsiteY20" fmla="*/ 1597660 h 1597660"/>
              <a:gd name="connsiteX0" fmla="*/ 0 w 9400921"/>
              <a:gd name="connsiteY0" fmla="*/ 0 h 1595123"/>
              <a:gd name="connsiteX1" fmla="*/ 3251200 w 9400921"/>
              <a:gd name="connsiteY1" fmla="*/ 10668 h 1595123"/>
              <a:gd name="connsiteX2" fmla="*/ 5361432 w 9400921"/>
              <a:gd name="connsiteY2" fmla="*/ 17272 h 1595123"/>
              <a:gd name="connsiteX3" fmla="*/ 7542276 w 9400921"/>
              <a:gd name="connsiteY3" fmla="*/ 13208 h 1595123"/>
              <a:gd name="connsiteX4" fmla="*/ 8357108 w 9400921"/>
              <a:gd name="connsiteY4" fmla="*/ 10668 h 1595123"/>
              <a:gd name="connsiteX5" fmla="*/ 8933688 w 9400921"/>
              <a:gd name="connsiteY5" fmla="*/ 92964 h 1595123"/>
              <a:gd name="connsiteX6" fmla="*/ 9025636 w 9400921"/>
              <a:gd name="connsiteY6" fmla="*/ 688848 h 1595123"/>
              <a:gd name="connsiteX7" fmla="*/ 8412480 w 9400921"/>
              <a:gd name="connsiteY7" fmla="*/ 780796 h 1595123"/>
              <a:gd name="connsiteX8" fmla="*/ 7254240 w 9400921"/>
              <a:gd name="connsiteY8" fmla="*/ 787400 h 1595123"/>
              <a:gd name="connsiteX9" fmla="*/ 4705604 w 9400921"/>
              <a:gd name="connsiteY9" fmla="*/ 789432 h 1595123"/>
              <a:gd name="connsiteX10" fmla="*/ 3553968 w 9400921"/>
              <a:gd name="connsiteY10" fmla="*/ 787400 h 1595123"/>
              <a:gd name="connsiteX11" fmla="*/ 2728468 w 9400921"/>
              <a:gd name="connsiteY11" fmla="*/ 787908 h 1595123"/>
              <a:gd name="connsiteX12" fmla="*/ 1960880 w 9400921"/>
              <a:gd name="connsiteY12" fmla="*/ 777240 h 1595123"/>
              <a:gd name="connsiteX13" fmla="*/ 1366520 w 9400921"/>
              <a:gd name="connsiteY13" fmla="*/ 976884 h 1595123"/>
              <a:gd name="connsiteX14" fmla="*/ 1294384 w 9400921"/>
              <a:gd name="connsiteY14" fmla="*/ 1485900 h 1595123"/>
              <a:gd name="connsiteX15" fmla="*/ 2254504 w 9400921"/>
              <a:gd name="connsiteY15" fmla="*/ 1595120 h 1595123"/>
              <a:gd name="connsiteX16" fmla="*/ 3427984 w 9400921"/>
              <a:gd name="connsiteY16" fmla="*/ 1594104 h 1595123"/>
              <a:gd name="connsiteX17" fmla="*/ 5679313 w 9400921"/>
              <a:gd name="connsiteY17" fmla="*/ 1591183 h 1595123"/>
              <a:gd name="connsiteX18" fmla="*/ 7036878 w 9400921"/>
              <a:gd name="connsiteY18" fmla="*/ 1591251 h 1595123"/>
              <a:gd name="connsiteX19" fmla="*/ 8728075 w 9400921"/>
              <a:gd name="connsiteY19" fmla="*/ 1593596 h 1595123"/>
              <a:gd name="connsiteX20" fmla="*/ 9400921 w 9400921"/>
              <a:gd name="connsiteY20" fmla="*/ 1591310 h 1595123"/>
              <a:gd name="connsiteX0" fmla="*/ 0 w 9400921"/>
              <a:gd name="connsiteY0" fmla="*/ 0 h 1595123"/>
              <a:gd name="connsiteX1" fmla="*/ 3251200 w 9400921"/>
              <a:gd name="connsiteY1" fmla="*/ 10668 h 1595123"/>
              <a:gd name="connsiteX2" fmla="*/ 5361432 w 9400921"/>
              <a:gd name="connsiteY2" fmla="*/ 17272 h 1595123"/>
              <a:gd name="connsiteX3" fmla="*/ 7542276 w 9400921"/>
              <a:gd name="connsiteY3" fmla="*/ 13208 h 1595123"/>
              <a:gd name="connsiteX4" fmla="*/ 8357108 w 9400921"/>
              <a:gd name="connsiteY4" fmla="*/ 10668 h 1595123"/>
              <a:gd name="connsiteX5" fmla="*/ 8933688 w 9400921"/>
              <a:gd name="connsiteY5" fmla="*/ 92964 h 1595123"/>
              <a:gd name="connsiteX6" fmla="*/ 9025636 w 9400921"/>
              <a:gd name="connsiteY6" fmla="*/ 688848 h 1595123"/>
              <a:gd name="connsiteX7" fmla="*/ 8412480 w 9400921"/>
              <a:gd name="connsiteY7" fmla="*/ 780796 h 1595123"/>
              <a:gd name="connsiteX8" fmla="*/ 7254240 w 9400921"/>
              <a:gd name="connsiteY8" fmla="*/ 787400 h 1595123"/>
              <a:gd name="connsiteX9" fmla="*/ 4705604 w 9400921"/>
              <a:gd name="connsiteY9" fmla="*/ 789432 h 1595123"/>
              <a:gd name="connsiteX10" fmla="*/ 3553968 w 9400921"/>
              <a:gd name="connsiteY10" fmla="*/ 787400 h 1595123"/>
              <a:gd name="connsiteX11" fmla="*/ 2728468 w 9400921"/>
              <a:gd name="connsiteY11" fmla="*/ 787908 h 1595123"/>
              <a:gd name="connsiteX12" fmla="*/ 1960880 w 9400921"/>
              <a:gd name="connsiteY12" fmla="*/ 777240 h 1595123"/>
              <a:gd name="connsiteX13" fmla="*/ 1366520 w 9400921"/>
              <a:gd name="connsiteY13" fmla="*/ 976884 h 1595123"/>
              <a:gd name="connsiteX14" fmla="*/ 1294384 w 9400921"/>
              <a:gd name="connsiteY14" fmla="*/ 1485900 h 1595123"/>
              <a:gd name="connsiteX15" fmla="*/ 2254504 w 9400921"/>
              <a:gd name="connsiteY15" fmla="*/ 1595120 h 1595123"/>
              <a:gd name="connsiteX16" fmla="*/ 3427984 w 9400921"/>
              <a:gd name="connsiteY16" fmla="*/ 1594104 h 1595123"/>
              <a:gd name="connsiteX17" fmla="*/ 5679313 w 9400921"/>
              <a:gd name="connsiteY17" fmla="*/ 1591183 h 1595123"/>
              <a:gd name="connsiteX18" fmla="*/ 7036878 w 9400921"/>
              <a:gd name="connsiteY18" fmla="*/ 1591251 h 1595123"/>
              <a:gd name="connsiteX19" fmla="*/ 8728075 w 9400921"/>
              <a:gd name="connsiteY19" fmla="*/ 1593596 h 1595123"/>
              <a:gd name="connsiteX20" fmla="*/ 9400921 w 9400921"/>
              <a:gd name="connsiteY20" fmla="*/ 1591310 h 1595123"/>
              <a:gd name="connsiteX0" fmla="*/ 0 w 9400921"/>
              <a:gd name="connsiteY0" fmla="*/ 0 h 1595123"/>
              <a:gd name="connsiteX1" fmla="*/ 3251200 w 9400921"/>
              <a:gd name="connsiteY1" fmla="*/ 10668 h 1595123"/>
              <a:gd name="connsiteX2" fmla="*/ 5361432 w 9400921"/>
              <a:gd name="connsiteY2" fmla="*/ 17272 h 1595123"/>
              <a:gd name="connsiteX3" fmla="*/ 7542276 w 9400921"/>
              <a:gd name="connsiteY3" fmla="*/ 13208 h 1595123"/>
              <a:gd name="connsiteX4" fmla="*/ 8357108 w 9400921"/>
              <a:gd name="connsiteY4" fmla="*/ 10668 h 1595123"/>
              <a:gd name="connsiteX5" fmla="*/ 8933688 w 9400921"/>
              <a:gd name="connsiteY5" fmla="*/ 92964 h 1595123"/>
              <a:gd name="connsiteX6" fmla="*/ 9025636 w 9400921"/>
              <a:gd name="connsiteY6" fmla="*/ 688848 h 1595123"/>
              <a:gd name="connsiteX7" fmla="*/ 8412480 w 9400921"/>
              <a:gd name="connsiteY7" fmla="*/ 780796 h 1595123"/>
              <a:gd name="connsiteX8" fmla="*/ 7254240 w 9400921"/>
              <a:gd name="connsiteY8" fmla="*/ 787400 h 1595123"/>
              <a:gd name="connsiteX9" fmla="*/ 4705604 w 9400921"/>
              <a:gd name="connsiteY9" fmla="*/ 789432 h 1595123"/>
              <a:gd name="connsiteX10" fmla="*/ 3553968 w 9400921"/>
              <a:gd name="connsiteY10" fmla="*/ 787400 h 1595123"/>
              <a:gd name="connsiteX11" fmla="*/ 2728468 w 9400921"/>
              <a:gd name="connsiteY11" fmla="*/ 787908 h 1595123"/>
              <a:gd name="connsiteX12" fmla="*/ 1960880 w 9400921"/>
              <a:gd name="connsiteY12" fmla="*/ 777240 h 1595123"/>
              <a:gd name="connsiteX13" fmla="*/ 1366520 w 9400921"/>
              <a:gd name="connsiteY13" fmla="*/ 976884 h 1595123"/>
              <a:gd name="connsiteX14" fmla="*/ 1294384 w 9400921"/>
              <a:gd name="connsiteY14" fmla="*/ 1485900 h 1595123"/>
              <a:gd name="connsiteX15" fmla="*/ 2254504 w 9400921"/>
              <a:gd name="connsiteY15" fmla="*/ 1595120 h 1595123"/>
              <a:gd name="connsiteX16" fmla="*/ 3427984 w 9400921"/>
              <a:gd name="connsiteY16" fmla="*/ 1594104 h 1595123"/>
              <a:gd name="connsiteX17" fmla="*/ 5679313 w 9400921"/>
              <a:gd name="connsiteY17" fmla="*/ 1591183 h 1595123"/>
              <a:gd name="connsiteX18" fmla="*/ 7036878 w 9400921"/>
              <a:gd name="connsiteY18" fmla="*/ 1591251 h 1595123"/>
              <a:gd name="connsiteX19" fmla="*/ 8728075 w 9400921"/>
              <a:gd name="connsiteY19" fmla="*/ 1593596 h 1595123"/>
              <a:gd name="connsiteX20" fmla="*/ 9400921 w 9400921"/>
              <a:gd name="connsiteY20" fmla="*/ 1591310 h 1595123"/>
              <a:gd name="connsiteX0" fmla="*/ 0 w 9400921"/>
              <a:gd name="connsiteY0" fmla="*/ 0 h 1595123"/>
              <a:gd name="connsiteX1" fmla="*/ 3251200 w 9400921"/>
              <a:gd name="connsiteY1" fmla="*/ 10668 h 1595123"/>
              <a:gd name="connsiteX2" fmla="*/ 5361432 w 9400921"/>
              <a:gd name="connsiteY2" fmla="*/ 17272 h 1595123"/>
              <a:gd name="connsiteX3" fmla="*/ 7542276 w 9400921"/>
              <a:gd name="connsiteY3" fmla="*/ 13208 h 1595123"/>
              <a:gd name="connsiteX4" fmla="*/ 8357108 w 9400921"/>
              <a:gd name="connsiteY4" fmla="*/ 10668 h 1595123"/>
              <a:gd name="connsiteX5" fmla="*/ 8933688 w 9400921"/>
              <a:gd name="connsiteY5" fmla="*/ 92964 h 1595123"/>
              <a:gd name="connsiteX6" fmla="*/ 9025636 w 9400921"/>
              <a:gd name="connsiteY6" fmla="*/ 688848 h 1595123"/>
              <a:gd name="connsiteX7" fmla="*/ 8412480 w 9400921"/>
              <a:gd name="connsiteY7" fmla="*/ 780796 h 1595123"/>
              <a:gd name="connsiteX8" fmla="*/ 7254240 w 9400921"/>
              <a:gd name="connsiteY8" fmla="*/ 787400 h 1595123"/>
              <a:gd name="connsiteX9" fmla="*/ 4705604 w 9400921"/>
              <a:gd name="connsiteY9" fmla="*/ 789432 h 1595123"/>
              <a:gd name="connsiteX10" fmla="*/ 3553968 w 9400921"/>
              <a:gd name="connsiteY10" fmla="*/ 787400 h 1595123"/>
              <a:gd name="connsiteX11" fmla="*/ 2728468 w 9400921"/>
              <a:gd name="connsiteY11" fmla="*/ 787908 h 1595123"/>
              <a:gd name="connsiteX12" fmla="*/ 1960880 w 9400921"/>
              <a:gd name="connsiteY12" fmla="*/ 777240 h 1595123"/>
              <a:gd name="connsiteX13" fmla="*/ 1366520 w 9400921"/>
              <a:gd name="connsiteY13" fmla="*/ 976884 h 1595123"/>
              <a:gd name="connsiteX14" fmla="*/ 1294384 w 9400921"/>
              <a:gd name="connsiteY14" fmla="*/ 1485900 h 1595123"/>
              <a:gd name="connsiteX15" fmla="*/ 2254504 w 9400921"/>
              <a:gd name="connsiteY15" fmla="*/ 1595120 h 1595123"/>
              <a:gd name="connsiteX16" fmla="*/ 3427984 w 9400921"/>
              <a:gd name="connsiteY16" fmla="*/ 1594104 h 1595123"/>
              <a:gd name="connsiteX17" fmla="*/ 5679313 w 9400921"/>
              <a:gd name="connsiteY17" fmla="*/ 1591183 h 1595123"/>
              <a:gd name="connsiteX18" fmla="*/ 7036878 w 9400921"/>
              <a:gd name="connsiteY18" fmla="*/ 1591251 h 1595123"/>
              <a:gd name="connsiteX19" fmla="*/ 8728075 w 9400921"/>
              <a:gd name="connsiteY19" fmla="*/ 1593596 h 1595123"/>
              <a:gd name="connsiteX20" fmla="*/ 9400921 w 9400921"/>
              <a:gd name="connsiteY20" fmla="*/ 1591310 h 1595123"/>
              <a:gd name="connsiteX0" fmla="*/ 0 w 9435846"/>
              <a:gd name="connsiteY0" fmla="*/ 0 h 1597660"/>
              <a:gd name="connsiteX1" fmla="*/ 3251200 w 9435846"/>
              <a:gd name="connsiteY1" fmla="*/ 10668 h 1597660"/>
              <a:gd name="connsiteX2" fmla="*/ 5361432 w 9435846"/>
              <a:gd name="connsiteY2" fmla="*/ 17272 h 1597660"/>
              <a:gd name="connsiteX3" fmla="*/ 7542276 w 9435846"/>
              <a:gd name="connsiteY3" fmla="*/ 13208 h 1597660"/>
              <a:gd name="connsiteX4" fmla="*/ 8357108 w 9435846"/>
              <a:gd name="connsiteY4" fmla="*/ 10668 h 1597660"/>
              <a:gd name="connsiteX5" fmla="*/ 8933688 w 9435846"/>
              <a:gd name="connsiteY5" fmla="*/ 92964 h 1597660"/>
              <a:gd name="connsiteX6" fmla="*/ 9025636 w 9435846"/>
              <a:gd name="connsiteY6" fmla="*/ 688848 h 1597660"/>
              <a:gd name="connsiteX7" fmla="*/ 8412480 w 9435846"/>
              <a:gd name="connsiteY7" fmla="*/ 780796 h 1597660"/>
              <a:gd name="connsiteX8" fmla="*/ 7254240 w 9435846"/>
              <a:gd name="connsiteY8" fmla="*/ 787400 h 1597660"/>
              <a:gd name="connsiteX9" fmla="*/ 4705604 w 9435846"/>
              <a:gd name="connsiteY9" fmla="*/ 789432 h 1597660"/>
              <a:gd name="connsiteX10" fmla="*/ 3553968 w 9435846"/>
              <a:gd name="connsiteY10" fmla="*/ 787400 h 1597660"/>
              <a:gd name="connsiteX11" fmla="*/ 2728468 w 9435846"/>
              <a:gd name="connsiteY11" fmla="*/ 787908 h 1597660"/>
              <a:gd name="connsiteX12" fmla="*/ 1960880 w 9435846"/>
              <a:gd name="connsiteY12" fmla="*/ 777240 h 1597660"/>
              <a:gd name="connsiteX13" fmla="*/ 1366520 w 9435846"/>
              <a:gd name="connsiteY13" fmla="*/ 976884 h 1597660"/>
              <a:gd name="connsiteX14" fmla="*/ 1294384 w 9435846"/>
              <a:gd name="connsiteY14" fmla="*/ 1485900 h 1597660"/>
              <a:gd name="connsiteX15" fmla="*/ 2254504 w 9435846"/>
              <a:gd name="connsiteY15" fmla="*/ 1595120 h 1597660"/>
              <a:gd name="connsiteX16" fmla="*/ 3427984 w 9435846"/>
              <a:gd name="connsiteY16" fmla="*/ 1594104 h 1597660"/>
              <a:gd name="connsiteX17" fmla="*/ 5679313 w 9435846"/>
              <a:gd name="connsiteY17" fmla="*/ 1591183 h 1597660"/>
              <a:gd name="connsiteX18" fmla="*/ 7036878 w 9435846"/>
              <a:gd name="connsiteY18" fmla="*/ 1591251 h 1597660"/>
              <a:gd name="connsiteX19" fmla="*/ 8728075 w 9435846"/>
              <a:gd name="connsiteY19" fmla="*/ 1593596 h 1597660"/>
              <a:gd name="connsiteX20" fmla="*/ 9435846 w 9435846"/>
              <a:gd name="connsiteY20" fmla="*/ 1597660 h 1597660"/>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3688 w 9435846"/>
              <a:gd name="connsiteY5" fmla="*/ 82296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5207 h 1586992"/>
              <a:gd name="connsiteX1" fmla="*/ 3251200 w 9435846"/>
              <a:gd name="connsiteY1" fmla="*/ 0 h 1586992"/>
              <a:gd name="connsiteX2" fmla="*/ 5361432 w 9435846"/>
              <a:gd name="connsiteY2" fmla="*/ 6604 h 1586992"/>
              <a:gd name="connsiteX3" fmla="*/ 7542276 w 9435846"/>
              <a:gd name="connsiteY3" fmla="*/ 2540 h 1586992"/>
              <a:gd name="connsiteX4" fmla="*/ 8357108 w 9435846"/>
              <a:gd name="connsiteY4" fmla="*/ 0 h 1586992"/>
              <a:gd name="connsiteX5" fmla="*/ 8936863 w 9435846"/>
              <a:gd name="connsiteY5" fmla="*/ 66421 h 1586992"/>
              <a:gd name="connsiteX6" fmla="*/ 9025636 w 9435846"/>
              <a:gd name="connsiteY6" fmla="*/ 678180 h 1586992"/>
              <a:gd name="connsiteX7" fmla="*/ 8412480 w 9435846"/>
              <a:gd name="connsiteY7" fmla="*/ 770128 h 1586992"/>
              <a:gd name="connsiteX8" fmla="*/ 7254240 w 9435846"/>
              <a:gd name="connsiteY8" fmla="*/ 776732 h 1586992"/>
              <a:gd name="connsiteX9" fmla="*/ 4705604 w 9435846"/>
              <a:gd name="connsiteY9" fmla="*/ 778764 h 1586992"/>
              <a:gd name="connsiteX10" fmla="*/ 3553968 w 9435846"/>
              <a:gd name="connsiteY10" fmla="*/ 776732 h 1586992"/>
              <a:gd name="connsiteX11" fmla="*/ 2728468 w 9435846"/>
              <a:gd name="connsiteY11" fmla="*/ 777240 h 1586992"/>
              <a:gd name="connsiteX12" fmla="*/ 1960880 w 9435846"/>
              <a:gd name="connsiteY12" fmla="*/ 766572 h 1586992"/>
              <a:gd name="connsiteX13" fmla="*/ 1366520 w 9435846"/>
              <a:gd name="connsiteY13" fmla="*/ 966216 h 1586992"/>
              <a:gd name="connsiteX14" fmla="*/ 1294384 w 9435846"/>
              <a:gd name="connsiteY14" fmla="*/ 1475232 h 1586992"/>
              <a:gd name="connsiteX15" fmla="*/ 2254504 w 9435846"/>
              <a:gd name="connsiteY15" fmla="*/ 1584452 h 1586992"/>
              <a:gd name="connsiteX16" fmla="*/ 3427984 w 9435846"/>
              <a:gd name="connsiteY16" fmla="*/ 1583436 h 1586992"/>
              <a:gd name="connsiteX17" fmla="*/ 5679313 w 9435846"/>
              <a:gd name="connsiteY17" fmla="*/ 1580515 h 1586992"/>
              <a:gd name="connsiteX18" fmla="*/ 7036878 w 9435846"/>
              <a:gd name="connsiteY18" fmla="*/ 1580583 h 1586992"/>
              <a:gd name="connsiteX19" fmla="*/ 8728075 w 9435846"/>
              <a:gd name="connsiteY19" fmla="*/ 1582928 h 1586992"/>
              <a:gd name="connsiteX20" fmla="*/ 9435846 w 9435846"/>
              <a:gd name="connsiteY20" fmla="*/ 1586992 h 1586992"/>
              <a:gd name="connsiteX0" fmla="*/ 0 w 9435846"/>
              <a:gd name="connsiteY0" fmla="*/ 8156 h 1589941"/>
              <a:gd name="connsiteX1" fmla="*/ 3251200 w 9435846"/>
              <a:gd name="connsiteY1" fmla="*/ 2949 h 1589941"/>
              <a:gd name="connsiteX2" fmla="*/ 5361432 w 9435846"/>
              <a:gd name="connsiteY2" fmla="*/ 9553 h 1589941"/>
              <a:gd name="connsiteX3" fmla="*/ 7542276 w 9435846"/>
              <a:gd name="connsiteY3" fmla="*/ 5489 h 1589941"/>
              <a:gd name="connsiteX4" fmla="*/ 8357108 w 9435846"/>
              <a:gd name="connsiteY4" fmla="*/ 2949 h 1589941"/>
              <a:gd name="connsiteX5" fmla="*/ 8936863 w 9435846"/>
              <a:gd name="connsiteY5" fmla="*/ 69370 h 1589941"/>
              <a:gd name="connsiteX6" fmla="*/ 9025636 w 9435846"/>
              <a:gd name="connsiteY6" fmla="*/ 681129 h 1589941"/>
              <a:gd name="connsiteX7" fmla="*/ 8412480 w 9435846"/>
              <a:gd name="connsiteY7" fmla="*/ 773077 h 1589941"/>
              <a:gd name="connsiteX8" fmla="*/ 7254240 w 9435846"/>
              <a:gd name="connsiteY8" fmla="*/ 779681 h 1589941"/>
              <a:gd name="connsiteX9" fmla="*/ 4705604 w 9435846"/>
              <a:gd name="connsiteY9" fmla="*/ 781713 h 1589941"/>
              <a:gd name="connsiteX10" fmla="*/ 3553968 w 9435846"/>
              <a:gd name="connsiteY10" fmla="*/ 779681 h 1589941"/>
              <a:gd name="connsiteX11" fmla="*/ 2728468 w 9435846"/>
              <a:gd name="connsiteY11" fmla="*/ 780189 h 1589941"/>
              <a:gd name="connsiteX12" fmla="*/ 1960880 w 9435846"/>
              <a:gd name="connsiteY12" fmla="*/ 769521 h 1589941"/>
              <a:gd name="connsiteX13" fmla="*/ 1366520 w 9435846"/>
              <a:gd name="connsiteY13" fmla="*/ 969165 h 1589941"/>
              <a:gd name="connsiteX14" fmla="*/ 1294384 w 9435846"/>
              <a:gd name="connsiteY14" fmla="*/ 1478181 h 1589941"/>
              <a:gd name="connsiteX15" fmla="*/ 2254504 w 9435846"/>
              <a:gd name="connsiteY15" fmla="*/ 1587401 h 1589941"/>
              <a:gd name="connsiteX16" fmla="*/ 3427984 w 9435846"/>
              <a:gd name="connsiteY16" fmla="*/ 1586385 h 1589941"/>
              <a:gd name="connsiteX17" fmla="*/ 5679313 w 9435846"/>
              <a:gd name="connsiteY17" fmla="*/ 1583464 h 1589941"/>
              <a:gd name="connsiteX18" fmla="*/ 7036878 w 9435846"/>
              <a:gd name="connsiteY18" fmla="*/ 1583532 h 1589941"/>
              <a:gd name="connsiteX19" fmla="*/ 8728075 w 9435846"/>
              <a:gd name="connsiteY19" fmla="*/ 1585877 h 1589941"/>
              <a:gd name="connsiteX20" fmla="*/ 9435846 w 9435846"/>
              <a:gd name="connsiteY20" fmla="*/ 1589941 h 1589941"/>
              <a:gd name="connsiteX0" fmla="*/ 0 w 9435846"/>
              <a:gd name="connsiteY0" fmla="*/ 8156 h 1589941"/>
              <a:gd name="connsiteX1" fmla="*/ 3251200 w 9435846"/>
              <a:gd name="connsiteY1" fmla="*/ 2949 h 1589941"/>
              <a:gd name="connsiteX2" fmla="*/ 5361432 w 9435846"/>
              <a:gd name="connsiteY2" fmla="*/ 9553 h 1589941"/>
              <a:gd name="connsiteX3" fmla="*/ 7542276 w 9435846"/>
              <a:gd name="connsiteY3" fmla="*/ 5489 h 1589941"/>
              <a:gd name="connsiteX4" fmla="*/ 8357108 w 9435846"/>
              <a:gd name="connsiteY4" fmla="*/ 2949 h 1589941"/>
              <a:gd name="connsiteX5" fmla="*/ 8936863 w 9435846"/>
              <a:gd name="connsiteY5" fmla="*/ 69370 h 1589941"/>
              <a:gd name="connsiteX6" fmla="*/ 9025636 w 9435846"/>
              <a:gd name="connsiteY6" fmla="*/ 681129 h 1589941"/>
              <a:gd name="connsiteX7" fmla="*/ 8412480 w 9435846"/>
              <a:gd name="connsiteY7" fmla="*/ 773077 h 1589941"/>
              <a:gd name="connsiteX8" fmla="*/ 7254240 w 9435846"/>
              <a:gd name="connsiteY8" fmla="*/ 779681 h 1589941"/>
              <a:gd name="connsiteX9" fmla="*/ 4705604 w 9435846"/>
              <a:gd name="connsiteY9" fmla="*/ 781713 h 1589941"/>
              <a:gd name="connsiteX10" fmla="*/ 3553968 w 9435846"/>
              <a:gd name="connsiteY10" fmla="*/ 779681 h 1589941"/>
              <a:gd name="connsiteX11" fmla="*/ 2728468 w 9435846"/>
              <a:gd name="connsiteY11" fmla="*/ 780189 h 1589941"/>
              <a:gd name="connsiteX12" fmla="*/ 1960880 w 9435846"/>
              <a:gd name="connsiteY12" fmla="*/ 769521 h 1589941"/>
              <a:gd name="connsiteX13" fmla="*/ 1366520 w 9435846"/>
              <a:gd name="connsiteY13" fmla="*/ 969165 h 1589941"/>
              <a:gd name="connsiteX14" fmla="*/ 1294384 w 9435846"/>
              <a:gd name="connsiteY14" fmla="*/ 1478181 h 1589941"/>
              <a:gd name="connsiteX15" fmla="*/ 2254504 w 9435846"/>
              <a:gd name="connsiteY15" fmla="*/ 1587401 h 1589941"/>
              <a:gd name="connsiteX16" fmla="*/ 3427984 w 9435846"/>
              <a:gd name="connsiteY16" fmla="*/ 1586385 h 1589941"/>
              <a:gd name="connsiteX17" fmla="*/ 5679313 w 9435846"/>
              <a:gd name="connsiteY17" fmla="*/ 1583464 h 1589941"/>
              <a:gd name="connsiteX18" fmla="*/ 7036878 w 9435846"/>
              <a:gd name="connsiteY18" fmla="*/ 1583532 h 1589941"/>
              <a:gd name="connsiteX19" fmla="*/ 8728075 w 9435846"/>
              <a:gd name="connsiteY19" fmla="*/ 1585877 h 1589941"/>
              <a:gd name="connsiteX20" fmla="*/ 9435846 w 9435846"/>
              <a:gd name="connsiteY20" fmla="*/ 1589941 h 1589941"/>
              <a:gd name="connsiteX0" fmla="*/ 0 w 9435846"/>
              <a:gd name="connsiteY0" fmla="*/ 6162 h 1587947"/>
              <a:gd name="connsiteX1" fmla="*/ 3251200 w 9435846"/>
              <a:gd name="connsiteY1" fmla="*/ 955 h 1587947"/>
              <a:gd name="connsiteX2" fmla="*/ 5361432 w 9435846"/>
              <a:gd name="connsiteY2" fmla="*/ 7559 h 1587947"/>
              <a:gd name="connsiteX3" fmla="*/ 7542276 w 9435846"/>
              <a:gd name="connsiteY3" fmla="*/ 3495 h 1587947"/>
              <a:gd name="connsiteX4" fmla="*/ 8357108 w 9435846"/>
              <a:gd name="connsiteY4" fmla="*/ 955 h 1587947"/>
              <a:gd name="connsiteX5" fmla="*/ 8936863 w 9435846"/>
              <a:gd name="connsiteY5" fmla="*/ 67376 h 1587947"/>
              <a:gd name="connsiteX6" fmla="*/ 9025636 w 9435846"/>
              <a:gd name="connsiteY6" fmla="*/ 679135 h 1587947"/>
              <a:gd name="connsiteX7" fmla="*/ 8412480 w 9435846"/>
              <a:gd name="connsiteY7" fmla="*/ 771083 h 1587947"/>
              <a:gd name="connsiteX8" fmla="*/ 7254240 w 9435846"/>
              <a:gd name="connsiteY8" fmla="*/ 777687 h 1587947"/>
              <a:gd name="connsiteX9" fmla="*/ 4705604 w 9435846"/>
              <a:gd name="connsiteY9" fmla="*/ 779719 h 1587947"/>
              <a:gd name="connsiteX10" fmla="*/ 3553968 w 9435846"/>
              <a:gd name="connsiteY10" fmla="*/ 777687 h 1587947"/>
              <a:gd name="connsiteX11" fmla="*/ 2728468 w 9435846"/>
              <a:gd name="connsiteY11" fmla="*/ 778195 h 1587947"/>
              <a:gd name="connsiteX12" fmla="*/ 1960880 w 9435846"/>
              <a:gd name="connsiteY12" fmla="*/ 767527 h 1587947"/>
              <a:gd name="connsiteX13" fmla="*/ 1366520 w 9435846"/>
              <a:gd name="connsiteY13" fmla="*/ 967171 h 1587947"/>
              <a:gd name="connsiteX14" fmla="*/ 1294384 w 9435846"/>
              <a:gd name="connsiteY14" fmla="*/ 1476187 h 1587947"/>
              <a:gd name="connsiteX15" fmla="*/ 2254504 w 9435846"/>
              <a:gd name="connsiteY15" fmla="*/ 1585407 h 1587947"/>
              <a:gd name="connsiteX16" fmla="*/ 3427984 w 9435846"/>
              <a:gd name="connsiteY16" fmla="*/ 1584391 h 1587947"/>
              <a:gd name="connsiteX17" fmla="*/ 5679313 w 9435846"/>
              <a:gd name="connsiteY17" fmla="*/ 1581470 h 1587947"/>
              <a:gd name="connsiteX18" fmla="*/ 7036878 w 9435846"/>
              <a:gd name="connsiteY18" fmla="*/ 1581538 h 1587947"/>
              <a:gd name="connsiteX19" fmla="*/ 8728075 w 9435846"/>
              <a:gd name="connsiteY19" fmla="*/ 1583883 h 1587947"/>
              <a:gd name="connsiteX20" fmla="*/ 9435846 w 9435846"/>
              <a:gd name="connsiteY20" fmla="*/ 1587947 h 1587947"/>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2563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2563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2563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2563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35161 w 9435846"/>
              <a:gd name="connsiteY6" fmla="*/ 6930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412480 w 9435846"/>
              <a:gd name="connsiteY7" fmla="*/ 772315 h 1589179"/>
              <a:gd name="connsiteX8" fmla="*/ 7254240 w 9435846"/>
              <a:gd name="connsiteY8" fmla="*/ 7789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412480 w 9435846"/>
              <a:gd name="connsiteY7" fmla="*/ 772315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06586 w 9435846"/>
              <a:gd name="connsiteY6" fmla="*/ 68036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9012936 w 9435846"/>
              <a:gd name="connsiteY6" fmla="*/ 70576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81186 w 9435846"/>
              <a:gd name="connsiteY6" fmla="*/ 71211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81186 w 9435846"/>
              <a:gd name="connsiteY6" fmla="*/ 712117 h 1589179"/>
              <a:gd name="connsiteX7" fmla="*/ 8361680 w 9435846"/>
              <a:gd name="connsiteY7" fmla="*/ 7564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81186 w 9435846"/>
              <a:gd name="connsiteY6" fmla="*/ 712117 h 1589179"/>
              <a:gd name="connsiteX7" fmla="*/ 8355330 w 9435846"/>
              <a:gd name="connsiteY7" fmla="*/ 7691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81186 w 9435846"/>
              <a:gd name="connsiteY6" fmla="*/ 712117 h 1589179"/>
              <a:gd name="connsiteX7" fmla="*/ 8355330 w 9435846"/>
              <a:gd name="connsiteY7" fmla="*/ 7691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355330 w 9435846"/>
              <a:gd name="connsiteY7" fmla="*/ 7691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355330 w 9435846"/>
              <a:gd name="connsiteY7" fmla="*/ 7691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95005 w 9435846"/>
              <a:gd name="connsiteY7" fmla="*/ 8072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95005 w 9435846"/>
              <a:gd name="connsiteY7" fmla="*/ 8072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95005 w 9435846"/>
              <a:gd name="connsiteY7" fmla="*/ 80724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51065 w 9435846"/>
              <a:gd name="connsiteY8" fmla="*/ 75986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38481 w 9435846"/>
              <a:gd name="connsiteY8" fmla="*/ 780841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705604 w 9435846"/>
              <a:gd name="connsiteY9" fmla="*/ 7809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657979 w 9435846"/>
              <a:gd name="connsiteY9" fmla="*/ 7936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657979 w 9435846"/>
              <a:gd name="connsiteY9" fmla="*/ 793651 h 1589179"/>
              <a:gd name="connsiteX10" fmla="*/ 3553968 w 9435846"/>
              <a:gd name="connsiteY10" fmla="*/ 778919 h 1589179"/>
              <a:gd name="connsiteX11" fmla="*/ 2728468 w 9435846"/>
              <a:gd name="connsiteY11" fmla="*/ 779427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657979 w 9435846"/>
              <a:gd name="connsiteY9" fmla="*/ 793651 h 1589179"/>
              <a:gd name="connsiteX10" fmla="*/ 3553968 w 9435846"/>
              <a:gd name="connsiteY10" fmla="*/ 778919 h 1589179"/>
              <a:gd name="connsiteX11" fmla="*/ 2722118 w 9435846"/>
              <a:gd name="connsiteY11" fmla="*/ 782602 h 1589179"/>
              <a:gd name="connsiteX12" fmla="*/ 1960880 w 9435846"/>
              <a:gd name="connsiteY12" fmla="*/ 768759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657979 w 9435846"/>
              <a:gd name="connsiteY9" fmla="*/ 793651 h 1589179"/>
              <a:gd name="connsiteX10" fmla="*/ 3553968 w 9435846"/>
              <a:gd name="connsiteY10" fmla="*/ 778919 h 1589179"/>
              <a:gd name="connsiteX11" fmla="*/ 2722118 w 9435846"/>
              <a:gd name="connsiteY11" fmla="*/ 782602 h 1589179"/>
              <a:gd name="connsiteX12" fmla="*/ 1640205 w 9435846"/>
              <a:gd name="connsiteY12" fmla="*/ 752884 h 1589179"/>
              <a:gd name="connsiteX13" fmla="*/ 1366520 w 9435846"/>
              <a:gd name="connsiteY13" fmla="*/ 968403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89179"/>
              <a:gd name="connsiteX1" fmla="*/ 3251200 w 9435846"/>
              <a:gd name="connsiteY1" fmla="*/ 2187 h 1589179"/>
              <a:gd name="connsiteX2" fmla="*/ 5361432 w 9435846"/>
              <a:gd name="connsiteY2" fmla="*/ 8791 h 1589179"/>
              <a:gd name="connsiteX3" fmla="*/ 7542276 w 9435846"/>
              <a:gd name="connsiteY3" fmla="*/ 4727 h 1589179"/>
              <a:gd name="connsiteX4" fmla="*/ 8357108 w 9435846"/>
              <a:gd name="connsiteY4" fmla="*/ 2187 h 1589179"/>
              <a:gd name="connsiteX5" fmla="*/ 8940038 w 9435846"/>
              <a:gd name="connsiteY5" fmla="*/ 65433 h 1589179"/>
              <a:gd name="connsiteX6" fmla="*/ 8997061 w 9435846"/>
              <a:gd name="connsiteY6" fmla="*/ 743867 h 1589179"/>
              <a:gd name="connsiteX7" fmla="*/ 8282305 w 9435846"/>
              <a:gd name="connsiteY7" fmla="*/ 800890 h 1589179"/>
              <a:gd name="connsiteX8" fmla="*/ 7213314 w 9435846"/>
              <a:gd name="connsiteY8" fmla="*/ 797619 h 1589179"/>
              <a:gd name="connsiteX9" fmla="*/ 4657979 w 9435846"/>
              <a:gd name="connsiteY9" fmla="*/ 793651 h 1589179"/>
              <a:gd name="connsiteX10" fmla="*/ 3553968 w 9435846"/>
              <a:gd name="connsiteY10" fmla="*/ 778919 h 1589179"/>
              <a:gd name="connsiteX11" fmla="*/ 2722118 w 9435846"/>
              <a:gd name="connsiteY11" fmla="*/ 782602 h 1589179"/>
              <a:gd name="connsiteX12" fmla="*/ 1640205 w 9435846"/>
              <a:gd name="connsiteY12" fmla="*/ 752884 h 1589179"/>
              <a:gd name="connsiteX13" fmla="*/ 1264920 w 9435846"/>
              <a:gd name="connsiteY13" fmla="*/ 971578 h 1589179"/>
              <a:gd name="connsiteX14" fmla="*/ 1294384 w 9435846"/>
              <a:gd name="connsiteY14" fmla="*/ 1477419 h 1589179"/>
              <a:gd name="connsiteX15" fmla="*/ 2254504 w 9435846"/>
              <a:gd name="connsiteY15" fmla="*/ 1586639 h 1589179"/>
              <a:gd name="connsiteX16" fmla="*/ 3427984 w 9435846"/>
              <a:gd name="connsiteY16" fmla="*/ 1585623 h 1589179"/>
              <a:gd name="connsiteX17" fmla="*/ 5679313 w 9435846"/>
              <a:gd name="connsiteY17" fmla="*/ 1582702 h 1589179"/>
              <a:gd name="connsiteX18" fmla="*/ 7036878 w 9435846"/>
              <a:gd name="connsiteY18" fmla="*/ 1582770 h 1589179"/>
              <a:gd name="connsiteX19" fmla="*/ 8728075 w 9435846"/>
              <a:gd name="connsiteY19" fmla="*/ 1585115 h 1589179"/>
              <a:gd name="connsiteX20" fmla="*/ 9435846 w 9435846"/>
              <a:gd name="connsiteY20" fmla="*/ 1589179 h 1589179"/>
              <a:gd name="connsiteX0" fmla="*/ 0 w 9435846"/>
              <a:gd name="connsiteY0" fmla="*/ 7394 h 1593530"/>
              <a:gd name="connsiteX1" fmla="*/ 3251200 w 9435846"/>
              <a:gd name="connsiteY1" fmla="*/ 2187 h 1593530"/>
              <a:gd name="connsiteX2" fmla="*/ 5361432 w 9435846"/>
              <a:gd name="connsiteY2" fmla="*/ 8791 h 1593530"/>
              <a:gd name="connsiteX3" fmla="*/ 7542276 w 9435846"/>
              <a:gd name="connsiteY3" fmla="*/ 4727 h 1593530"/>
              <a:gd name="connsiteX4" fmla="*/ 8357108 w 9435846"/>
              <a:gd name="connsiteY4" fmla="*/ 2187 h 1593530"/>
              <a:gd name="connsiteX5" fmla="*/ 8940038 w 9435846"/>
              <a:gd name="connsiteY5" fmla="*/ 65433 h 1593530"/>
              <a:gd name="connsiteX6" fmla="*/ 8997061 w 9435846"/>
              <a:gd name="connsiteY6" fmla="*/ 743867 h 1593530"/>
              <a:gd name="connsiteX7" fmla="*/ 8282305 w 9435846"/>
              <a:gd name="connsiteY7" fmla="*/ 800890 h 1593530"/>
              <a:gd name="connsiteX8" fmla="*/ 7213314 w 9435846"/>
              <a:gd name="connsiteY8" fmla="*/ 797619 h 1593530"/>
              <a:gd name="connsiteX9" fmla="*/ 4657979 w 9435846"/>
              <a:gd name="connsiteY9" fmla="*/ 793651 h 1593530"/>
              <a:gd name="connsiteX10" fmla="*/ 3553968 w 9435846"/>
              <a:gd name="connsiteY10" fmla="*/ 778919 h 1593530"/>
              <a:gd name="connsiteX11" fmla="*/ 2722118 w 9435846"/>
              <a:gd name="connsiteY11" fmla="*/ 782602 h 1593530"/>
              <a:gd name="connsiteX12" fmla="*/ 1640205 w 9435846"/>
              <a:gd name="connsiteY12" fmla="*/ 752884 h 1593530"/>
              <a:gd name="connsiteX13" fmla="*/ 1264920 w 9435846"/>
              <a:gd name="connsiteY13" fmla="*/ 971578 h 1593530"/>
              <a:gd name="connsiteX14" fmla="*/ 1373759 w 9435846"/>
              <a:gd name="connsiteY14" fmla="*/ 1490119 h 1593530"/>
              <a:gd name="connsiteX15" fmla="*/ 2254504 w 9435846"/>
              <a:gd name="connsiteY15" fmla="*/ 1586639 h 1593530"/>
              <a:gd name="connsiteX16" fmla="*/ 3427984 w 9435846"/>
              <a:gd name="connsiteY16" fmla="*/ 1585623 h 1593530"/>
              <a:gd name="connsiteX17" fmla="*/ 5679313 w 9435846"/>
              <a:gd name="connsiteY17" fmla="*/ 1582702 h 1593530"/>
              <a:gd name="connsiteX18" fmla="*/ 7036878 w 9435846"/>
              <a:gd name="connsiteY18" fmla="*/ 1582770 h 1593530"/>
              <a:gd name="connsiteX19" fmla="*/ 8728075 w 9435846"/>
              <a:gd name="connsiteY19" fmla="*/ 1585115 h 1593530"/>
              <a:gd name="connsiteX20" fmla="*/ 9435846 w 9435846"/>
              <a:gd name="connsiteY20" fmla="*/ 1589179 h 1593530"/>
              <a:gd name="connsiteX0" fmla="*/ 0 w 9435846"/>
              <a:gd name="connsiteY0" fmla="*/ 7394 h 1606780"/>
              <a:gd name="connsiteX1" fmla="*/ 3251200 w 9435846"/>
              <a:gd name="connsiteY1" fmla="*/ 2187 h 1606780"/>
              <a:gd name="connsiteX2" fmla="*/ 5361432 w 9435846"/>
              <a:gd name="connsiteY2" fmla="*/ 8791 h 1606780"/>
              <a:gd name="connsiteX3" fmla="*/ 7542276 w 9435846"/>
              <a:gd name="connsiteY3" fmla="*/ 4727 h 1606780"/>
              <a:gd name="connsiteX4" fmla="*/ 8357108 w 9435846"/>
              <a:gd name="connsiteY4" fmla="*/ 2187 h 1606780"/>
              <a:gd name="connsiteX5" fmla="*/ 8940038 w 9435846"/>
              <a:gd name="connsiteY5" fmla="*/ 65433 h 1606780"/>
              <a:gd name="connsiteX6" fmla="*/ 8997061 w 9435846"/>
              <a:gd name="connsiteY6" fmla="*/ 743867 h 1606780"/>
              <a:gd name="connsiteX7" fmla="*/ 8282305 w 9435846"/>
              <a:gd name="connsiteY7" fmla="*/ 800890 h 1606780"/>
              <a:gd name="connsiteX8" fmla="*/ 7213314 w 9435846"/>
              <a:gd name="connsiteY8" fmla="*/ 797619 h 1606780"/>
              <a:gd name="connsiteX9" fmla="*/ 4657979 w 9435846"/>
              <a:gd name="connsiteY9" fmla="*/ 793651 h 1606780"/>
              <a:gd name="connsiteX10" fmla="*/ 3553968 w 9435846"/>
              <a:gd name="connsiteY10" fmla="*/ 778919 h 1606780"/>
              <a:gd name="connsiteX11" fmla="*/ 2722118 w 9435846"/>
              <a:gd name="connsiteY11" fmla="*/ 782602 h 1606780"/>
              <a:gd name="connsiteX12" fmla="*/ 1640205 w 9435846"/>
              <a:gd name="connsiteY12" fmla="*/ 752884 h 1606780"/>
              <a:gd name="connsiteX13" fmla="*/ 1264920 w 9435846"/>
              <a:gd name="connsiteY13" fmla="*/ 971578 h 1606780"/>
              <a:gd name="connsiteX14" fmla="*/ 1373759 w 9435846"/>
              <a:gd name="connsiteY14" fmla="*/ 1490119 h 1606780"/>
              <a:gd name="connsiteX15" fmla="*/ 2254504 w 9435846"/>
              <a:gd name="connsiteY15" fmla="*/ 1586639 h 1606780"/>
              <a:gd name="connsiteX16" fmla="*/ 3427984 w 9435846"/>
              <a:gd name="connsiteY16" fmla="*/ 1585623 h 1606780"/>
              <a:gd name="connsiteX17" fmla="*/ 5679313 w 9435846"/>
              <a:gd name="connsiteY17" fmla="*/ 1582702 h 1606780"/>
              <a:gd name="connsiteX18" fmla="*/ 7036878 w 9435846"/>
              <a:gd name="connsiteY18" fmla="*/ 1582770 h 1606780"/>
              <a:gd name="connsiteX19" fmla="*/ 8728075 w 9435846"/>
              <a:gd name="connsiteY19" fmla="*/ 1585115 h 1606780"/>
              <a:gd name="connsiteX20" fmla="*/ 9435846 w 9435846"/>
              <a:gd name="connsiteY20" fmla="*/ 1589179 h 1606780"/>
              <a:gd name="connsiteX0" fmla="*/ 0 w 9435846"/>
              <a:gd name="connsiteY0" fmla="*/ 7394 h 1593530"/>
              <a:gd name="connsiteX1" fmla="*/ 3251200 w 9435846"/>
              <a:gd name="connsiteY1" fmla="*/ 2187 h 1593530"/>
              <a:gd name="connsiteX2" fmla="*/ 5361432 w 9435846"/>
              <a:gd name="connsiteY2" fmla="*/ 8791 h 1593530"/>
              <a:gd name="connsiteX3" fmla="*/ 7542276 w 9435846"/>
              <a:gd name="connsiteY3" fmla="*/ 4727 h 1593530"/>
              <a:gd name="connsiteX4" fmla="*/ 8357108 w 9435846"/>
              <a:gd name="connsiteY4" fmla="*/ 2187 h 1593530"/>
              <a:gd name="connsiteX5" fmla="*/ 8940038 w 9435846"/>
              <a:gd name="connsiteY5" fmla="*/ 65433 h 1593530"/>
              <a:gd name="connsiteX6" fmla="*/ 8997061 w 9435846"/>
              <a:gd name="connsiteY6" fmla="*/ 743867 h 1593530"/>
              <a:gd name="connsiteX7" fmla="*/ 8282305 w 9435846"/>
              <a:gd name="connsiteY7" fmla="*/ 800890 h 1593530"/>
              <a:gd name="connsiteX8" fmla="*/ 7213314 w 9435846"/>
              <a:gd name="connsiteY8" fmla="*/ 797619 h 1593530"/>
              <a:gd name="connsiteX9" fmla="*/ 4657979 w 9435846"/>
              <a:gd name="connsiteY9" fmla="*/ 793651 h 1593530"/>
              <a:gd name="connsiteX10" fmla="*/ 3553968 w 9435846"/>
              <a:gd name="connsiteY10" fmla="*/ 778919 h 1593530"/>
              <a:gd name="connsiteX11" fmla="*/ 2722118 w 9435846"/>
              <a:gd name="connsiteY11" fmla="*/ 782602 h 1593530"/>
              <a:gd name="connsiteX12" fmla="*/ 1640205 w 9435846"/>
              <a:gd name="connsiteY12" fmla="*/ 752884 h 1593530"/>
              <a:gd name="connsiteX13" fmla="*/ 1264920 w 9435846"/>
              <a:gd name="connsiteY13" fmla="*/ 971578 h 1593530"/>
              <a:gd name="connsiteX14" fmla="*/ 1373759 w 9435846"/>
              <a:gd name="connsiteY14" fmla="*/ 1490119 h 1593530"/>
              <a:gd name="connsiteX15" fmla="*/ 2254504 w 9435846"/>
              <a:gd name="connsiteY15" fmla="*/ 1586639 h 1593530"/>
              <a:gd name="connsiteX16" fmla="*/ 3427984 w 9435846"/>
              <a:gd name="connsiteY16" fmla="*/ 1585623 h 1593530"/>
              <a:gd name="connsiteX17" fmla="*/ 5679313 w 9435846"/>
              <a:gd name="connsiteY17" fmla="*/ 1582702 h 1593530"/>
              <a:gd name="connsiteX18" fmla="*/ 7036878 w 9435846"/>
              <a:gd name="connsiteY18" fmla="*/ 1582770 h 1593530"/>
              <a:gd name="connsiteX19" fmla="*/ 8728075 w 9435846"/>
              <a:gd name="connsiteY19" fmla="*/ 1585115 h 1593530"/>
              <a:gd name="connsiteX20" fmla="*/ 9435846 w 9435846"/>
              <a:gd name="connsiteY20" fmla="*/ 1589179 h 1593530"/>
              <a:gd name="connsiteX0" fmla="*/ 0 w 9435846"/>
              <a:gd name="connsiteY0" fmla="*/ 7394 h 1601767"/>
              <a:gd name="connsiteX1" fmla="*/ 3251200 w 9435846"/>
              <a:gd name="connsiteY1" fmla="*/ 2187 h 1601767"/>
              <a:gd name="connsiteX2" fmla="*/ 5361432 w 9435846"/>
              <a:gd name="connsiteY2" fmla="*/ 8791 h 1601767"/>
              <a:gd name="connsiteX3" fmla="*/ 7542276 w 9435846"/>
              <a:gd name="connsiteY3" fmla="*/ 4727 h 1601767"/>
              <a:gd name="connsiteX4" fmla="*/ 8357108 w 9435846"/>
              <a:gd name="connsiteY4" fmla="*/ 2187 h 1601767"/>
              <a:gd name="connsiteX5" fmla="*/ 8940038 w 9435846"/>
              <a:gd name="connsiteY5" fmla="*/ 65433 h 1601767"/>
              <a:gd name="connsiteX6" fmla="*/ 8997061 w 9435846"/>
              <a:gd name="connsiteY6" fmla="*/ 743867 h 1601767"/>
              <a:gd name="connsiteX7" fmla="*/ 8282305 w 9435846"/>
              <a:gd name="connsiteY7" fmla="*/ 800890 h 1601767"/>
              <a:gd name="connsiteX8" fmla="*/ 7213314 w 9435846"/>
              <a:gd name="connsiteY8" fmla="*/ 797619 h 1601767"/>
              <a:gd name="connsiteX9" fmla="*/ 4657979 w 9435846"/>
              <a:gd name="connsiteY9" fmla="*/ 793651 h 1601767"/>
              <a:gd name="connsiteX10" fmla="*/ 3553968 w 9435846"/>
              <a:gd name="connsiteY10" fmla="*/ 778919 h 1601767"/>
              <a:gd name="connsiteX11" fmla="*/ 2722118 w 9435846"/>
              <a:gd name="connsiteY11" fmla="*/ 782602 h 1601767"/>
              <a:gd name="connsiteX12" fmla="*/ 1640205 w 9435846"/>
              <a:gd name="connsiteY12" fmla="*/ 752884 h 1601767"/>
              <a:gd name="connsiteX13" fmla="*/ 1264920 w 9435846"/>
              <a:gd name="connsiteY13" fmla="*/ 971578 h 1601767"/>
              <a:gd name="connsiteX14" fmla="*/ 1373759 w 9435846"/>
              <a:gd name="connsiteY14" fmla="*/ 1490119 h 1601767"/>
              <a:gd name="connsiteX15" fmla="*/ 2254504 w 9435846"/>
              <a:gd name="connsiteY15" fmla="*/ 1586639 h 1601767"/>
              <a:gd name="connsiteX16" fmla="*/ 3427984 w 9435846"/>
              <a:gd name="connsiteY16" fmla="*/ 1585623 h 1601767"/>
              <a:gd name="connsiteX17" fmla="*/ 5679313 w 9435846"/>
              <a:gd name="connsiteY17" fmla="*/ 1582702 h 1601767"/>
              <a:gd name="connsiteX18" fmla="*/ 7036878 w 9435846"/>
              <a:gd name="connsiteY18" fmla="*/ 1582770 h 1601767"/>
              <a:gd name="connsiteX19" fmla="*/ 8728075 w 9435846"/>
              <a:gd name="connsiteY19" fmla="*/ 1585115 h 1601767"/>
              <a:gd name="connsiteX20" fmla="*/ 9435846 w 9435846"/>
              <a:gd name="connsiteY20" fmla="*/ 1589179 h 1601767"/>
              <a:gd name="connsiteX0" fmla="*/ 0 w 9435846"/>
              <a:gd name="connsiteY0" fmla="*/ 7394 h 1601767"/>
              <a:gd name="connsiteX1" fmla="*/ 3251200 w 9435846"/>
              <a:gd name="connsiteY1" fmla="*/ 2187 h 1601767"/>
              <a:gd name="connsiteX2" fmla="*/ 5361432 w 9435846"/>
              <a:gd name="connsiteY2" fmla="*/ 8791 h 1601767"/>
              <a:gd name="connsiteX3" fmla="*/ 7542276 w 9435846"/>
              <a:gd name="connsiteY3" fmla="*/ 4727 h 1601767"/>
              <a:gd name="connsiteX4" fmla="*/ 8357108 w 9435846"/>
              <a:gd name="connsiteY4" fmla="*/ 2187 h 1601767"/>
              <a:gd name="connsiteX5" fmla="*/ 8940038 w 9435846"/>
              <a:gd name="connsiteY5" fmla="*/ 65433 h 1601767"/>
              <a:gd name="connsiteX6" fmla="*/ 8997061 w 9435846"/>
              <a:gd name="connsiteY6" fmla="*/ 743867 h 1601767"/>
              <a:gd name="connsiteX7" fmla="*/ 8282305 w 9435846"/>
              <a:gd name="connsiteY7" fmla="*/ 800890 h 1601767"/>
              <a:gd name="connsiteX8" fmla="*/ 7213314 w 9435846"/>
              <a:gd name="connsiteY8" fmla="*/ 797619 h 1601767"/>
              <a:gd name="connsiteX9" fmla="*/ 4657979 w 9435846"/>
              <a:gd name="connsiteY9" fmla="*/ 793651 h 1601767"/>
              <a:gd name="connsiteX10" fmla="*/ 3553968 w 9435846"/>
              <a:gd name="connsiteY10" fmla="*/ 778919 h 1601767"/>
              <a:gd name="connsiteX11" fmla="*/ 2722118 w 9435846"/>
              <a:gd name="connsiteY11" fmla="*/ 782602 h 1601767"/>
              <a:gd name="connsiteX12" fmla="*/ 1640205 w 9435846"/>
              <a:gd name="connsiteY12" fmla="*/ 752884 h 1601767"/>
              <a:gd name="connsiteX13" fmla="*/ 1264920 w 9435846"/>
              <a:gd name="connsiteY13" fmla="*/ 971578 h 1601767"/>
              <a:gd name="connsiteX14" fmla="*/ 1373759 w 9435846"/>
              <a:gd name="connsiteY14" fmla="*/ 1490119 h 1601767"/>
              <a:gd name="connsiteX15" fmla="*/ 2254504 w 9435846"/>
              <a:gd name="connsiteY15" fmla="*/ 1586639 h 1601767"/>
              <a:gd name="connsiteX16" fmla="*/ 3427984 w 9435846"/>
              <a:gd name="connsiteY16" fmla="*/ 1585623 h 1601767"/>
              <a:gd name="connsiteX17" fmla="*/ 5679313 w 9435846"/>
              <a:gd name="connsiteY17" fmla="*/ 1582702 h 1601767"/>
              <a:gd name="connsiteX18" fmla="*/ 7036878 w 9435846"/>
              <a:gd name="connsiteY18" fmla="*/ 1582770 h 1601767"/>
              <a:gd name="connsiteX19" fmla="*/ 8728075 w 9435846"/>
              <a:gd name="connsiteY19" fmla="*/ 1585115 h 1601767"/>
              <a:gd name="connsiteX20" fmla="*/ 9435846 w 9435846"/>
              <a:gd name="connsiteY20" fmla="*/ 1589179 h 1601767"/>
              <a:gd name="connsiteX0" fmla="*/ 0 w 9435846"/>
              <a:gd name="connsiteY0" fmla="*/ 7394 h 1601767"/>
              <a:gd name="connsiteX1" fmla="*/ 3251200 w 9435846"/>
              <a:gd name="connsiteY1" fmla="*/ 2187 h 1601767"/>
              <a:gd name="connsiteX2" fmla="*/ 5361432 w 9435846"/>
              <a:gd name="connsiteY2" fmla="*/ 8791 h 1601767"/>
              <a:gd name="connsiteX3" fmla="*/ 7542276 w 9435846"/>
              <a:gd name="connsiteY3" fmla="*/ 4727 h 1601767"/>
              <a:gd name="connsiteX4" fmla="*/ 8357108 w 9435846"/>
              <a:gd name="connsiteY4" fmla="*/ 2187 h 1601767"/>
              <a:gd name="connsiteX5" fmla="*/ 8940038 w 9435846"/>
              <a:gd name="connsiteY5" fmla="*/ 65433 h 1601767"/>
              <a:gd name="connsiteX6" fmla="*/ 8997061 w 9435846"/>
              <a:gd name="connsiteY6" fmla="*/ 743867 h 1601767"/>
              <a:gd name="connsiteX7" fmla="*/ 8282305 w 9435846"/>
              <a:gd name="connsiteY7" fmla="*/ 800890 h 1601767"/>
              <a:gd name="connsiteX8" fmla="*/ 7213314 w 9435846"/>
              <a:gd name="connsiteY8" fmla="*/ 797619 h 1601767"/>
              <a:gd name="connsiteX9" fmla="*/ 4657979 w 9435846"/>
              <a:gd name="connsiteY9" fmla="*/ 793651 h 1601767"/>
              <a:gd name="connsiteX10" fmla="*/ 3553968 w 9435846"/>
              <a:gd name="connsiteY10" fmla="*/ 778919 h 1601767"/>
              <a:gd name="connsiteX11" fmla="*/ 2722118 w 9435846"/>
              <a:gd name="connsiteY11" fmla="*/ 782602 h 1601767"/>
              <a:gd name="connsiteX12" fmla="*/ 1640205 w 9435846"/>
              <a:gd name="connsiteY12" fmla="*/ 752884 h 1601767"/>
              <a:gd name="connsiteX13" fmla="*/ 1264920 w 9435846"/>
              <a:gd name="connsiteY13" fmla="*/ 971578 h 1601767"/>
              <a:gd name="connsiteX14" fmla="*/ 1373759 w 9435846"/>
              <a:gd name="connsiteY14" fmla="*/ 1490119 h 1601767"/>
              <a:gd name="connsiteX15" fmla="*/ 2254504 w 9435846"/>
              <a:gd name="connsiteY15" fmla="*/ 1586639 h 1601767"/>
              <a:gd name="connsiteX16" fmla="*/ 3427984 w 9435846"/>
              <a:gd name="connsiteY16" fmla="*/ 1585623 h 1601767"/>
              <a:gd name="connsiteX17" fmla="*/ 5679313 w 9435846"/>
              <a:gd name="connsiteY17" fmla="*/ 1582702 h 1601767"/>
              <a:gd name="connsiteX18" fmla="*/ 7036878 w 9435846"/>
              <a:gd name="connsiteY18" fmla="*/ 1582770 h 1601767"/>
              <a:gd name="connsiteX19" fmla="*/ 8728075 w 9435846"/>
              <a:gd name="connsiteY19" fmla="*/ 1585115 h 1601767"/>
              <a:gd name="connsiteX20" fmla="*/ 9435846 w 9435846"/>
              <a:gd name="connsiteY20" fmla="*/ 1589179 h 1601767"/>
              <a:gd name="connsiteX0" fmla="*/ 0 w 9435846"/>
              <a:gd name="connsiteY0" fmla="*/ 7394 h 1601767"/>
              <a:gd name="connsiteX1" fmla="*/ 3251200 w 9435846"/>
              <a:gd name="connsiteY1" fmla="*/ 2187 h 1601767"/>
              <a:gd name="connsiteX2" fmla="*/ 5361432 w 9435846"/>
              <a:gd name="connsiteY2" fmla="*/ 8791 h 1601767"/>
              <a:gd name="connsiteX3" fmla="*/ 7542276 w 9435846"/>
              <a:gd name="connsiteY3" fmla="*/ 4727 h 1601767"/>
              <a:gd name="connsiteX4" fmla="*/ 8357108 w 9435846"/>
              <a:gd name="connsiteY4" fmla="*/ 2187 h 1601767"/>
              <a:gd name="connsiteX5" fmla="*/ 8940038 w 9435846"/>
              <a:gd name="connsiteY5" fmla="*/ 65433 h 1601767"/>
              <a:gd name="connsiteX6" fmla="*/ 8997061 w 9435846"/>
              <a:gd name="connsiteY6" fmla="*/ 743867 h 1601767"/>
              <a:gd name="connsiteX7" fmla="*/ 8282305 w 9435846"/>
              <a:gd name="connsiteY7" fmla="*/ 800890 h 1601767"/>
              <a:gd name="connsiteX8" fmla="*/ 7213314 w 9435846"/>
              <a:gd name="connsiteY8" fmla="*/ 797619 h 1601767"/>
              <a:gd name="connsiteX9" fmla="*/ 4657979 w 9435846"/>
              <a:gd name="connsiteY9" fmla="*/ 793651 h 1601767"/>
              <a:gd name="connsiteX10" fmla="*/ 3553968 w 9435846"/>
              <a:gd name="connsiteY10" fmla="*/ 778919 h 1601767"/>
              <a:gd name="connsiteX11" fmla="*/ 2722118 w 9435846"/>
              <a:gd name="connsiteY11" fmla="*/ 782602 h 1601767"/>
              <a:gd name="connsiteX12" fmla="*/ 1640205 w 9435846"/>
              <a:gd name="connsiteY12" fmla="*/ 752884 h 1601767"/>
              <a:gd name="connsiteX13" fmla="*/ 1264920 w 9435846"/>
              <a:gd name="connsiteY13" fmla="*/ 971578 h 1601767"/>
              <a:gd name="connsiteX14" fmla="*/ 1373759 w 9435846"/>
              <a:gd name="connsiteY14" fmla="*/ 1490119 h 1601767"/>
              <a:gd name="connsiteX15" fmla="*/ 2254504 w 9435846"/>
              <a:gd name="connsiteY15" fmla="*/ 1586639 h 1601767"/>
              <a:gd name="connsiteX16" fmla="*/ 3427984 w 9435846"/>
              <a:gd name="connsiteY16" fmla="*/ 1585623 h 1601767"/>
              <a:gd name="connsiteX17" fmla="*/ 5679313 w 9435846"/>
              <a:gd name="connsiteY17" fmla="*/ 1582702 h 1601767"/>
              <a:gd name="connsiteX18" fmla="*/ 7036878 w 9435846"/>
              <a:gd name="connsiteY18" fmla="*/ 1582770 h 1601767"/>
              <a:gd name="connsiteX19" fmla="*/ 8728075 w 9435846"/>
              <a:gd name="connsiteY19" fmla="*/ 1585115 h 1601767"/>
              <a:gd name="connsiteX20" fmla="*/ 9435846 w 9435846"/>
              <a:gd name="connsiteY20" fmla="*/ 1589179 h 1601767"/>
              <a:gd name="connsiteX0" fmla="*/ 0 w 9435846"/>
              <a:gd name="connsiteY0" fmla="*/ 7394 h 1601767"/>
              <a:gd name="connsiteX1" fmla="*/ 3251200 w 9435846"/>
              <a:gd name="connsiteY1" fmla="*/ 2187 h 1601767"/>
              <a:gd name="connsiteX2" fmla="*/ 5361432 w 9435846"/>
              <a:gd name="connsiteY2" fmla="*/ 8791 h 1601767"/>
              <a:gd name="connsiteX3" fmla="*/ 5539799 w 9435846"/>
              <a:gd name="connsiteY3" fmla="*/ 3634 h 1601767"/>
              <a:gd name="connsiteX4" fmla="*/ 7542276 w 9435846"/>
              <a:gd name="connsiteY4" fmla="*/ 4727 h 1601767"/>
              <a:gd name="connsiteX5" fmla="*/ 8357108 w 9435846"/>
              <a:gd name="connsiteY5" fmla="*/ 2187 h 1601767"/>
              <a:gd name="connsiteX6" fmla="*/ 8940038 w 9435846"/>
              <a:gd name="connsiteY6" fmla="*/ 65433 h 1601767"/>
              <a:gd name="connsiteX7" fmla="*/ 8997061 w 9435846"/>
              <a:gd name="connsiteY7" fmla="*/ 743867 h 1601767"/>
              <a:gd name="connsiteX8" fmla="*/ 8282305 w 9435846"/>
              <a:gd name="connsiteY8" fmla="*/ 800890 h 1601767"/>
              <a:gd name="connsiteX9" fmla="*/ 7213314 w 9435846"/>
              <a:gd name="connsiteY9" fmla="*/ 797619 h 1601767"/>
              <a:gd name="connsiteX10" fmla="*/ 4657979 w 9435846"/>
              <a:gd name="connsiteY10" fmla="*/ 793651 h 1601767"/>
              <a:gd name="connsiteX11" fmla="*/ 3553968 w 9435846"/>
              <a:gd name="connsiteY11" fmla="*/ 778919 h 1601767"/>
              <a:gd name="connsiteX12" fmla="*/ 2722118 w 9435846"/>
              <a:gd name="connsiteY12" fmla="*/ 782602 h 1601767"/>
              <a:gd name="connsiteX13" fmla="*/ 1640205 w 9435846"/>
              <a:gd name="connsiteY13" fmla="*/ 752884 h 1601767"/>
              <a:gd name="connsiteX14" fmla="*/ 1264920 w 9435846"/>
              <a:gd name="connsiteY14" fmla="*/ 971578 h 1601767"/>
              <a:gd name="connsiteX15" fmla="*/ 1373759 w 9435846"/>
              <a:gd name="connsiteY15" fmla="*/ 1490119 h 1601767"/>
              <a:gd name="connsiteX16" fmla="*/ 2254504 w 9435846"/>
              <a:gd name="connsiteY16" fmla="*/ 1586639 h 1601767"/>
              <a:gd name="connsiteX17" fmla="*/ 3427984 w 9435846"/>
              <a:gd name="connsiteY17" fmla="*/ 1585623 h 1601767"/>
              <a:gd name="connsiteX18" fmla="*/ 5679313 w 9435846"/>
              <a:gd name="connsiteY18" fmla="*/ 1582702 h 1601767"/>
              <a:gd name="connsiteX19" fmla="*/ 7036878 w 9435846"/>
              <a:gd name="connsiteY19" fmla="*/ 1582770 h 1601767"/>
              <a:gd name="connsiteX20" fmla="*/ 8728075 w 9435846"/>
              <a:gd name="connsiteY20" fmla="*/ 1585115 h 1601767"/>
              <a:gd name="connsiteX21" fmla="*/ 9435846 w 9435846"/>
              <a:gd name="connsiteY21" fmla="*/ 1589179 h 1601767"/>
              <a:gd name="connsiteX0" fmla="*/ 0 w 9435846"/>
              <a:gd name="connsiteY0" fmla="*/ 7394 h 1601767"/>
              <a:gd name="connsiteX1" fmla="*/ 3251200 w 9435846"/>
              <a:gd name="connsiteY1" fmla="*/ 2187 h 1601767"/>
              <a:gd name="connsiteX2" fmla="*/ 4797552 w 9435846"/>
              <a:gd name="connsiteY2" fmla="*/ 8791 h 1601767"/>
              <a:gd name="connsiteX3" fmla="*/ 5539799 w 9435846"/>
              <a:gd name="connsiteY3" fmla="*/ 3634 h 1601767"/>
              <a:gd name="connsiteX4" fmla="*/ 7542276 w 9435846"/>
              <a:gd name="connsiteY4" fmla="*/ 4727 h 1601767"/>
              <a:gd name="connsiteX5" fmla="*/ 8357108 w 9435846"/>
              <a:gd name="connsiteY5" fmla="*/ 2187 h 1601767"/>
              <a:gd name="connsiteX6" fmla="*/ 8940038 w 9435846"/>
              <a:gd name="connsiteY6" fmla="*/ 65433 h 1601767"/>
              <a:gd name="connsiteX7" fmla="*/ 8997061 w 9435846"/>
              <a:gd name="connsiteY7" fmla="*/ 743867 h 1601767"/>
              <a:gd name="connsiteX8" fmla="*/ 8282305 w 9435846"/>
              <a:gd name="connsiteY8" fmla="*/ 800890 h 1601767"/>
              <a:gd name="connsiteX9" fmla="*/ 7213314 w 9435846"/>
              <a:gd name="connsiteY9" fmla="*/ 797619 h 1601767"/>
              <a:gd name="connsiteX10" fmla="*/ 4657979 w 9435846"/>
              <a:gd name="connsiteY10" fmla="*/ 793651 h 1601767"/>
              <a:gd name="connsiteX11" fmla="*/ 3553968 w 9435846"/>
              <a:gd name="connsiteY11" fmla="*/ 778919 h 1601767"/>
              <a:gd name="connsiteX12" fmla="*/ 2722118 w 9435846"/>
              <a:gd name="connsiteY12" fmla="*/ 782602 h 1601767"/>
              <a:gd name="connsiteX13" fmla="*/ 1640205 w 9435846"/>
              <a:gd name="connsiteY13" fmla="*/ 752884 h 1601767"/>
              <a:gd name="connsiteX14" fmla="*/ 1264920 w 9435846"/>
              <a:gd name="connsiteY14" fmla="*/ 971578 h 1601767"/>
              <a:gd name="connsiteX15" fmla="*/ 1373759 w 9435846"/>
              <a:gd name="connsiteY15" fmla="*/ 1490119 h 1601767"/>
              <a:gd name="connsiteX16" fmla="*/ 2254504 w 9435846"/>
              <a:gd name="connsiteY16" fmla="*/ 1586639 h 1601767"/>
              <a:gd name="connsiteX17" fmla="*/ 3427984 w 9435846"/>
              <a:gd name="connsiteY17" fmla="*/ 1585623 h 1601767"/>
              <a:gd name="connsiteX18" fmla="*/ 5679313 w 9435846"/>
              <a:gd name="connsiteY18" fmla="*/ 1582702 h 1601767"/>
              <a:gd name="connsiteX19" fmla="*/ 7036878 w 9435846"/>
              <a:gd name="connsiteY19" fmla="*/ 1582770 h 1601767"/>
              <a:gd name="connsiteX20" fmla="*/ 8728075 w 9435846"/>
              <a:gd name="connsiteY20" fmla="*/ 1585115 h 1601767"/>
              <a:gd name="connsiteX21" fmla="*/ 9435846 w 9435846"/>
              <a:gd name="connsiteY21" fmla="*/ 1589179 h 1601767"/>
              <a:gd name="connsiteX0" fmla="*/ 0 w 9435846"/>
              <a:gd name="connsiteY0" fmla="*/ 7394 h 1601767"/>
              <a:gd name="connsiteX1" fmla="*/ 3246120 w 9435846"/>
              <a:gd name="connsiteY1" fmla="*/ 12347 h 1601767"/>
              <a:gd name="connsiteX2" fmla="*/ 4797552 w 9435846"/>
              <a:gd name="connsiteY2" fmla="*/ 8791 h 1601767"/>
              <a:gd name="connsiteX3" fmla="*/ 5539799 w 9435846"/>
              <a:gd name="connsiteY3" fmla="*/ 3634 h 1601767"/>
              <a:gd name="connsiteX4" fmla="*/ 7542276 w 9435846"/>
              <a:gd name="connsiteY4" fmla="*/ 4727 h 1601767"/>
              <a:gd name="connsiteX5" fmla="*/ 8357108 w 9435846"/>
              <a:gd name="connsiteY5" fmla="*/ 2187 h 1601767"/>
              <a:gd name="connsiteX6" fmla="*/ 8940038 w 9435846"/>
              <a:gd name="connsiteY6" fmla="*/ 65433 h 1601767"/>
              <a:gd name="connsiteX7" fmla="*/ 8997061 w 9435846"/>
              <a:gd name="connsiteY7" fmla="*/ 743867 h 1601767"/>
              <a:gd name="connsiteX8" fmla="*/ 8282305 w 9435846"/>
              <a:gd name="connsiteY8" fmla="*/ 800890 h 1601767"/>
              <a:gd name="connsiteX9" fmla="*/ 7213314 w 9435846"/>
              <a:gd name="connsiteY9" fmla="*/ 797619 h 1601767"/>
              <a:gd name="connsiteX10" fmla="*/ 4657979 w 9435846"/>
              <a:gd name="connsiteY10" fmla="*/ 793651 h 1601767"/>
              <a:gd name="connsiteX11" fmla="*/ 3553968 w 9435846"/>
              <a:gd name="connsiteY11" fmla="*/ 778919 h 1601767"/>
              <a:gd name="connsiteX12" fmla="*/ 2722118 w 9435846"/>
              <a:gd name="connsiteY12" fmla="*/ 782602 h 1601767"/>
              <a:gd name="connsiteX13" fmla="*/ 1640205 w 9435846"/>
              <a:gd name="connsiteY13" fmla="*/ 752884 h 1601767"/>
              <a:gd name="connsiteX14" fmla="*/ 1264920 w 9435846"/>
              <a:gd name="connsiteY14" fmla="*/ 971578 h 1601767"/>
              <a:gd name="connsiteX15" fmla="*/ 1373759 w 9435846"/>
              <a:gd name="connsiteY15" fmla="*/ 1490119 h 1601767"/>
              <a:gd name="connsiteX16" fmla="*/ 2254504 w 9435846"/>
              <a:gd name="connsiteY16" fmla="*/ 1586639 h 1601767"/>
              <a:gd name="connsiteX17" fmla="*/ 3427984 w 9435846"/>
              <a:gd name="connsiteY17" fmla="*/ 1585623 h 1601767"/>
              <a:gd name="connsiteX18" fmla="*/ 5679313 w 9435846"/>
              <a:gd name="connsiteY18" fmla="*/ 1582702 h 1601767"/>
              <a:gd name="connsiteX19" fmla="*/ 7036878 w 9435846"/>
              <a:gd name="connsiteY19" fmla="*/ 1582770 h 1601767"/>
              <a:gd name="connsiteX20" fmla="*/ 8728075 w 9435846"/>
              <a:gd name="connsiteY20" fmla="*/ 1585115 h 1601767"/>
              <a:gd name="connsiteX21" fmla="*/ 9435846 w 9435846"/>
              <a:gd name="connsiteY21" fmla="*/ 1589179 h 1601767"/>
              <a:gd name="connsiteX0" fmla="*/ 0 w 9435846"/>
              <a:gd name="connsiteY0" fmla="*/ 7394 h 1601767"/>
              <a:gd name="connsiteX1" fmla="*/ 3022600 w 9435846"/>
              <a:gd name="connsiteY1" fmla="*/ 7267 h 1601767"/>
              <a:gd name="connsiteX2" fmla="*/ 4797552 w 9435846"/>
              <a:gd name="connsiteY2" fmla="*/ 8791 h 1601767"/>
              <a:gd name="connsiteX3" fmla="*/ 5539799 w 9435846"/>
              <a:gd name="connsiteY3" fmla="*/ 3634 h 1601767"/>
              <a:gd name="connsiteX4" fmla="*/ 7542276 w 9435846"/>
              <a:gd name="connsiteY4" fmla="*/ 4727 h 1601767"/>
              <a:gd name="connsiteX5" fmla="*/ 8357108 w 9435846"/>
              <a:gd name="connsiteY5" fmla="*/ 2187 h 1601767"/>
              <a:gd name="connsiteX6" fmla="*/ 8940038 w 9435846"/>
              <a:gd name="connsiteY6" fmla="*/ 65433 h 1601767"/>
              <a:gd name="connsiteX7" fmla="*/ 8997061 w 9435846"/>
              <a:gd name="connsiteY7" fmla="*/ 743867 h 1601767"/>
              <a:gd name="connsiteX8" fmla="*/ 8282305 w 9435846"/>
              <a:gd name="connsiteY8" fmla="*/ 800890 h 1601767"/>
              <a:gd name="connsiteX9" fmla="*/ 7213314 w 9435846"/>
              <a:gd name="connsiteY9" fmla="*/ 797619 h 1601767"/>
              <a:gd name="connsiteX10" fmla="*/ 4657979 w 9435846"/>
              <a:gd name="connsiteY10" fmla="*/ 793651 h 1601767"/>
              <a:gd name="connsiteX11" fmla="*/ 3553968 w 9435846"/>
              <a:gd name="connsiteY11" fmla="*/ 778919 h 1601767"/>
              <a:gd name="connsiteX12" fmla="*/ 2722118 w 9435846"/>
              <a:gd name="connsiteY12" fmla="*/ 782602 h 1601767"/>
              <a:gd name="connsiteX13" fmla="*/ 1640205 w 9435846"/>
              <a:gd name="connsiteY13" fmla="*/ 752884 h 1601767"/>
              <a:gd name="connsiteX14" fmla="*/ 1264920 w 9435846"/>
              <a:gd name="connsiteY14" fmla="*/ 971578 h 1601767"/>
              <a:gd name="connsiteX15" fmla="*/ 1373759 w 9435846"/>
              <a:gd name="connsiteY15" fmla="*/ 1490119 h 1601767"/>
              <a:gd name="connsiteX16" fmla="*/ 2254504 w 9435846"/>
              <a:gd name="connsiteY16" fmla="*/ 1586639 h 1601767"/>
              <a:gd name="connsiteX17" fmla="*/ 3427984 w 9435846"/>
              <a:gd name="connsiteY17" fmla="*/ 1585623 h 1601767"/>
              <a:gd name="connsiteX18" fmla="*/ 5679313 w 9435846"/>
              <a:gd name="connsiteY18" fmla="*/ 1582702 h 1601767"/>
              <a:gd name="connsiteX19" fmla="*/ 7036878 w 9435846"/>
              <a:gd name="connsiteY19" fmla="*/ 1582770 h 1601767"/>
              <a:gd name="connsiteX20" fmla="*/ 8728075 w 9435846"/>
              <a:gd name="connsiteY20" fmla="*/ 1585115 h 1601767"/>
              <a:gd name="connsiteX21" fmla="*/ 9435846 w 9435846"/>
              <a:gd name="connsiteY21" fmla="*/ 1589179 h 1601767"/>
              <a:gd name="connsiteX0" fmla="*/ 0 w 9435846"/>
              <a:gd name="connsiteY0" fmla="*/ 7394 h 1601767"/>
              <a:gd name="connsiteX1" fmla="*/ 3022600 w 9435846"/>
              <a:gd name="connsiteY1" fmla="*/ 7267 h 1601767"/>
              <a:gd name="connsiteX2" fmla="*/ 4797552 w 9435846"/>
              <a:gd name="connsiteY2" fmla="*/ 8791 h 1601767"/>
              <a:gd name="connsiteX3" fmla="*/ 5539799 w 9435846"/>
              <a:gd name="connsiteY3" fmla="*/ 3634 h 1601767"/>
              <a:gd name="connsiteX4" fmla="*/ 7542276 w 9435846"/>
              <a:gd name="connsiteY4" fmla="*/ 4727 h 1601767"/>
              <a:gd name="connsiteX5" fmla="*/ 8357108 w 9435846"/>
              <a:gd name="connsiteY5" fmla="*/ 2187 h 1601767"/>
              <a:gd name="connsiteX6" fmla="*/ 8940038 w 9435846"/>
              <a:gd name="connsiteY6" fmla="*/ 65433 h 1601767"/>
              <a:gd name="connsiteX7" fmla="*/ 8997061 w 9435846"/>
              <a:gd name="connsiteY7" fmla="*/ 743867 h 1601767"/>
              <a:gd name="connsiteX8" fmla="*/ 8282305 w 9435846"/>
              <a:gd name="connsiteY8" fmla="*/ 800890 h 1601767"/>
              <a:gd name="connsiteX9" fmla="*/ 7213314 w 9435846"/>
              <a:gd name="connsiteY9" fmla="*/ 797619 h 1601767"/>
              <a:gd name="connsiteX10" fmla="*/ 4657979 w 9435846"/>
              <a:gd name="connsiteY10" fmla="*/ 793651 h 1601767"/>
              <a:gd name="connsiteX11" fmla="*/ 3570443 w 9435846"/>
              <a:gd name="connsiteY11" fmla="*/ 783038 h 1601767"/>
              <a:gd name="connsiteX12" fmla="*/ 2722118 w 9435846"/>
              <a:gd name="connsiteY12" fmla="*/ 782602 h 1601767"/>
              <a:gd name="connsiteX13" fmla="*/ 1640205 w 9435846"/>
              <a:gd name="connsiteY13" fmla="*/ 752884 h 1601767"/>
              <a:gd name="connsiteX14" fmla="*/ 1264920 w 9435846"/>
              <a:gd name="connsiteY14" fmla="*/ 971578 h 1601767"/>
              <a:gd name="connsiteX15" fmla="*/ 1373759 w 9435846"/>
              <a:gd name="connsiteY15" fmla="*/ 1490119 h 1601767"/>
              <a:gd name="connsiteX16" fmla="*/ 2254504 w 9435846"/>
              <a:gd name="connsiteY16" fmla="*/ 1586639 h 1601767"/>
              <a:gd name="connsiteX17" fmla="*/ 3427984 w 9435846"/>
              <a:gd name="connsiteY17" fmla="*/ 1585623 h 1601767"/>
              <a:gd name="connsiteX18" fmla="*/ 5679313 w 9435846"/>
              <a:gd name="connsiteY18" fmla="*/ 1582702 h 1601767"/>
              <a:gd name="connsiteX19" fmla="*/ 7036878 w 9435846"/>
              <a:gd name="connsiteY19" fmla="*/ 1582770 h 1601767"/>
              <a:gd name="connsiteX20" fmla="*/ 8728075 w 9435846"/>
              <a:gd name="connsiteY20" fmla="*/ 1585115 h 1601767"/>
              <a:gd name="connsiteX21" fmla="*/ 9435846 w 9435846"/>
              <a:gd name="connsiteY21" fmla="*/ 1589179 h 1601767"/>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40205 w 9435846"/>
              <a:gd name="connsiteY13" fmla="*/ 752884 h 1595266"/>
              <a:gd name="connsiteX14" fmla="*/ 1264920 w 9435846"/>
              <a:gd name="connsiteY14" fmla="*/ 971578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40205 w 9435846"/>
              <a:gd name="connsiteY13" fmla="*/ 752884 h 1595266"/>
              <a:gd name="connsiteX14" fmla="*/ 1264920 w 9435846"/>
              <a:gd name="connsiteY14" fmla="*/ 971578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40205 w 9435846"/>
              <a:gd name="connsiteY13" fmla="*/ 752884 h 1595266"/>
              <a:gd name="connsiteX14" fmla="*/ 1297745 w 9435846"/>
              <a:gd name="connsiteY14" fmla="*/ 102316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297745 w 9435846"/>
              <a:gd name="connsiteY14" fmla="*/ 102316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297745 w 9435846"/>
              <a:gd name="connsiteY14" fmla="*/ 102316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297745 w 9435846"/>
              <a:gd name="connsiteY14" fmla="*/ 102316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330570 w 9435846"/>
              <a:gd name="connsiteY14" fmla="*/ 114508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330570 w 9435846"/>
              <a:gd name="connsiteY14" fmla="*/ 1145080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5266"/>
              <a:gd name="connsiteX1" fmla="*/ 3022600 w 9435846"/>
              <a:gd name="connsiteY1" fmla="*/ 7267 h 1595266"/>
              <a:gd name="connsiteX2" fmla="*/ 4797552 w 9435846"/>
              <a:gd name="connsiteY2" fmla="*/ 8791 h 1595266"/>
              <a:gd name="connsiteX3" fmla="*/ 5539799 w 9435846"/>
              <a:gd name="connsiteY3" fmla="*/ 3634 h 1595266"/>
              <a:gd name="connsiteX4" fmla="*/ 7542276 w 9435846"/>
              <a:gd name="connsiteY4" fmla="*/ 4727 h 1595266"/>
              <a:gd name="connsiteX5" fmla="*/ 8357108 w 9435846"/>
              <a:gd name="connsiteY5" fmla="*/ 2187 h 1595266"/>
              <a:gd name="connsiteX6" fmla="*/ 8940038 w 9435846"/>
              <a:gd name="connsiteY6" fmla="*/ 65433 h 1595266"/>
              <a:gd name="connsiteX7" fmla="*/ 8997061 w 9435846"/>
              <a:gd name="connsiteY7" fmla="*/ 743867 h 1595266"/>
              <a:gd name="connsiteX8" fmla="*/ 8282305 w 9435846"/>
              <a:gd name="connsiteY8" fmla="*/ 800890 h 1595266"/>
              <a:gd name="connsiteX9" fmla="*/ 7213314 w 9435846"/>
              <a:gd name="connsiteY9" fmla="*/ 797619 h 1595266"/>
              <a:gd name="connsiteX10" fmla="*/ 4657979 w 9435846"/>
              <a:gd name="connsiteY10" fmla="*/ 793651 h 1595266"/>
              <a:gd name="connsiteX11" fmla="*/ 3570443 w 9435846"/>
              <a:gd name="connsiteY11" fmla="*/ 783038 h 1595266"/>
              <a:gd name="connsiteX12" fmla="*/ 2722118 w 9435846"/>
              <a:gd name="connsiteY12" fmla="*/ 782602 h 1595266"/>
              <a:gd name="connsiteX13" fmla="*/ 1616758 w 9435846"/>
              <a:gd name="connsiteY13" fmla="*/ 790398 h 1595266"/>
              <a:gd name="connsiteX14" fmla="*/ 1321191 w 9435846"/>
              <a:gd name="connsiteY14" fmla="*/ 1098188 h 1595266"/>
              <a:gd name="connsiteX15" fmla="*/ 1434719 w 9435846"/>
              <a:gd name="connsiteY15" fmla="*/ 1466673 h 1595266"/>
              <a:gd name="connsiteX16" fmla="*/ 2254504 w 9435846"/>
              <a:gd name="connsiteY16" fmla="*/ 1586639 h 1595266"/>
              <a:gd name="connsiteX17" fmla="*/ 3427984 w 9435846"/>
              <a:gd name="connsiteY17" fmla="*/ 1585623 h 1595266"/>
              <a:gd name="connsiteX18" fmla="*/ 5679313 w 9435846"/>
              <a:gd name="connsiteY18" fmla="*/ 1582702 h 1595266"/>
              <a:gd name="connsiteX19" fmla="*/ 7036878 w 9435846"/>
              <a:gd name="connsiteY19" fmla="*/ 1582770 h 1595266"/>
              <a:gd name="connsiteX20" fmla="*/ 8728075 w 9435846"/>
              <a:gd name="connsiteY20" fmla="*/ 1585115 h 1595266"/>
              <a:gd name="connsiteX21" fmla="*/ 9435846 w 9435846"/>
              <a:gd name="connsiteY21" fmla="*/ 1589179 h 1595266"/>
              <a:gd name="connsiteX0" fmla="*/ 0 w 9435846"/>
              <a:gd name="connsiteY0" fmla="*/ 7394 h 1591955"/>
              <a:gd name="connsiteX1" fmla="*/ 3022600 w 9435846"/>
              <a:gd name="connsiteY1" fmla="*/ 7267 h 1591955"/>
              <a:gd name="connsiteX2" fmla="*/ 4797552 w 9435846"/>
              <a:gd name="connsiteY2" fmla="*/ 8791 h 1591955"/>
              <a:gd name="connsiteX3" fmla="*/ 5539799 w 9435846"/>
              <a:gd name="connsiteY3" fmla="*/ 3634 h 1591955"/>
              <a:gd name="connsiteX4" fmla="*/ 7542276 w 9435846"/>
              <a:gd name="connsiteY4" fmla="*/ 4727 h 1591955"/>
              <a:gd name="connsiteX5" fmla="*/ 8357108 w 9435846"/>
              <a:gd name="connsiteY5" fmla="*/ 2187 h 1591955"/>
              <a:gd name="connsiteX6" fmla="*/ 8940038 w 9435846"/>
              <a:gd name="connsiteY6" fmla="*/ 65433 h 1591955"/>
              <a:gd name="connsiteX7" fmla="*/ 8997061 w 9435846"/>
              <a:gd name="connsiteY7" fmla="*/ 743867 h 1591955"/>
              <a:gd name="connsiteX8" fmla="*/ 8282305 w 9435846"/>
              <a:gd name="connsiteY8" fmla="*/ 800890 h 1591955"/>
              <a:gd name="connsiteX9" fmla="*/ 7213314 w 9435846"/>
              <a:gd name="connsiteY9" fmla="*/ 797619 h 1591955"/>
              <a:gd name="connsiteX10" fmla="*/ 4657979 w 9435846"/>
              <a:gd name="connsiteY10" fmla="*/ 793651 h 1591955"/>
              <a:gd name="connsiteX11" fmla="*/ 3570443 w 9435846"/>
              <a:gd name="connsiteY11" fmla="*/ 783038 h 1591955"/>
              <a:gd name="connsiteX12" fmla="*/ 2722118 w 9435846"/>
              <a:gd name="connsiteY12" fmla="*/ 782602 h 1591955"/>
              <a:gd name="connsiteX13" fmla="*/ 1616758 w 9435846"/>
              <a:gd name="connsiteY13" fmla="*/ 790398 h 1591955"/>
              <a:gd name="connsiteX14" fmla="*/ 1321191 w 9435846"/>
              <a:gd name="connsiteY14" fmla="*/ 1098188 h 1591955"/>
              <a:gd name="connsiteX15" fmla="*/ 1626977 w 9435846"/>
              <a:gd name="connsiteY15" fmla="*/ 1541701 h 1591955"/>
              <a:gd name="connsiteX16" fmla="*/ 2254504 w 9435846"/>
              <a:gd name="connsiteY16" fmla="*/ 1586639 h 1591955"/>
              <a:gd name="connsiteX17" fmla="*/ 3427984 w 9435846"/>
              <a:gd name="connsiteY17" fmla="*/ 1585623 h 1591955"/>
              <a:gd name="connsiteX18" fmla="*/ 5679313 w 9435846"/>
              <a:gd name="connsiteY18" fmla="*/ 1582702 h 1591955"/>
              <a:gd name="connsiteX19" fmla="*/ 7036878 w 9435846"/>
              <a:gd name="connsiteY19" fmla="*/ 1582770 h 1591955"/>
              <a:gd name="connsiteX20" fmla="*/ 8728075 w 9435846"/>
              <a:gd name="connsiteY20" fmla="*/ 1585115 h 1591955"/>
              <a:gd name="connsiteX21" fmla="*/ 9435846 w 9435846"/>
              <a:gd name="connsiteY21" fmla="*/ 1589179 h 159195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098188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098188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22118 w 9435846"/>
              <a:gd name="connsiteY12" fmla="*/ 782602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69011 w 9435846"/>
              <a:gd name="connsiteY12" fmla="*/ 768534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 name="connsiteX0" fmla="*/ 0 w 9435846"/>
              <a:gd name="connsiteY0" fmla="*/ 7394 h 1589715"/>
              <a:gd name="connsiteX1" fmla="*/ 3022600 w 9435846"/>
              <a:gd name="connsiteY1" fmla="*/ 7267 h 1589715"/>
              <a:gd name="connsiteX2" fmla="*/ 4797552 w 9435846"/>
              <a:gd name="connsiteY2" fmla="*/ 8791 h 1589715"/>
              <a:gd name="connsiteX3" fmla="*/ 5539799 w 9435846"/>
              <a:gd name="connsiteY3" fmla="*/ 3634 h 1589715"/>
              <a:gd name="connsiteX4" fmla="*/ 7542276 w 9435846"/>
              <a:gd name="connsiteY4" fmla="*/ 4727 h 1589715"/>
              <a:gd name="connsiteX5" fmla="*/ 8357108 w 9435846"/>
              <a:gd name="connsiteY5" fmla="*/ 2187 h 1589715"/>
              <a:gd name="connsiteX6" fmla="*/ 8940038 w 9435846"/>
              <a:gd name="connsiteY6" fmla="*/ 65433 h 1589715"/>
              <a:gd name="connsiteX7" fmla="*/ 8997061 w 9435846"/>
              <a:gd name="connsiteY7" fmla="*/ 743867 h 1589715"/>
              <a:gd name="connsiteX8" fmla="*/ 8282305 w 9435846"/>
              <a:gd name="connsiteY8" fmla="*/ 800890 h 1589715"/>
              <a:gd name="connsiteX9" fmla="*/ 7213314 w 9435846"/>
              <a:gd name="connsiteY9" fmla="*/ 797619 h 1589715"/>
              <a:gd name="connsiteX10" fmla="*/ 4657979 w 9435846"/>
              <a:gd name="connsiteY10" fmla="*/ 793651 h 1589715"/>
              <a:gd name="connsiteX11" fmla="*/ 3570443 w 9435846"/>
              <a:gd name="connsiteY11" fmla="*/ 783038 h 1589715"/>
              <a:gd name="connsiteX12" fmla="*/ 2769011 w 9435846"/>
              <a:gd name="connsiteY12" fmla="*/ 768534 h 1589715"/>
              <a:gd name="connsiteX13" fmla="*/ 1616758 w 9435846"/>
              <a:gd name="connsiteY13" fmla="*/ 790398 h 1589715"/>
              <a:gd name="connsiteX14" fmla="*/ 1321191 w 9435846"/>
              <a:gd name="connsiteY14" fmla="*/ 1191973 h 1589715"/>
              <a:gd name="connsiteX15" fmla="*/ 1626977 w 9435846"/>
              <a:gd name="connsiteY15" fmla="*/ 1541701 h 1589715"/>
              <a:gd name="connsiteX16" fmla="*/ 2254504 w 9435846"/>
              <a:gd name="connsiteY16" fmla="*/ 1586639 h 1589715"/>
              <a:gd name="connsiteX17" fmla="*/ 3427984 w 9435846"/>
              <a:gd name="connsiteY17" fmla="*/ 1585623 h 1589715"/>
              <a:gd name="connsiteX18" fmla="*/ 5679313 w 9435846"/>
              <a:gd name="connsiteY18" fmla="*/ 1582702 h 1589715"/>
              <a:gd name="connsiteX19" fmla="*/ 7036878 w 9435846"/>
              <a:gd name="connsiteY19" fmla="*/ 1582770 h 1589715"/>
              <a:gd name="connsiteX20" fmla="*/ 8728075 w 9435846"/>
              <a:gd name="connsiteY20" fmla="*/ 1585115 h 1589715"/>
              <a:gd name="connsiteX21" fmla="*/ 9435846 w 9435846"/>
              <a:gd name="connsiteY21" fmla="*/ 1589179 h 1589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435846" h="1589715">
                <a:moveTo>
                  <a:pt x="0" y="7394"/>
                </a:moveTo>
                <a:lnTo>
                  <a:pt x="3022600" y="7267"/>
                </a:lnTo>
                <a:lnTo>
                  <a:pt x="4797552" y="8791"/>
                </a:lnTo>
                <a:cubicBezTo>
                  <a:pt x="4794354" y="5379"/>
                  <a:pt x="5542997" y="7046"/>
                  <a:pt x="5539799" y="3634"/>
                </a:cubicBezTo>
                <a:lnTo>
                  <a:pt x="7542276" y="4727"/>
                </a:lnTo>
                <a:lnTo>
                  <a:pt x="8357108" y="2187"/>
                </a:lnTo>
                <a:cubicBezTo>
                  <a:pt x="8545237" y="11331"/>
                  <a:pt x="8777436" y="-32738"/>
                  <a:pt x="8940038" y="65433"/>
                </a:cubicBezTo>
                <a:cubicBezTo>
                  <a:pt x="9200811" y="214658"/>
                  <a:pt x="9259083" y="576841"/>
                  <a:pt x="8997061" y="743867"/>
                </a:cubicBezTo>
                <a:cubicBezTo>
                  <a:pt x="8858394" y="832260"/>
                  <a:pt x="8579596" y="791931"/>
                  <a:pt x="8282305" y="800890"/>
                </a:cubicBezTo>
                <a:cubicBezTo>
                  <a:pt x="7985014" y="809849"/>
                  <a:pt x="7569644" y="798709"/>
                  <a:pt x="7213314" y="797619"/>
                </a:cubicBezTo>
                <a:lnTo>
                  <a:pt x="4657979" y="793651"/>
                </a:lnTo>
                <a:lnTo>
                  <a:pt x="3570443" y="783038"/>
                </a:lnTo>
                <a:lnTo>
                  <a:pt x="2769011" y="768534"/>
                </a:lnTo>
                <a:cubicBezTo>
                  <a:pt x="2264571" y="771133"/>
                  <a:pt x="1858061" y="719825"/>
                  <a:pt x="1616758" y="790398"/>
                </a:cubicBezTo>
                <a:cubicBezTo>
                  <a:pt x="1375455" y="860971"/>
                  <a:pt x="1310571" y="996392"/>
                  <a:pt x="1321191" y="1191973"/>
                </a:cubicBezTo>
                <a:cubicBezTo>
                  <a:pt x="1337655" y="1495191"/>
                  <a:pt x="1587844" y="1535709"/>
                  <a:pt x="1626977" y="1541701"/>
                </a:cubicBezTo>
                <a:cubicBezTo>
                  <a:pt x="1869486" y="1578832"/>
                  <a:pt x="1954336" y="1579319"/>
                  <a:pt x="2254504" y="1586639"/>
                </a:cubicBezTo>
                <a:cubicBezTo>
                  <a:pt x="2554672" y="1593959"/>
                  <a:pt x="3036824" y="1585962"/>
                  <a:pt x="3427984" y="1585623"/>
                </a:cubicBezTo>
                <a:lnTo>
                  <a:pt x="5679313" y="1582702"/>
                </a:lnTo>
                <a:lnTo>
                  <a:pt x="7036878" y="1582770"/>
                </a:lnTo>
                <a:lnTo>
                  <a:pt x="8728075" y="1585115"/>
                </a:lnTo>
                <a:lnTo>
                  <a:pt x="9435846" y="1589179"/>
                </a:lnTo>
              </a:path>
            </a:pathLst>
          </a:custGeom>
          <a:noFill/>
          <a:ln w="57150">
            <a:solidFill>
              <a:srgbClr val="D0D3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18" name="Text Placeholder 17">
            <a:extLst>
              <a:ext uri="{FF2B5EF4-FFF2-40B4-BE49-F238E27FC236}">
                <a16:creationId xmlns:a16="http://schemas.microsoft.com/office/drawing/2014/main" id="{04551C4C-74FB-CEA7-1DF5-C71078AB45C1}"/>
              </a:ext>
            </a:extLst>
          </p:cNvPr>
          <p:cNvSpPr>
            <a:spLocks noGrp="1"/>
          </p:cNvSpPr>
          <p:nvPr>
            <p:ph type="body" sz="quarter" idx="31" hasCustomPrompt="1"/>
          </p:nvPr>
        </p:nvSpPr>
        <p:spPr>
          <a:xfrm>
            <a:off x="970966" y="2778760"/>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28" name="Text Placeholder 17">
            <a:extLst>
              <a:ext uri="{FF2B5EF4-FFF2-40B4-BE49-F238E27FC236}">
                <a16:creationId xmlns:a16="http://schemas.microsoft.com/office/drawing/2014/main" id="{3DF42114-76FC-0A5D-6D8C-E42AEE9FD9AD}"/>
              </a:ext>
            </a:extLst>
          </p:cNvPr>
          <p:cNvSpPr>
            <a:spLocks noGrp="1"/>
          </p:cNvSpPr>
          <p:nvPr>
            <p:ph type="body" sz="quarter" idx="32" hasCustomPrompt="1"/>
          </p:nvPr>
        </p:nvSpPr>
        <p:spPr>
          <a:xfrm>
            <a:off x="2789606" y="2006601"/>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29" name="Text Placeholder 17">
            <a:extLst>
              <a:ext uri="{FF2B5EF4-FFF2-40B4-BE49-F238E27FC236}">
                <a16:creationId xmlns:a16="http://schemas.microsoft.com/office/drawing/2014/main" id="{2288D059-0329-1B9E-601C-A7E6A897FBCC}"/>
              </a:ext>
            </a:extLst>
          </p:cNvPr>
          <p:cNvSpPr>
            <a:spLocks noGrp="1"/>
          </p:cNvSpPr>
          <p:nvPr>
            <p:ph type="body" sz="quarter" idx="33" hasCustomPrompt="1"/>
          </p:nvPr>
        </p:nvSpPr>
        <p:spPr>
          <a:xfrm>
            <a:off x="2792994" y="3550921"/>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31" name="Text Placeholder 17">
            <a:extLst>
              <a:ext uri="{FF2B5EF4-FFF2-40B4-BE49-F238E27FC236}">
                <a16:creationId xmlns:a16="http://schemas.microsoft.com/office/drawing/2014/main" id="{2DE931B3-62DD-8088-64C6-20C2B8C4DADD}"/>
              </a:ext>
            </a:extLst>
          </p:cNvPr>
          <p:cNvSpPr>
            <a:spLocks noGrp="1"/>
          </p:cNvSpPr>
          <p:nvPr>
            <p:ph type="body" sz="quarter" idx="34" hasCustomPrompt="1"/>
          </p:nvPr>
        </p:nvSpPr>
        <p:spPr>
          <a:xfrm>
            <a:off x="4608246" y="2778760"/>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32" name="Text Placeholder 17">
            <a:extLst>
              <a:ext uri="{FF2B5EF4-FFF2-40B4-BE49-F238E27FC236}">
                <a16:creationId xmlns:a16="http://schemas.microsoft.com/office/drawing/2014/main" id="{2410DBC5-F358-CC6A-4BCE-EB8D9939E221}"/>
              </a:ext>
            </a:extLst>
          </p:cNvPr>
          <p:cNvSpPr>
            <a:spLocks noGrp="1"/>
          </p:cNvSpPr>
          <p:nvPr>
            <p:ph type="body" sz="quarter" idx="35" hasCustomPrompt="1"/>
          </p:nvPr>
        </p:nvSpPr>
        <p:spPr>
          <a:xfrm>
            <a:off x="6416726" y="2006601"/>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33" name="Text Placeholder 17">
            <a:extLst>
              <a:ext uri="{FF2B5EF4-FFF2-40B4-BE49-F238E27FC236}">
                <a16:creationId xmlns:a16="http://schemas.microsoft.com/office/drawing/2014/main" id="{22B7942D-FF35-446F-2D49-F9347F5FDDF9}"/>
              </a:ext>
            </a:extLst>
          </p:cNvPr>
          <p:cNvSpPr>
            <a:spLocks noGrp="1"/>
          </p:cNvSpPr>
          <p:nvPr>
            <p:ph type="body" sz="quarter" idx="36" hasCustomPrompt="1"/>
          </p:nvPr>
        </p:nvSpPr>
        <p:spPr>
          <a:xfrm>
            <a:off x="6437046" y="3550921"/>
            <a:ext cx="1457275" cy="525386"/>
          </a:xfrm>
          <a:prstGeom prst="roundRect">
            <a:avLst/>
          </a:prstGeom>
          <a:solidFill>
            <a:schemeClr val="accent6">
              <a:lumMod val="10000"/>
            </a:schemeClr>
          </a:solidFill>
          <a:ln w="25400">
            <a:solidFill>
              <a:schemeClr val="bg2">
                <a:lumMod val="60000"/>
                <a:lumOff val="40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34" name="Text Placeholder 17">
            <a:extLst>
              <a:ext uri="{FF2B5EF4-FFF2-40B4-BE49-F238E27FC236}">
                <a16:creationId xmlns:a16="http://schemas.microsoft.com/office/drawing/2014/main" id="{E556C4A1-138D-F473-0FCF-9FA9235FD0E9}"/>
              </a:ext>
            </a:extLst>
          </p:cNvPr>
          <p:cNvSpPr>
            <a:spLocks noGrp="1"/>
          </p:cNvSpPr>
          <p:nvPr>
            <p:ph type="body" sz="quarter" idx="37" hasCustomPrompt="1"/>
          </p:nvPr>
        </p:nvSpPr>
        <p:spPr>
          <a:xfrm>
            <a:off x="981126" y="2006601"/>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35" name="Text Placeholder 17">
            <a:extLst>
              <a:ext uri="{FF2B5EF4-FFF2-40B4-BE49-F238E27FC236}">
                <a16:creationId xmlns:a16="http://schemas.microsoft.com/office/drawing/2014/main" id="{70F01CA4-2B97-5120-01A9-C49F98B87267}"/>
              </a:ext>
            </a:extLst>
          </p:cNvPr>
          <p:cNvSpPr>
            <a:spLocks noGrp="1"/>
          </p:cNvSpPr>
          <p:nvPr>
            <p:ph type="body" sz="quarter" idx="38" hasCustomPrompt="1"/>
          </p:nvPr>
        </p:nvSpPr>
        <p:spPr>
          <a:xfrm>
            <a:off x="970966" y="3550921"/>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36" name="Text Placeholder 17">
            <a:extLst>
              <a:ext uri="{FF2B5EF4-FFF2-40B4-BE49-F238E27FC236}">
                <a16:creationId xmlns:a16="http://schemas.microsoft.com/office/drawing/2014/main" id="{B87628E6-145A-8741-F899-9C97E852AC4C}"/>
              </a:ext>
            </a:extLst>
          </p:cNvPr>
          <p:cNvSpPr>
            <a:spLocks noGrp="1"/>
          </p:cNvSpPr>
          <p:nvPr>
            <p:ph type="body" sz="quarter" idx="39" hasCustomPrompt="1"/>
          </p:nvPr>
        </p:nvSpPr>
        <p:spPr>
          <a:xfrm>
            <a:off x="2789606" y="2778760"/>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37" name="Text Placeholder 17">
            <a:extLst>
              <a:ext uri="{FF2B5EF4-FFF2-40B4-BE49-F238E27FC236}">
                <a16:creationId xmlns:a16="http://schemas.microsoft.com/office/drawing/2014/main" id="{B9DFB0BE-24D0-986C-5A31-CFF3C7170285}"/>
              </a:ext>
            </a:extLst>
          </p:cNvPr>
          <p:cNvSpPr>
            <a:spLocks noGrp="1"/>
          </p:cNvSpPr>
          <p:nvPr>
            <p:ph type="body" sz="quarter" idx="40" hasCustomPrompt="1"/>
          </p:nvPr>
        </p:nvSpPr>
        <p:spPr>
          <a:xfrm>
            <a:off x="4628566" y="2006601"/>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39" name="Text Placeholder 17">
            <a:extLst>
              <a:ext uri="{FF2B5EF4-FFF2-40B4-BE49-F238E27FC236}">
                <a16:creationId xmlns:a16="http://schemas.microsoft.com/office/drawing/2014/main" id="{9BCC2083-2E6B-A61E-8687-2D0C3DBB08D3}"/>
              </a:ext>
            </a:extLst>
          </p:cNvPr>
          <p:cNvSpPr>
            <a:spLocks noGrp="1"/>
          </p:cNvSpPr>
          <p:nvPr>
            <p:ph type="body" sz="quarter" idx="41" hasCustomPrompt="1"/>
          </p:nvPr>
        </p:nvSpPr>
        <p:spPr>
          <a:xfrm>
            <a:off x="4615021" y="3550921"/>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40" name="Text Placeholder 17">
            <a:extLst>
              <a:ext uri="{FF2B5EF4-FFF2-40B4-BE49-F238E27FC236}">
                <a16:creationId xmlns:a16="http://schemas.microsoft.com/office/drawing/2014/main" id="{AECB2F1C-FF09-088C-6F75-D0317280E682}"/>
              </a:ext>
            </a:extLst>
          </p:cNvPr>
          <p:cNvSpPr>
            <a:spLocks noGrp="1"/>
          </p:cNvSpPr>
          <p:nvPr>
            <p:ph type="body" sz="quarter" idx="42" hasCustomPrompt="1"/>
          </p:nvPr>
        </p:nvSpPr>
        <p:spPr>
          <a:xfrm>
            <a:off x="6426886" y="2778760"/>
            <a:ext cx="1457275" cy="525386"/>
          </a:xfrm>
          <a:prstGeom prst="roundRect">
            <a:avLst/>
          </a:prstGeom>
          <a:solidFill>
            <a:schemeClr val="bg2">
              <a:lumMod val="40000"/>
              <a:lumOff val="60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latin typeface="Verdana" panose="020B0604030504040204" pitchFamily="34" charset="0"/>
              </a:defRPr>
            </a:lvl1pPr>
            <a:lvl2pPr marL="234944" indent="-227007">
              <a:lnSpc>
                <a:spcPct val="110000"/>
              </a:lnSpc>
              <a:spcBef>
                <a:spcPts val="0"/>
              </a:spcBef>
              <a:buFont typeface="System Font Regular"/>
              <a:buChar char="▷"/>
              <a:tabLst/>
              <a:defRPr sz="1000">
                <a:solidFill>
                  <a:schemeClr val="bg1"/>
                </a:solidFill>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Example 1</a:t>
            </a:r>
          </a:p>
        </p:txBody>
      </p:sp>
      <p:sp>
        <p:nvSpPr>
          <p:cNvPr id="47" name="Text Placeholder 5">
            <a:extLst>
              <a:ext uri="{FF2B5EF4-FFF2-40B4-BE49-F238E27FC236}">
                <a16:creationId xmlns:a16="http://schemas.microsoft.com/office/drawing/2014/main" id="{0F053AA7-20BC-4CD1-4065-6FC1E96A419A}"/>
              </a:ext>
            </a:extLst>
          </p:cNvPr>
          <p:cNvSpPr>
            <a:spLocks noGrp="1"/>
          </p:cNvSpPr>
          <p:nvPr>
            <p:ph type="body" sz="quarter" idx="10" hasCustomPrompt="1"/>
          </p:nvPr>
        </p:nvSpPr>
        <p:spPr>
          <a:xfrm>
            <a:off x="393700" y="1028700"/>
            <a:ext cx="7961337" cy="508000"/>
          </a:xfrm>
          <a:prstGeom prst="rect">
            <a:avLst/>
          </a:prstGeom>
        </p:spPr>
        <p:txBody>
          <a:bodyPr lIns="0" tIns="0" rIns="0" bIns="0"/>
          <a:lstStyle>
            <a:lvl1pPr marL="0" indent="0">
              <a:lnSpc>
                <a:spcPct val="110000"/>
              </a:lnSpc>
              <a:spcBef>
                <a:spcPts val="375"/>
              </a:spcBef>
              <a:spcAft>
                <a:spcPts val="150"/>
              </a:spcAft>
              <a:buFontTx/>
              <a:buNone/>
              <a:tabLst/>
              <a:defRPr sz="1400" b="0" i="0">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marL="0" indent="0">
              <a:spcBef>
                <a:spcPts val="500"/>
              </a:spcBef>
              <a:spcAft>
                <a:spcPts val="200"/>
              </a:spcAft>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a:t>
            </a:r>
            <a:r>
              <a:rPr lang="en-US" dirty="0" err="1"/>
              <a:t>luctus</a:t>
            </a:r>
            <a:r>
              <a:rPr lang="en-US" dirty="0"/>
              <a:t> a,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a:t>
            </a:r>
            <a:r>
              <a:rPr lang="en-US" dirty="0"/>
              <a:t>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 </a:t>
            </a:r>
            <a:r>
              <a:rPr lang="en-US" dirty="0" err="1"/>
              <a:t>itur</a:t>
            </a:r>
            <a:endParaRPr lang="en-US" dirty="0"/>
          </a:p>
        </p:txBody>
      </p:sp>
      <p:sp>
        <p:nvSpPr>
          <p:cNvPr id="2" name="Title 1">
            <a:extLst>
              <a:ext uri="{FF2B5EF4-FFF2-40B4-BE49-F238E27FC236}">
                <a16:creationId xmlns:a16="http://schemas.microsoft.com/office/drawing/2014/main" id="{3D1F2773-E67A-B76E-BAF2-465DB130610F}"/>
              </a:ext>
            </a:extLst>
          </p:cNvPr>
          <p:cNvSpPr>
            <a:spLocks noGrp="1"/>
          </p:cNvSpPr>
          <p:nvPr>
            <p:ph type="title" hasCustomPrompt="1"/>
          </p:nvPr>
        </p:nvSpPr>
        <p:spPr>
          <a:xfrm>
            <a:off x="393701" y="298522"/>
            <a:ext cx="7965843" cy="548637"/>
          </a:xfrm>
        </p:spPr>
        <p:txBody>
          <a:bodyPr/>
          <a:lstStyle>
            <a:lvl1pPr algn="ctr">
              <a:defRPr/>
            </a:lvl1pPr>
          </a:lstStyle>
          <a:p>
            <a:r>
              <a:rPr lang="en-US" dirty="0"/>
              <a:t>Infographic 6</a:t>
            </a:r>
          </a:p>
        </p:txBody>
      </p:sp>
      <p:sp>
        <p:nvSpPr>
          <p:cNvPr id="3" name="Rectangle 2">
            <a:extLst>
              <a:ext uri="{FF2B5EF4-FFF2-40B4-BE49-F238E27FC236}">
                <a16:creationId xmlns:a16="http://schemas.microsoft.com/office/drawing/2014/main" id="{CACDF130-2DA7-BF42-C21A-5E6E89E34011}"/>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223786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7">
                                            <p:txEl>
                                              <p:pRg st="0" end="0"/>
                                            </p:txEl>
                                          </p:spTgt>
                                        </p:tgtEl>
                                        <p:attrNameLst>
                                          <p:attrName>style.visibility</p:attrName>
                                        </p:attrNameLst>
                                      </p:cBhvr>
                                      <p:to>
                                        <p:strVal val="visible"/>
                                      </p:to>
                                    </p:set>
                                    <p:animEffect transition="in" filter="fade">
                                      <p:cBhvr>
                                        <p:cTn id="14" dur="1000"/>
                                        <p:tgtEl>
                                          <p:spTgt spid="47">
                                            <p:txEl>
                                              <p:pRg st="0" end="0"/>
                                            </p:txEl>
                                          </p:spTgt>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1000"/>
                                        <p:tgtEl>
                                          <p:spTgt spid="27"/>
                                        </p:tgtEl>
                                      </p:cBhvr>
                                    </p:animEffect>
                                  </p:childTnLst>
                                </p:cTn>
                              </p:par>
                            </p:childTnLst>
                          </p:cTn>
                        </p:par>
                        <p:par>
                          <p:cTn id="19" fill="hold">
                            <p:stCondLst>
                              <p:cond delay="2500"/>
                            </p:stCondLst>
                            <p:childTnLst>
                              <p:par>
                                <p:cTn id="20" presetID="22" presetClass="entr" presetSubtype="1" fill="hold" grpId="0" nodeType="afterEffect">
                                  <p:stCondLst>
                                    <p:cond delay="50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2000"/>
                                        <p:tgtEl>
                                          <p:spTgt spid="4"/>
                                        </p:tgtEl>
                                      </p:cBhvr>
                                    </p:animEffect>
                                  </p:childTnLst>
                                </p:cTn>
                              </p:par>
                            </p:childTnLst>
                          </p:cTn>
                        </p:par>
                        <p:par>
                          <p:cTn id="23" fill="hold">
                            <p:stCondLst>
                              <p:cond delay="5000"/>
                            </p:stCondLst>
                            <p:childTnLst>
                              <p:par>
                                <p:cTn id="24" presetID="10" presetClass="entr" presetSubtype="0" fill="hold" grpId="0"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par>
                          <p:cTn id="27" fill="hold">
                            <p:stCondLst>
                              <p:cond delay="5500"/>
                            </p:stCondLst>
                            <p:childTnLst>
                              <p:par>
                                <p:cTn id="28" presetID="10" presetClass="entr" presetSubtype="0" fill="hold" grpId="0" nodeType="after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childTnLst>
                          </p:cTn>
                        </p:par>
                        <p:par>
                          <p:cTn id="31" fill="hold">
                            <p:stCondLst>
                              <p:cond delay="6000"/>
                            </p:stCondLst>
                            <p:childTnLst>
                              <p:par>
                                <p:cTn id="32" presetID="10" presetClass="entr" presetSubtype="0" fill="hold" grpId="0" nodeType="after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500"/>
                                        <p:tgtEl>
                                          <p:spTgt spid="37"/>
                                        </p:tgtEl>
                                      </p:cBhvr>
                                    </p:animEffect>
                                  </p:childTnLst>
                                </p:cTn>
                              </p:par>
                            </p:childTnLst>
                          </p:cTn>
                        </p:par>
                        <p:par>
                          <p:cTn id="35" fill="hold">
                            <p:stCondLst>
                              <p:cond delay="6500"/>
                            </p:stCondLst>
                            <p:childTnLst>
                              <p:par>
                                <p:cTn id="36" presetID="10" presetClass="entr" presetSubtype="0" fill="hold" grpId="0" nodeType="after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childTnLst>
                          </p:cTn>
                        </p:par>
                        <p:par>
                          <p:cTn id="39" fill="hold">
                            <p:stCondLst>
                              <p:cond delay="7000"/>
                            </p:stCondLst>
                            <p:childTnLst>
                              <p:par>
                                <p:cTn id="40" presetID="10" presetClass="entr" presetSubtype="0" fill="hold" grpId="0" nodeType="after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childTnLst>
                          </p:cTn>
                        </p:par>
                        <p:par>
                          <p:cTn id="43" fill="hold">
                            <p:stCondLst>
                              <p:cond delay="7500"/>
                            </p:stCondLst>
                            <p:childTnLst>
                              <p:par>
                                <p:cTn id="44" presetID="10" presetClass="entr" presetSubtype="0"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500"/>
                                        <p:tgtEl>
                                          <p:spTgt spid="31"/>
                                        </p:tgtEl>
                                      </p:cBhvr>
                                    </p:animEffect>
                                  </p:childTnLst>
                                </p:cTn>
                              </p:par>
                            </p:childTnLst>
                          </p:cTn>
                        </p:par>
                        <p:par>
                          <p:cTn id="47" fill="hold">
                            <p:stCondLst>
                              <p:cond delay="8000"/>
                            </p:stCondLst>
                            <p:childTnLst>
                              <p:par>
                                <p:cTn id="48" presetID="10" presetClass="entr" presetSubtype="0" fill="hold" grpId="0" nodeType="after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500"/>
                                        <p:tgtEl>
                                          <p:spTgt spid="36"/>
                                        </p:tgtEl>
                                      </p:cBhvr>
                                    </p:animEffect>
                                  </p:childTnLst>
                                </p:cTn>
                              </p:par>
                            </p:childTnLst>
                          </p:cTn>
                        </p:par>
                        <p:par>
                          <p:cTn id="51" fill="hold">
                            <p:stCondLst>
                              <p:cond delay="8500"/>
                            </p:stCondLst>
                            <p:childTnLst>
                              <p:par>
                                <p:cTn id="52" presetID="10" presetClass="entr" presetSubtype="0"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par>
                          <p:cTn id="55" fill="hold">
                            <p:stCondLst>
                              <p:cond delay="9000"/>
                            </p:stCondLst>
                            <p:childTnLst>
                              <p:par>
                                <p:cTn id="56" presetID="10" presetClass="entr" presetSubtype="0" fill="hold" grpId="0" nodeType="after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500"/>
                                        <p:tgtEl>
                                          <p:spTgt spid="35"/>
                                        </p:tgtEl>
                                      </p:cBhvr>
                                    </p:animEffect>
                                  </p:childTnLst>
                                </p:cTn>
                              </p:par>
                            </p:childTnLst>
                          </p:cTn>
                        </p:par>
                        <p:par>
                          <p:cTn id="59" fill="hold">
                            <p:stCondLst>
                              <p:cond delay="9500"/>
                            </p:stCondLst>
                            <p:childTnLst>
                              <p:par>
                                <p:cTn id="60" presetID="10" presetClass="entr" presetSubtype="0" fill="hold" grpId="0" nodeType="after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childTnLst>
                          </p:cTn>
                        </p:par>
                        <p:par>
                          <p:cTn id="63" fill="hold">
                            <p:stCondLst>
                              <p:cond delay="10000"/>
                            </p:stCondLst>
                            <p:childTnLst>
                              <p:par>
                                <p:cTn id="64" presetID="10" presetClass="entr" presetSubtype="0" fill="hold" grpId="0" nodeType="after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500"/>
                                        <p:tgtEl>
                                          <p:spTgt spid="39"/>
                                        </p:tgtEl>
                                      </p:cBhvr>
                                    </p:animEffect>
                                  </p:childTnLst>
                                </p:cTn>
                              </p:par>
                            </p:childTnLst>
                          </p:cTn>
                        </p:par>
                        <p:par>
                          <p:cTn id="67" fill="hold">
                            <p:stCondLst>
                              <p:cond delay="10500"/>
                            </p:stCondLst>
                            <p:childTnLst>
                              <p:par>
                                <p:cTn id="68" presetID="10" presetClass="entr" presetSubtype="0" fill="hold" grpId="0" nodeType="after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4" grpId="0" animBg="1"/>
      <p:bldP spid="18" grpId="0" animBg="1">
        <p:tmplLst>
          <p:tmpl>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28" grpId="0" animBg="1">
        <p:tmplLst>
          <p:tmpl>
            <p:tnLst>
              <p:par>
                <p:cTn presetID="10" presetClass="entr" presetSubtype="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29" grpId="0" animBg="1">
        <p:tmplLst>
          <p:tmpl>
            <p:tnLst>
              <p:par>
                <p:cTn presetID="10" presetClass="entr" presetSubtype="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31" grpId="0" animBg="1">
        <p:tmplLst>
          <p:tmpl>
            <p:tnLst>
              <p:par>
                <p:cTn presetID="10" presetClass="entr" presetSubtype="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animBg="1">
        <p:tmplLst>
          <p:tmpl>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animBg="1">
        <p:tmplLst>
          <p:tmpl>
            <p:tnLst>
              <p:par>
                <p:cTn presetID="10" presetClass="entr" presetSubtype="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animBg="1">
        <p:tmplLst>
          <p:tmpl>
            <p:tnLst>
              <p:par>
                <p:cTn presetID="10" presetClass="entr" presetSubtype="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animBg="1">
        <p:tmplLst>
          <p:tmpl>
            <p:tnLst>
              <p:par>
                <p:cTn presetID="10" presetClass="entr" presetSubtype="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animBg="1">
        <p:tmplLst>
          <p:tmpl>
            <p:tnLst>
              <p:par>
                <p:cTn presetID="10" presetClass="entr" presetSubtype="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animBg="1">
        <p:tmplLst>
          <p:tmpl>
            <p:tnLst>
              <p:par>
                <p:cTn presetID="10" presetClass="entr" presetSubtype="0"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9" grpId="0" animBg="1">
        <p:tmplLst>
          <p:tmpl>
            <p:tnLst>
              <p:par>
                <p:cTn presetID="10" presetClass="entr" presetSubtype="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animBg="1">
        <p:tmplLst>
          <p:tmpl>
            <p:tnLst>
              <p:par>
                <p:cTn presetID="10" presetClass="entr" presetSubtype="0"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7" grpId="0" build="p">
        <p:tmplLst>
          <p:tmpl lvl="1">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1000"/>
                        <p:tgtEl>
                          <p:spTgt spid="47"/>
                        </p:tgtEl>
                      </p:cBhvr>
                    </p:animEffect>
                  </p:childTnLst>
                </p:cTn>
              </p:par>
            </p:tnLst>
          </p:tmpl>
        </p:tmplLst>
      </p:bldP>
      <p:bldP spid="2" grpId="0"/>
      <p:bldP spid="3" grpId="0" animBg="1"/>
    </p:bldLst>
  </p:timing>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Infographic 7">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5E5F44C-9AAD-CD87-AFD6-F28728E86461}"/>
              </a:ext>
            </a:extLst>
          </p:cNvPr>
          <p:cNvSpPr/>
          <p:nvPr userDrawn="1"/>
        </p:nvSpPr>
        <p:spPr>
          <a:xfrm>
            <a:off x="1" y="1337482"/>
            <a:ext cx="8787161" cy="3806019"/>
          </a:xfrm>
          <a:prstGeom prst="rect">
            <a:avLst/>
          </a:prstGeom>
          <a:solidFill>
            <a:schemeClr val="bg2">
              <a:lumMod val="75000"/>
              <a:alpha val="7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23" name="Text Placeholder 17">
            <a:extLst>
              <a:ext uri="{FF2B5EF4-FFF2-40B4-BE49-F238E27FC236}">
                <a16:creationId xmlns:a16="http://schemas.microsoft.com/office/drawing/2014/main" id="{A93EEE1A-4C48-60E2-CB8B-1A4F237D23A7}"/>
              </a:ext>
            </a:extLst>
          </p:cNvPr>
          <p:cNvSpPr>
            <a:spLocks noGrp="1"/>
          </p:cNvSpPr>
          <p:nvPr>
            <p:ph type="body" sz="quarter" idx="35" hasCustomPrompt="1"/>
          </p:nvPr>
        </p:nvSpPr>
        <p:spPr>
          <a:xfrm>
            <a:off x="3395786" y="1959732"/>
            <a:ext cx="1960355" cy="2236351"/>
          </a:xfrm>
          <a:prstGeom prst="roundRect">
            <a:avLst/>
          </a:prstGeom>
          <a:solidFill>
            <a:schemeClr val="bg1">
              <a:alpha val="67000"/>
            </a:schemeClr>
          </a:solidFill>
          <a:ln w="19050">
            <a:noFill/>
          </a:ln>
        </p:spPr>
        <p:txBody>
          <a:bodyPr lIns="0" tIns="0" rIns="0" bIns="0" anchor="ctr"/>
          <a:lstStyle>
            <a:lvl1pPr marL="0" indent="0" algn="ctr">
              <a:lnSpc>
                <a:spcPct val="110000"/>
              </a:lnSpc>
              <a:spcBef>
                <a:spcPts val="0"/>
              </a:spcBef>
              <a:spcAft>
                <a:spcPts val="300"/>
              </a:spcAft>
              <a:buFontTx/>
              <a:buNone/>
              <a:defRPr sz="1350" b="1"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7937" indent="0" algn="ctr">
              <a:lnSpc>
                <a:spcPct val="110000"/>
              </a:lnSpc>
              <a:spcBef>
                <a:spcPts val="0"/>
              </a:spcBef>
              <a:buFontTx/>
              <a:buNone/>
              <a:tabLst/>
              <a:defRPr sz="1000">
                <a:solidFill>
                  <a:schemeClr val="tx1"/>
                </a:solidFill>
                <a:latin typeface="Verdana" panose="020B0604030504040204" pitchFamily="34" charset="0"/>
              </a:defRPr>
            </a:lvl2pPr>
            <a:lvl3pPr marL="234944" indent="-227007">
              <a:buFont typeface="System Font Regular"/>
              <a:buChar char="▷"/>
              <a:tabLst/>
              <a:defRPr sz="1000"/>
            </a:lvl3pPr>
            <a:lvl4pPr marL="234944" indent="-227007">
              <a:buFont typeface="System Font Regular"/>
              <a:buChar char="▷"/>
              <a:tabLst/>
              <a:defRPr sz="1000"/>
            </a:lvl4pPr>
            <a:lvl5pPr marL="234944" indent="-227007">
              <a:buFont typeface="System Font Regular"/>
              <a:buChar char="▷"/>
              <a:tabLst/>
              <a:defRPr sz="1000"/>
            </a:lvl5pPr>
          </a:lstStyle>
          <a:p>
            <a:pPr lvl="0"/>
            <a:r>
              <a:rPr lang="en-US" dirty="0"/>
              <a:t>Dummy Text</a:t>
            </a:r>
          </a:p>
          <a:p>
            <a:pPr lvl="1"/>
            <a:r>
              <a:rPr lang="en-US" dirty="0"/>
              <a:t>Dummy text Dummy text</a:t>
            </a:r>
          </a:p>
          <a:p>
            <a:pPr lvl="1"/>
            <a:r>
              <a:rPr lang="en-US" dirty="0"/>
              <a:t>Dummy text Dummy text</a:t>
            </a:r>
          </a:p>
        </p:txBody>
      </p:sp>
      <p:sp>
        <p:nvSpPr>
          <p:cNvPr id="31" name="Text Placeholder 7">
            <a:extLst>
              <a:ext uri="{FF2B5EF4-FFF2-40B4-BE49-F238E27FC236}">
                <a16:creationId xmlns:a16="http://schemas.microsoft.com/office/drawing/2014/main" id="{D57F999C-B547-F7FD-8D30-1410D5E78E85}"/>
              </a:ext>
            </a:extLst>
          </p:cNvPr>
          <p:cNvSpPr>
            <a:spLocks noGrp="1"/>
          </p:cNvSpPr>
          <p:nvPr>
            <p:ph type="body" sz="quarter" idx="11" hasCustomPrompt="1"/>
          </p:nvPr>
        </p:nvSpPr>
        <p:spPr>
          <a:xfrm>
            <a:off x="308318" y="900727"/>
            <a:ext cx="8058443" cy="300276"/>
          </a:xfrm>
          <a:prstGeom prst="rect">
            <a:avLst/>
          </a:prstGeom>
        </p:spPr>
        <p:txBody>
          <a:bodyPr lIns="0" tIns="0" rIns="0" bIns="0" anchor="ctr"/>
          <a:lstStyle>
            <a:lvl1pPr marL="0" indent="0" algn="ctr">
              <a:buFontTx/>
              <a:buNone/>
              <a:defRPr sz="1600" b="1"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err="1"/>
              <a:t>Subheader</a:t>
            </a:r>
            <a:endParaRPr lang="en-US" dirty="0"/>
          </a:p>
        </p:txBody>
      </p:sp>
      <p:sp>
        <p:nvSpPr>
          <p:cNvPr id="36" name="Text Placeholder 5">
            <a:extLst>
              <a:ext uri="{FF2B5EF4-FFF2-40B4-BE49-F238E27FC236}">
                <a16:creationId xmlns:a16="http://schemas.microsoft.com/office/drawing/2014/main" id="{18376436-8857-91D0-F87B-61C071292A60}"/>
              </a:ext>
            </a:extLst>
          </p:cNvPr>
          <p:cNvSpPr>
            <a:spLocks noGrp="1"/>
          </p:cNvSpPr>
          <p:nvPr>
            <p:ph type="body" sz="quarter" idx="10" hasCustomPrompt="1"/>
          </p:nvPr>
        </p:nvSpPr>
        <p:spPr>
          <a:xfrm>
            <a:off x="432416" y="2070232"/>
            <a:ext cx="1987227" cy="688249"/>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37" name="Text Placeholder 5">
            <a:extLst>
              <a:ext uri="{FF2B5EF4-FFF2-40B4-BE49-F238E27FC236}">
                <a16:creationId xmlns:a16="http://schemas.microsoft.com/office/drawing/2014/main" id="{A5C9173C-B638-4E0E-DE74-C7B6BF1DB11B}"/>
              </a:ext>
            </a:extLst>
          </p:cNvPr>
          <p:cNvSpPr>
            <a:spLocks noGrp="1"/>
          </p:cNvSpPr>
          <p:nvPr>
            <p:ph type="body" sz="quarter" idx="14" hasCustomPrompt="1"/>
          </p:nvPr>
        </p:nvSpPr>
        <p:spPr>
          <a:xfrm>
            <a:off x="427845" y="1738605"/>
            <a:ext cx="2571960"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38" name="Text Placeholder 5">
            <a:extLst>
              <a:ext uri="{FF2B5EF4-FFF2-40B4-BE49-F238E27FC236}">
                <a16:creationId xmlns:a16="http://schemas.microsoft.com/office/drawing/2014/main" id="{2E5415E2-09FA-8AAB-4EBA-3FC6AE4B5BD4}"/>
              </a:ext>
            </a:extLst>
          </p:cNvPr>
          <p:cNvSpPr>
            <a:spLocks noGrp="1"/>
          </p:cNvSpPr>
          <p:nvPr>
            <p:ph type="body" sz="quarter" idx="15" hasCustomPrompt="1"/>
          </p:nvPr>
        </p:nvSpPr>
        <p:spPr>
          <a:xfrm>
            <a:off x="419810" y="3476924"/>
            <a:ext cx="2042037"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40" name="Text Placeholder 5">
            <a:extLst>
              <a:ext uri="{FF2B5EF4-FFF2-40B4-BE49-F238E27FC236}">
                <a16:creationId xmlns:a16="http://schemas.microsoft.com/office/drawing/2014/main" id="{6207373F-4B22-E591-5649-1095CFF84F43}"/>
              </a:ext>
            </a:extLst>
          </p:cNvPr>
          <p:cNvSpPr>
            <a:spLocks noGrp="1"/>
          </p:cNvSpPr>
          <p:nvPr>
            <p:ph type="body" sz="quarter" idx="16" hasCustomPrompt="1"/>
          </p:nvPr>
        </p:nvSpPr>
        <p:spPr>
          <a:xfrm>
            <a:off x="415241" y="3138423"/>
            <a:ext cx="2577691"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45" name="Text Placeholder 5">
            <a:extLst>
              <a:ext uri="{FF2B5EF4-FFF2-40B4-BE49-F238E27FC236}">
                <a16:creationId xmlns:a16="http://schemas.microsoft.com/office/drawing/2014/main" id="{E1055A6C-3F5B-B4D6-F36C-FF04E6562830}"/>
              </a:ext>
            </a:extLst>
          </p:cNvPr>
          <p:cNvSpPr>
            <a:spLocks noGrp="1"/>
          </p:cNvSpPr>
          <p:nvPr>
            <p:ph type="body" sz="quarter" idx="17" hasCustomPrompt="1"/>
          </p:nvPr>
        </p:nvSpPr>
        <p:spPr>
          <a:xfrm>
            <a:off x="6329714" y="2079398"/>
            <a:ext cx="2133567"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46" name="Text Placeholder 5">
            <a:extLst>
              <a:ext uri="{FF2B5EF4-FFF2-40B4-BE49-F238E27FC236}">
                <a16:creationId xmlns:a16="http://schemas.microsoft.com/office/drawing/2014/main" id="{A441078B-D899-D447-825D-6C42CBE257C5}"/>
              </a:ext>
            </a:extLst>
          </p:cNvPr>
          <p:cNvSpPr>
            <a:spLocks noGrp="1"/>
          </p:cNvSpPr>
          <p:nvPr>
            <p:ph type="body" sz="quarter" idx="18" hasCustomPrompt="1"/>
          </p:nvPr>
        </p:nvSpPr>
        <p:spPr>
          <a:xfrm>
            <a:off x="6325145" y="1740897"/>
            <a:ext cx="2127976"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sp>
        <p:nvSpPr>
          <p:cNvPr id="47" name="Text Placeholder 5">
            <a:extLst>
              <a:ext uri="{FF2B5EF4-FFF2-40B4-BE49-F238E27FC236}">
                <a16:creationId xmlns:a16="http://schemas.microsoft.com/office/drawing/2014/main" id="{590D82DB-DD0F-2470-49DB-B0DA4BE5CE3D}"/>
              </a:ext>
            </a:extLst>
          </p:cNvPr>
          <p:cNvSpPr>
            <a:spLocks noGrp="1"/>
          </p:cNvSpPr>
          <p:nvPr>
            <p:ph type="body" sz="quarter" idx="19" hasCustomPrompt="1"/>
          </p:nvPr>
        </p:nvSpPr>
        <p:spPr>
          <a:xfrm>
            <a:off x="6337733" y="3460362"/>
            <a:ext cx="2206827"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l</a:t>
            </a:r>
          </a:p>
        </p:txBody>
      </p:sp>
      <p:sp>
        <p:nvSpPr>
          <p:cNvPr id="48" name="Text Placeholder 5">
            <a:extLst>
              <a:ext uri="{FF2B5EF4-FFF2-40B4-BE49-F238E27FC236}">
                <a16:creationId xmlns:a16="http://schemas.microsoft.com/office/drawing/2014/main" id="{A35BF3D4-5DDC-B33F-56A3-D31175BE3A4E}"/>
              </a:ext>
            </a:extLst>
          </p:cNvPr>
          <p:cNvSpPr>
            <a:spLocks noGrp="1"/>
          </p:cNvSpPr>
          <p:nvPr>
            <p:ph type="body" sz="quarter" idx="20" hasCustomPrompt="1"/>
          </p:nvPr>
        </p:nvSpPr>
        <p:spPr>
          <a:xfrm>
            <a:off x="6333166" y="3121860"/>
            <a:ext cx="2221556"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Header</a:t>
            </a:r>
          </a:p>
        </p:txBody>
      </p:sp>
      <p:cxnSp>
        <p:nvCxnSpPr>
          <p:cNvPr id="10" name="Connecteur droit avec flèche 26">
            <a:extLst>
              <a:ext uri="{FF2B5EF4-FFF2-40B4-BE49-F238E27FC236}">
                <a16:creationId xmlns:a16="http://schemas.microsoft.com/office/drawing/2014/main" id="{A89B7CF5-FBD9-4D4A-BA5A-ED9D5C6D0415}"/>
              </a:ext>
            </a:extLst>
          </p:cNvPr>
          <p:cNvCxnSpPr>
            <a:cxnSpLocks/>
          </p:cNvCxnSpPr>
          <p:nvPr userDrawn="1"/>
        </p:nvCxnSpPr>
        <p:spPr>
          <a:xfrm>
            <a:off x="2418081" y="2384829"/>
            <a:ext cx="843280"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eur droit avec flèche 26">
            <a:extLst>
              <a:ext uri="{FF2B5EF4-FFF2-40B4-BE49-F238E27FC236}">
                <a16:creationId xmlns:a16="http://schemas.microsoft.com/office/drawing/2014/main" id="{532762D5-F56A-8170-92C1-2AD3F916A42A}"/>
              </a:ext>
            </a:extLst>
          </p:cNvPr>
          <p:cNvCxnSpPr>
            <a:cxnSpLocks/>
          </p:cNvCxnSpPr>
          <p:nvPr userDrawn="1"/>
        </p:nvCxnSpPr>
        <p:spPr>
          <a:xfrm>
            <a:off x="2458720" y="3766589"/>
            <a:ext cx="802640"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26">
            <a:extLst>
              <a:ext uri="{FF2B5EF4-FFF2-40B4-BE49-F238E27FC236}">
                <a16:creationId xmlns:a16="http://schemas.microsoft.com/office/drawing/2014/main" id="{23726999-D067-30B0-A639-C0B18DC2C78B}"/>
              </a:ext>
            </a:extLst>
          </p:cNvPr>
          <p:cNvCxnSpPr>
            <a:cxnSpLocks/>
          </p:cNvCxnSpPr>
          <p:nvPr userDrawn="1"/>
        </p:nvCxnSpPr>
        <p:spPr>
          <a:xfrm flipH="1">
            <a:off x="5462386" y="2394989"/>
            <a:ext cx="755534"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eur droit avec flèche 26">
            <a:extLst>
              <a:ext uri="{FF2B5EF4-FFF2-40B4-BE49-F238E27FC236}">
                <a16:creationId xmlns:a16="http://schemas.microsoft.com/office/drawing/2014/main" id="{C1E03E47-3718-4D47-838D-01347D3B3315}"/>
              </a:ext>
            </a:extLst>
          </p:cNvPr>
          <p:cNvCxnSpPr>
            <a:cxnSpLocks/>
          </p:cNvCxnSpPr>
          <p:nvPr userDrawn="1"/>
        </p:nvCxnSpPr>
        <p:spPr>
          <a:xfrm flipH="1">
            <a:off x="5462387" y="3776749"/>
            <a:ext cx="699263"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2D2091A1-0FA6-9003-03E6-0A2E0D499F9F}"/>
              </a:ext>
            </a:extLst>
          </p:cNvPr>
          <p:cNvSpPr>
            <a:spLocks noGrp="1"/>
          </p:cNvSpPr>
          <p:nvPr>
            <p:ph type="title" hasCustomPrompt="1"/>
          </p:nvPr>
        </p:nvSpPr>
        <p:spPr>
          <a:xfrm>
            <a:off x="308319" y="235022"/>
            <a:ext cx="8043203" cy="548637"/>
          </a:xfrm>
        </p:spPr>
        <p:txBody>
          <a:bodyPr/>
          <a:lstStyle>
            <a:lvl1pPr algn="ctr">
              <a:defRPr>
                <a:solidFill>
                  <a:schemeClr val="tx1"/>
                </a:solidFill>
              </a:defRPr>
            </a:lvl1pPr>
          </a:lstStyle>
          <a:p>
            <a:r>
              <a:rPr lang="en-US" dirty="0"/>
              <a:t>Infographic 7</a:t>
            </a:r>
          </a:p>
        </p:txBody>
      </p:sp>
      <p:sp>
        <p:nvSpPr>
          <p:cNvPr id="4" name="Rectangle 3">
            <a:extLst>
              <a:ext uri="{FF2B5EF4-FFF2-40B4-BE49-F238E27FC236}">
                <a16:creationId xmlns:a16="http://schemas.microsoft.com/office/drawing/2014/main" id="{A9DDE6D1-3DD7-2A66-67A5-17A3F7676F23}"/>
              </a:ext>
            </a:extLst>
          </p:cNvPr>
          <p:cNvSpPr/>
          <p:nvPr userDrawn="1"/>
        </p:nvSpPr>
        <p:spPr>
          <a:xfrm>
            <a:off x="1" y="4389715"/>
            <a:ext cx="8712926" cy="406400"/>
          </a:xfrm>
          <a:prstGeom prst="rect">
            <a:avLst/>
          </a:prstGeom>
          <a:gradFill>
            <a:gsLst>
              <a:gs pos="1000">
                <a:schemeClr val="bg2">
                  <a:lumMod val="50000"/>
                  <a:alpha val="0"/>
                </a:schemeClr>
              </a:gs>
              <a:gs pos="9000">
                <a:schemeClr val="bg2">
                  <a:lumMod val="50000"/>
                  <a:alpha val="78816"/>
                </a:schemeClr>
              </a:gs>
              <a:gs pos="99000">
                <a:schemeClr val="bg2">
                  <a:lumMod val="50000"/>
                  <a:alpha val="0"/>
                </a:schemeClr>
              </a:gs>
              <a:gs pos="93000">
                <a:schemeClr val="bg2">
                  <a:lumMod val="50000"/>
                  <a:alpha val="79492"/>
                </a:schemeClr>
              </a:gs>
              <a:gs pos="51000">
                <a:schemeClr val="bg2">
                  <a:lumMod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5" name="Text Placeholder 7">
            <a:extLst>
              <a:ext uri="{FF2B5EF4-FFF2-40B4-BE49-F238E27FC236}">
                <a16:creationId xmlns:a16="http://schemas.microsoft.com/office/drawing/2014/main" id="{726CF2EA-925D-4109-1EAC-3592EE80B0CD}"/>
              </a:ext>
            </a:extLst>
          </p:cNvPr>
          <p:cNvSpPr>
            <a:spLocks noGrp="1"/>
          </p:cNvSpPr>
          <p:nvPr>
            <p:ph type="body" sz="quarter" idx="41" hasCustomPrompt="1"/>
          </p:nvPr>
        </p:nvSpPr>
        <p:spPr>
          <a:xfrm>
            <a:off x="2730501" y="4440515"/>
            <a:ext cx="3302000" cy="303969"/>
          </a:xfrm>
          <a:prstGeom prst="rect">
            <a:avLst/>
          </a:prstGeom>
        </p:spPr>
        <p:txBody>
          <a:bodyPr lIns="0" tIns="0" rIns="0" bIns="0" anchor="ctr"/>
          <a:lstStyle>
            <a:lvl1pPr marL="0" indent="0" algn="ctr">
              <a:lnSpc>
                <a:spcPct val="100000"/>
              </a:lnSpc>
              <a:spcBef>
                <a:spcPts val="0"/>
              </a:spcBef>
              <a:spcAft>
                <a:spcPts val="0"/>
              </a:spcAft>
              <a:buFontTx/>
              <a:buNone/>
              <a:defRPr sz="1500" b="1" i="1">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Lorem ipsum dolor sit </a:t>
            </a:r>
            <a:r>
              <a:rPr lang="en-US" dirty="0" err="1"/>
              <a:t>amet</a:t>
            </a:r>
            <a:endParaRPr lang="en-US" dirty="0"/>
          </a:p>
        </p:txBody>
      </p:sp>
      <p:sp>
        <p:nvSpPr>
          <p:cNvPr id="9" name="Rectangle 8">
            <a:extLst>
              <a:ext uri="{FF2B5EF4-FFF2-40B4-BE49-F238E27FC236}">
                <a16:creationId xmlns:a16="http://schemas.microsoft.com/office/drawing/2014/main" id="{E9EE6CA2-6D25-A3BD-522D-55C27B602056}"/>
              </a:ext>
            </a:extLst>
          </p:cNvPr>
          <p:cNvSpPr/>
          <p:nvPr userDrawn="1"/>
        </p:nvSpPr>
        <p:spPr>
          <a:xfrm>
            <a:off x="73904" y="86181"/>
            <a:ext cx="8666189"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55728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31">
                                            <p:txEl>
                                              <p:pRg st="0" end="0"/>
                                            </p:txEl>
                                          </p:spTgt>
                                        </p:tgtEl>
                                        <p:attrNameLst>
                                          <p:attrName>style.visibility</p:attrName>
                                        </p:attrNameLst>
                                      </p:cBhvr>
                                      <p:to>
                                        <p:strVal val="visible"/>
                                      </p:to>
                                    </p:set>
                                    <p:animEffect transition="in" filter="fade">
                                      <p:cBhvr>
                                        <p:cTn id="13" dur="1000"/>
                                        <p:tgtEl>
                                          <p:spTgt spid="31">
                                            <p:txEl>
                                              <p:pRg st="0" end="0"/>
                                            </p:txEl>
                                          </p:spTgt>
                                        </p:tgtEl>
                                      </p:cBhvr>
                                    </p:animEffect>
                                  </p:childTnLst>
                                </p:cTn>
                              </p:par>
                            </p:childTnLst>
                          </p:cTn>
                        </p:par>
                        <p:par>
                          <p:cTn id="14" fill="hold">
                            <p:stCondLst>
                              <p:cond delay="2000"/>
                            </p:stCondLst>
                            <p:childTnLst>
                              <p:par>
                                <p:cTn id="15" presetID="10" presetClass="entr" presetSubtype="0"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childTnLst>
                                </p:cTn>
                              </p:par>
                            </p:childTnLst>
                          </p:cTn>
                        </p:par>
                        <p:par>
                          <p:cTn id="21" fill="hold">
                            <p:stCondLst>
                              <p:cond delay="3000"/>
                            </p:stCondLst>
                            <p:childTnLst>
                              <p:par>
                                <p:cTn id="22" presetID="2" presetClass="entr" presetSubtype="8"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0-#ppt_w/2"/>
                                          </p:val>
                                        </p:tav>
                                        <p:tav tm="100000">
                                          <p:val>
                                            <p:strVal val="#ppt_x"/>
                                          </p:val>
                                        </p:tav>
                                      </p:tavLst>
                                    </p:anim>
                                    <p:anim calcmode="lin" valueType="num">
                                      <p:cBhvr additive="base">
                                        <p:cTn id="25" dur="500" fill="hold"/>
                                        <p:tgtEl>
                                          <p:spTgt spid="10"/>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 calcmode="lin" valueType="num">
                                      <p:cBhvr additive="base">
                                        <p:cTn id="28" dur="500" fill="hold"/>
                                        <p:tgtEl>
                                          <p:spTgt spid="37"/>
                                        </p:tgtEl>
                                        <p:attrNameLst>
                                          <p:attrName>ppt_x</p:attrName>
                                        </p:attrNameLst>
                                      </p:cBhvr>
                                      <p:tavLst>
                                        <p:tav tm="0">
                                          <p:val>
                                            <p:strVal val="0-#ppt_w/2"/>
                                          </p:val>
                                        </p:tav>
                                        <p:tav tm="100000">
                                          <p:val>
                                            <p:strVal val="#ppt_x"/>
                                          </p:val>
                                        </p:tav>
                                      </p:tavLst>
                                    </p:anim>
                                    <p:anim calcmode="lin" valueType="num">
                                      <p:cBhvr additive="base">
                                        <p:cTn id="29" dur="500" fill="hold"/>
                                        <p:tgtEl>
                                          <p:spTgt spid="37"/>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additive="base">
                                        <p:cTn id="32" dur="500" fill="hold"/>
                                        <p:tgtEl>
                                          <p:spTgt spid="36"/>
                                        </p:tgtEl>
                                        <p:attrNameLst>
                                          <p:attrName>ppt_x</p:attrName>
                                        </p:attrNameLst>
                                      </p:cBhvr>
                                      <p:tavLst>
                                        <p:tav tm="0">
                                          <p:val>
                                            <p:strVal val="0-#ppt_w/2"/>
                                          </p:val>
                                        </p:tav>
                                        <p:tav tm="100000">
                                          <p:val>
                                            <p:strVal val="#ppt_x"/>
                                          </p:val>
                                        </p:tav>
                                      </p:tavLst>
                                    </p:anim>
                                    <p:anim calcmode="lin" valueType="num">
                                      <p:cBhvr additive="base">
                                        <p:cTn id="33" dur="500" fill="hold"/>
                                        <p:tgtEl>
                                          <p:spTgt spid="36"/>
                                        </p:tgtEl>
                                        <p:attrNameLst>
                                          <p:attrName>ppt_y</p:attrName>
                                        </p:attrNameLst>
                                      </p:cBhvr>
                                      <p:tavLst>
                                        <p:tav tm="0">
                                          <p:val>
                                            <p:strVal val="#ppt_y"/>
                                          </p:val>
                                        </p:tav>
                                        <p:tav tm="100000">
                                          <p:val>
                                            <p:strVal val="#ppt_y"/>
                                          </p:val>
                                        </p:tav>
                                      </p:tavLst>
                                    </p:anim>
                                  </p:childTnLst>
                                </p:cTn>
                              </p:par>
                            </p:childTnLst>
                          </p:cTn>
                        </p:par>
                        <p:par>
                          <p:cTn id="34" fill="hold">
                            <p:stCondLst>
                              <p:cond delay="3500"/>
                            </p:stCondLst>
                            <p:childTnLst>
                              <p:par>
                                <p:cTn id="35" presetID="2" presetClass="entr" presetSubtype="8"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0-#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anim calcmode="lin" valueType="num">
                                      <p:cBhvr additive="base">
                                        <p:cTn id="41" dur="500" fill="hold"/>
                                        <p:tgtEl>
                                          <p:spTgt spid="40"/>
                                        </p:tgtEl>
                                        <p:attrNameLst>
                                          <p:attrName>ppt_x</p:attrName>
                                        </p:attrNameLst>
                                      </p:cBhvr>
                                      <p:tavLst>
                                        <p:tav tm="0">
                                          <p:val>
                                            <p:strVal val="0-#ppt_w/2"/>
                                          </p:val>
                                        </p:tav>
                                        <p:tav tm="100000">
                                          <p:val>
                                            <p:strVal val="#ppt_x"/>
                                          </p:val>
                                        </p:tav>
                                      </p:tavLst>
                                    </p:anim>
                                    <p:anim calcmode="lin" valueType="num">
                                      <p:cBhvr additive="base">
                                        <p:cTn id="42" dur="500" fill="hold"/>
                                        <p:tgtEl>
                                          <p:spTgt spid="40"/>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 calcmode="lin" valueType="num">
                                      <p:cBhvr additive="base">
                                        <p:cTn id="45" dur="500" fill="hold"/>
                                        <p:tgtEl>
                                          <p:spTgt spid="38"/>
                                        </p:tgtEl>
                                        <p:attrNameLst>
                                          <p:attrName>ppt_x</p:attrName>
                                        </p:attrNameLst>
                                      </p:cBhvr>
                                      <p:tavLst>
                                        <p:tav tm="0">
                                          <p:val>
                                            <p:strVal val="0-#ppt_w/2"/>
                                          </p:val>
                                        </p:tav>
                                        <p:tav tm="100000">
                                          <p:val>
                                            <p:strVal val="#ppt_x"/>
                                          </p:val>
                                        </p:tav>
                                      </p:tavLst>
                                    </p:anim>
                                    <p:anim calcmode="lin" valueType="num">
                                      <p:cBhvr additive="base">
                                        <p:cTn id="46" dur="500" fill="hold"/>
                                        <p:tgtEl>
                                          <p:spTgt spid="38"/>
                                        </p:tgtEl>
                                        <p:attrNameLst>
                                          <p:attrName>ppt_y</p:attrName>
                                        </p:attrNameLst>
                                      </p:cBhvr>
                                      <p:tavLst>
                                        <p:tav tm="0">
                                          <p:val>
                                            <p:strVal val="#ppt_y"/>
                                          </p:val>
                                        </p:tav>
                                        <p:tav tm="100000">
                                          <p:val>
                                            <p:strVal val="#ppt_y"/>
                                          </p:val>
                                        </p:tav>
                                      </p:tavLst>
                                    </p:anim>
                                  </p:childTnLst>
                                </p:cTn>
                              </p:par>
                            </p:childTnLst>
                          </p:cTn>
                        </p:par>
                        <p:par>
                          <p:cTn id="47" fill="hold">
                            <p:stCondLst>
                              <p:cond delay="4000"/>
                            </p:stCondLst>
                            <p:childTnLst>
                              <p:par>
                                <p:cTn id="48" presetID="2" presetClass="entr" presetSubtype="2"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1+#ppt_w/2"/>
                                          </p:val>
                                        </p:tav>
                                        <p:tav tm="100000">
                                          <p:val>
                                            <p:strVal val="#ppt_x"/>
                                          </p:val>
                                        </p:tav>
                                      </p:tavLst>
                                    </p:anim>
                                    <p:anim calcmode="lin" valueType="num">
                                      <p:cBhvr additive="base">
                                        <p:cTn id="51" dur="500" fill="hold"/>
                                        <p:tgtEl>
                                          <p:spTgt spid="14"/>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childTnLst>
                                    <p:set>
                                      <p:cBhvr>
                                        <p:cTn id="53" dur="1" fill="hold">
                                          <p:stCondLst>
                                            <p:cond delay="0"/>
                                          </p:stCondLst>
                                        </p:cTn>
                                        <p:tgtEl>
                                          <p:spTgt spid="45"/>
                                        </p:tgtEl>
                                        <p:attrNameLst>
                                          <p:attrName>style.visibility</p:attrName>
                                        </p:attrNameLst>
                                      </p:cBhvr>
                                      <p:to>
                                        <p:strVal val="visible"/>
                                      </p:to>
                                    </p:set>
                                    <p:anim calcmode="lin" valueType="num">
                                      <p:cBhvr additive="base">
                                        <p:cTn id="54" dur="500" fill="hold"/>
                                        <p:tgtEl>
                                          <p:spTgt spid="45"/>
                                        </p:tgtEl>
                                        <p:attrNameLst>
                                          <p:attrName>ppt_x</p:attrName>
                                        </p:attrNameLst>
                                      </p:cBhvr>
                                      <p:tavLst>
                                        <p:tav tm="0">
                                          <p:val>
                                            <p:strVal val="1+#ppt_w/2"/>
                                          </p:val>
                                        </p:tav>
                                        <p:tav tm="100000">
                                          <p:val>
                                            <p:strVal val="#ppt_x"/>
                                          </p:val>
                                        </p:tav>
                                      </p:tavLst>
                                    </p:anim>
                                    <p:anim calcmode="lin" valueType="num">
                                      <p:cBhvr additive="base">
                                        <p:cTn id="55" dur="500" fill="hold"/>
                                        <p:tgtEl>
                                          <p:spTgt spid="45"/>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 calcmode="lin" valueType="num">
                                      <p:cBhvr additive="base">
                                        <p:cTn id="58" dur="500" fill="hold"/>
                                        <p:tgtEl>
                                          <p:spTgt spid="46"/>
                                        </p:tgtEl>
                                        <p:attrNameLst>
                                          <p:attrName>ppt_x</p:attrName>
                                        </p:attrNameLst>
                                      </p:cBhvr>
                                      <p:tavLst>
                                        <p:tav tm="0">
                                          <p:val>
                                            <p:strVal val="1+#ppt_w/2"/>
                                          </p:val>
                                        </p:tav>
                                        <p:tav tm="100000">
                                          <p:val>
                                            <p:strVal val="#ppt_x"/>
                                          </p:val>
                                        </p:tav>
                                      </p:tavLst>
                                    </p:anim>
                                    <p:anim calcmode="lin" valueType="num">
                                      <p:cBhvr additive="base">
                                        <p:cTn id="59" dur="500" fill="hold"/>
                                        <p:tgtEl>
                                          <p:spTgt spid="46"/>
                                        </p:tgtEl>
                                        <p:attrNameLst>
                                          <p:attrName>ppt_y</p:attrName>
                                        </p:attrNameLst>
                                      </p:cBhvr>
                                      <p:tavLst>
                                        <p:tav tm="0">
                                          <p:val>
                                            <p:strVal val="#ppt_y"/>
                                          </p:val>
                                        </p:tav>
                                        <p:tav tm="100000">
                                          <p:val>
                                            <p:strVal val="#ppt_y"/>
                                          </p:val>
                                        </p:tav>
                                      </p:tavLst>
                                    </p:anim>
                                  </p:childTnLst>
                                </p:cTn>
                              </p:par>
                            </p:childTnLst>
                          </p:cTn>
                        </p:par>
                        <p:par>
                          <p:cTn id="60" fill="hold">
                            <p:stCondLst>
                              <p:cond delay="4500"/>
                            </p:stCondLst>
                            <p:childTnLst>
                              <p:par>
                                <p:cTn id="61" presetID="2" presetClass="entr" presetSubtype="2" fill="hold" nodeType="after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1+#ppt_w/2"/>
                                          </p:val>
                                        </p:tav>
                                        <p:tav tm="100000">
                                          <p:val>
                                            <p:strVal val="#ppt_x"/>
                                          </p:val>
                                        </p:tav>
                                      </p:tavLst>
                                    </p:anim>
                                    <p:anim calcmode="lin" valueType="num">
                                      <p:cBhvr additive="base">
                                        <p:cTn id="64" dur="500" fill="hold"/>
                                        <p:tgtEl>
                                          <p:spTgt spid="15"/>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 calcmode="lin" valueType="num">
                                      <p:cBhvr additive="base">
                                        <p:cTn id="67" dur="500" fill="hold"/>
                                        <p:tgtEl>
                                          <p:spTgt spid="48"/>
                                        </p:tgtEl>
                                        <p:attrNameLst>
                                          <p:attrName>ppt_x</p:attrName>
                                        </p:attrNameLst>
                                      </p:cBhvr>
                                      <p:tavLst>
                                        <p:tav tm="0">
                                          <p:val>
                                            <p:strVal val="1+#ppt_w/2"/>
                                          </p:val>
                                        </p:tav>
                                        <p:tav tm="100000">
                                          <p:val>
                                            <p:strVal val="#ppt_x"/>
                                          </p:val>
                                        </p:tav>
                                      </p:tavLst>
                                    </p:anim>
                                    <p:anim calcmode="lin" valueType="num">
                                      <p:cBhvr additive="base">
                                        <p:cTn id="68" dur="500" fill="hold"/>
                                        <p:tgtEl>
                                          <p:spTgt spid="48"/>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 calcmode="lin" valueType="num">
                                      <p:cBhvr additive="base">
                                        <p:cTn id="71" dur="500" fill="hold"/>
                                        <p:tgtEl>
                                          <p:spTgt spid="47"/>
                                        </p:tgtEl>
                                        <p:attrNameLst>
                                          <p:attrName>ppt_x</p:attrName>
                                        </p:attrNameLst>
                                      </p:cBhvr>
                                      <p:tavLst>
                                        <p:tav tm="0">
                                          <p:val>
                                            <p:strVal val="1+#ppt_w/2"/>
                                          </p:val>
                                        </p:tav>
                                        <p:tav tm="100000">
                                          <p:val>
                                            <p:strVal val="#ppt_x"/>
                                          </p:val>
                                        </p:tav>
                                      </p:tavLst>
                                    </p:anim>
                                    <p:anim calcmode="lin" valueType="num">
                                      <p:cBhvr additive="base">
                                        <p:cTn id="72" dur="500" fill="hold"/>
                                        <p:tgtEl>
                                          <p:spTgt spid="47"/>
                                        </p:tgtEl>
                                        <p:attrNameLst>
                                          <p:attrName>ppt_y</p:attrName>
                                        </p:attrNameLst>
                                      </p:cBhvr>
                                      <p:tavLst>
                                        <p:tav tm="0">
                                          <p:val>
                                            <p:strVal val="#ppt_y"/>
                                          </p:val>
                                        </p:tav>
                                        <p:tav tm="100000">
                                          <p:val>
                                            <p:strVal val="#ppt_y"/>
                                          </p:val>
                                        </p:tav>
                                      </p:tavLst>
                                    </p:anim>
                                  </p:childTnLst>
                                </p:cTn>
                              </p:par>
                            </p:childTnLst>
                          </p:cTn>
                        </p:par>
                        <p:par>
                          <p:cTn id="73" fill="hold">
                            <p:stCondLst>
                              <p:cond delay="5000"/>
                            </p:stCondLst>
                            <p:childTnLst>
                              <p:par>
                                <p:cTn id="74" presetID="2" presetClass="entr" presetSubtype="4" fill="hold" grpId="0" nodeType="afterEffect">
                                  <p:stCondLst>
                                    <p:cond delay="0"/>
                                  </p:stCondLst>
                                  <p:childTnLst>
                                    <p:set>
                                      <p:cBhvr>
                                        <p:cTn id="75" dur="1" fill="hold">
                                          <p:stCondLst>
                                            <p:cond delay="0"/>
                                          </p:stCondLst>
                                        </p:cTn>
                                        <p:tgtEl>
                                          <p:spTgt spid="4"/>
                                        </p:tgtEl>
                                        <p:attrNameLst>
                                          <p:attrName>style.visibility</p:attrName>
                                        </p:attrNameLst>
                                      </p:cBhvr>
                                      <p:to>
                                        <p:strVal val="visible"/>
                                      </p:to>
                                    </p:set>
                                    <p:anim calcmode="lin" valueType="num">
                                      <p:cBhvr additive="base">
                                        <p:cTn id="76" dur="500" fill="hold"/>
                                        <p:tgtEl>
                                          <p:spTgt spid="4"/>
                                        </p:tgtEl>
                                        <p:attrNameLst>
                                          <p:attrName>ppt_x</p:attrName>
                                        </p:attrNameLst>
                                      </p:cBhvr>
                                      <p:tavLst>
                                        <p:tav tm="0">
                                          <p:val>
                                            <p:strVal val="#ppt_x"/>
                                          </p:val>
                                        </p:tav>
                                        <p:tav tm="100000">
                                          <p:val>
                                            <p:strVal val="#ppt_x"/>
                                          </p:val>
                                        </p:tav>
                                      </p:tavLst>
                                    </p:anim>
                                    <p:anim calcmode="lin" valueType="num">
                                      <p:cBhvr additive="base">
                                        <p:cTn id="77" dur="500" fill="hold"/>
                                        <p:tgtEl>
                                          <p:spTgt spid="4"/>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5">
                                            <p:txEl>
                                              <p:pRg st="0" end="0"/>
                                            </p:txEl>
                                          </p:spTgt>
                                        </p:tgtEl>
                                        <p:attrNameLst>
                                          <p:attrName>style.visibility</p:attrName>
                                        </p:attrNameLst>
                                      </p:cBhvr>
                                      <p:to>
                                        <p:strVal val="visible"/>
                                      </p:to>
                                    </p:set>
                                    <p:anim calcmode="lin" valueType="num">
                                      <p:cBhvr additive="base">
                                        <p:cTn id="80"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3" grpId="0" animBg="1">
        <p:tmplLst>
          <p:tmpl>
            <p:tnLst>
              <p:par>
                <p:cTn presetID="10"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31" grpId="0" build="p">
        <p:tmplLst>
          <p:tmpl lvl="1">
            <p:tnLst>
              <p:par>
                <p:cTn presetID="10" presetClass="entr" presetSubtype="0" fill="hold" nodeType="withEffect">
                  <p:stCondLst>
                    <p:cond delay="1000"/>
                  </p:stCondLst>
                  <p:childTnLst>
                    <p:set>
                      <p:cBhvr>
                        <p:cTn dur="1" fill="hold">
                          <p:stCondLst>
                            <p:cond delay="0"/>
                          </p:stCondLst>
                        </p:cTn>
                        <p:tgtEl>
                          <p:spTgt spid="31"/>
                        </p:tgtEl>
                        <p:attrNameLst>
                          <p:attrName>style.visibility</p:attrName>
                        </p:attrNameLst>
                      </p:cBhvr>
                      <p:to>
                        <p:strVal val="visible"/>
                      </p:to>
                    </p:set>
                    <p:animEffect transition="in" filter="fade">
                      <p:cBhvr>
                        <p:cTn dur="1000"/>
                        <p:tgtEl>
                          <p:spTgt spid="31"/>
                        </p:tgtEl>
                      </p:cBhvr>
                    </p:animEffect>
                  </p:childTnLst>
                </p:cTn>
              </p:par>
            </p:tnLst>
          </p:tmpl>
        </p:tmplLst>
      </p:bldP>
      <p:bldP spid="36" grpId="0">
        <p:tmplLst>
          <p:tmpl>
            <p:tnLst>
              <p:par>
                <p:cTn presetID="2" presetClass="entr" presetSubtype="8" fill="hold" nodeType="with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ppt_y"/>
                          </p:val>
                        </p:tav>
                        <p:tav tm="100000">
                          <p:val>
                            <p:strVal val="#ppt_y"/>
                          </p:val>
                        </p:tav>
                      </p:tavLst>
                    </p:anim>
                  </p:childTnLst>
                </p:cTn>
              </p:par>
            </p:tnLst>
          </p:tmpl>
        </p:tmplLst>
      </p:bldP>
      <p:bldP spid="37" grpId="0">
        <p:tmplLst>
          <p:tmpl>
            <p:tnLst>
              <p:par>
                <p:cTn presetID="2" presetClass="entr" presetSubtype="8" fill="hold" nodeType="withEffect">
                  <p:stCondLst>
                    <p:cond delay="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0-#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p:tmplLst>
          <p:tmpl>
            <p:tnLst>
              <p:par>
                <p:cTn presetID="2" presetClass="entr" presetSubtype="8" fill="hold" nodeType="with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0-#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40" grpId="0">
        <p:tmplLst>
          <p:tmpl>
            <p:tnLst>
              <p:par>
                <p:cTn presetID="2" presetClass="entr" presetSubtype="8" fill="hold" nodeType="withEffect">
                  <p:stCondLst>
                    <p:cond delay="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0-#ppt_w/2"/>
                          </p:val>
                        </p:tav>
                        <p:tav tm="100000">
                          <p:val>
                            <p:strVal val="#ppt_x"/>
                          </p:val>
                        </p:tav>
                      </p:tavLst>
                    </p:anim>
                    <p:anim calcmode="lin" valueType="num">
                      <p:cBhvr additive="base">
                        <p:cTn dur="500" fill="hold"/>
                        <p:tgtEl>
                          <p:spTgt spid="40"/>
                        </p:tgtEl>
                        <p:attrNameLst>
                          <p:attrName>ppt_y</p:attrName>
                        </p:attrNameLst>
                      </p:cBhvr>
                      <p:tavLst>
                        <p:tav tm="0">
                          <p:val>
                            <p:strVal val="#ppt_y"/>
                          </p:val>
                        </p:tav>
                        <p:tav tm="100000">
                          <p:val>
                            <p:strVal val="#ppt_y"/>
                          </p:val>
                        </p:tav>
                      </p:tavLst>
                    </p:anim>
                  </p:childTnLst>
                </p:cTn>
              </p:par>
            </p:tnLst>
          </p:tmpl>
        </p:tmplLst>
      </p:bldP>
      <p:bldP spid="45" grpId="0">
        <p:tmplLst>
          <p:tmpl>
            <p:tnLst>
              <p:par>
                <p:cTn presetID="2" presetClass="entr" presetSubtype="2" fill="hold" nodeType="with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P spid="46" grpId="0">
        <p:tmplLst>
          <p:tmpl>
            <p:tnLst>
              <p:par>
                <p:cTn presetID="2" presetClass="entr" presetSubtype="2" fill="hold" nodeType="with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1+#ppt_w/2"/>
                          </p:val>
                        </p:tav>
                        <p:tav tm="100000">
                          <p:val>
                            <p:strVal val="#ppt_x"/>
                          </p:val>
                        </p:tav>
                      </p:tavLst>
                    </p:anim>
                    <p:anim calcmode="lin" valueType="num">
                      <p:cBhvr additive="base">
                        <p:cTn dur="500" fill="hold"/>
                        <p:tgtEl>
                          <p:spTgt spid="46"/>
                        </p:tgtEl>
                        <p:attrNameLst>
                          <p:attrName>ppt_y</p:attrName>
                        </p:attrNameLst>
                      </p:cBhvr>
                      <p:tavLst>
                        <p:tav tm="0">
                          <p:val>
                            <p:strVal val="#ppt_y"/>
                          </p:val>
                        </p:tav>
                        <p:tav tm="100000">
                          <p:val>
                            <p:strVal val="#ppt_y"/>
                          </p:val>
                        </p:tav>
                      </p:tavLst>
                    </p:anim>
                  </p:childTnLst>
                </p:cTn>
              </p:par>
            </p:tnLst>
          </p:tmpl>
        </p:tmplLst>
      </p:bldP>
      <p:bldP spid="47" grpId="0">
        <p:tmplLst>
          <p:tmpl>
            <p:tnLst>
              <p:par>
                <p:cTn presetID="2" presetClass="entr" presetSubtype="2" fill="hold" nodeType="with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p:tmplLst>
          <p:tmpl>
            <p:tnLst>
              <p:par>
                <p:cTn presetID="2" presetClass="entr" presetSubtype="2"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1+#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3" grpId="0"/>
      <p:bldP spid="4" grpId="0" animBg="1"/>
      <p:bldP spid="5" grpId="0" build="p">
        <p:tmplLst>
          <p:tmpl lvl="1">
            <p:tnLst>
              <p:par>
                <p:cTn presetID="2" presetClass="entr" presetSubtype="4" fill="hold" nodeType="with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Lst>
      </p:bldP>
      <p:bldP spid="9" grpId="0" animBg="1"/>
    </p:bld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Activity Dark Blue">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3451" y="-2647950"/>
            <a:ext cx="508000" cy="7454900"/>
          </a:xfrm>
          <a:prstGeom prst="rect">
            <a:avLst/>
          </a:prstGeom>
          <a:gradFill>
            <a:gsLst>
              <a:gs pos="100000">
                <a:schemeClr val="accent5">
                  <a:lumMod val="25000"/>
                </a:schemeClr>
              </a:gs>
              <a:gs pos="35000">
                <a:srgbClr val="085269">
                  <a:alpha val="41000"/>
                </a:srgbClr>
              </a:gs>
              <a:gs pos="6000">
                <a:srgbClr val="085269"/>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8" y="208285"/>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Activity Type</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9" y="828942"/>
            <a:ext cx="4162084" cy="504558"/>
          </a:xfrm>
          <a:prstGeom prst="rect">
            <a:avLst/>
          </a:prstGeom>
        </p:spPr>
        <p:txBody>
          <a:bodyPr lIns="0" tIns="0" rIns="0" bIns="0" anchor="ctr"/>
          <a:lstStyle>
            <a:lvl1pPr marL="0" indent="0">
              <a:buFontTx/>
              <a:buNone/>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4" y="1587501"/>
            <a:ext cx="4183388" cy="3157220"/>
          </a:xfrm>
          <a:prstGeom prst="rect">
            <a:avLst/>
          </a:prstGeom>
        </p:spPr>
        <p:txBody>
          <a:bodyPr lIns="0" tIns="0" rIns="0" bIns="0" numCol="1" spcCol="457200" anchor="t"/>
          <a:lstStyle>
            <a:lvl1pPr marL="0" indent="0">
              <a:lnSpc>
                <a:spcPct val="110000"/>
              </a:lnSpc>
              <a:spcBef>
                <a:spcPts val="375"/>
              </a:spcBef>
              <a:spcAft>
                <a:spcPts val="150"/>
              </a:spcAft>
              <a:buNone/>
              <a:defRPr sz="1400">
                <a:latin typeface="Verdana" panose="020B0604030504040204" pitchFamily="34" charset="0"/>
              </a:defRPr>
            </a:lvl1pPr>
          </a:lstStyle>
          <a:p>
            <a:pPr marL="0" indent="0">
              <a:spcBef>
                <a:spcPts val="500"/>
              </a:spcBef>
              <a:spcAft>
                <a:spcPts val="200"/>
              </a:spcAft>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a:t>
            </a:r>
            <a:r>
              <a:rPr lang="en-US" dirty="0" err="1"/>
              <a:t>luctus</a:t>
            </a:r>
            <a:r>
              <a:rPr lang="en-US" dirty="0"/>
              <a:t> a,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 Aenean </a:t>
            </a:r>
            <a:r>
              <a:rPr lang="en-US" dirty="0" err="1"/>
              <a:t>aliquet</a:t>
            </a:r>
            <a:r>
              <a:rPr lang="en-US" dirty="0"/>
              <a:t> </a:t>
            </a:r>
            <a:r>
              <a:rPr lang="en-US" dirty="0" err="1"/>
              <a:t>est</a:t>
            </a:r>
            <a:r>
              <a:rPr lang="en-US" dirty="0"/>
              <a:t> </a:t>
            </a:r>
            <a:r>
              <a:rPr lang="en-US" dirty="0" err="1"/>
              <a:t>elit</a:t>
            </a:r>
            <a:r>
              <a:rPr lang="en-US" dirty="0"/>
              <a:t>, sed </a:t>
            </a:r>
            <a:r>
              <a:rPr lang="en-US" dirty="0" err="1"/>
              <a:t>dapibus</a:t>
            </a:r>
            <a:r>
              <a:rPr lang="en-US" dirty="0"/>
              <a:t> </a:t>
            </a:r>
            <a:r>
              <a:rPr lang="en-US" dirty="0" err="1"/>
              <a:t>odio</a:t>
            </a:r>
            <a:r>
              <a:rPr lang="en-US" dirty="0"/>
              <a:t> pulvinar sit </a:t>
            </a:r>
            <a:r>
              <a:rPr lang="en-US" dirty="0" err="1"/>
              <a:t>amet</a:t>
            </a:r>
            <a:r>
              <a:rPr lang="en-US" dirty="0"/>
              <a:t>. </a:t>
            </a:r>
            <a:r>
              <a:rPr lang="en-US" dirty="0" err="1"/>
              <a:t>Suspendisse</a:t>
            </a:r>
            <a:r>
              <a:rPr lang="en-US" dirty="0"/>
              <a:t> </a:t>
            </a:r>
            <a:r>
              <a:rPr lang="en-US" dirty="0" err="1"/>
              <a:t>blandit</a:t>
            </a:r>
            <a:r>
              <a:rPr lang="en-US" dirty="0"/>
              <a:t> </a:t>
            </a:r>
            <a:r>
              <a:rPr lang="en-US" dirty="0" err="1"/>
              <a:t>nulla</a:t>
            </a:r>
            <a:r>
              <a:rPr lang="en-US" dirty="0"/>
              <a:t> non </a:t>
            </a:r>
            <a:r>
              <a:rPr lang="en-US" dirty="0" err="1"/>
              <a:t>tristique</a:t>
            </a:r>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9" y="365227"/>
            <a:ext cx="1367327" cy="1367327"/>
          </a:xfrm>
          <a:prstGeom prst="ellipse">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234417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1000"/>
                        <p:tgtEl>
                          <p:spTgt spid="6"/>
                        </p:tgtEl>
                      </p:cBhvr>
                    </p:animEffect>
                  </p:childTnLst>
                </p:cTn>
              </p:par>
            </p:tnLst>
          </p:tmpl>
        </p:tmplLst>
      </p:bldP>
    </p:bld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Activity Red">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3451" y="-2647950"/>
            <a:ext cx="508000" cy="7454900"/>
          </a:xfrm>
          <a:prstGeom prst="rect">
            <a:avLst/>
          </a:prstGeom>
          <a:gradFill>
            <a:gsLst>
              <a:gs pos="85000">
                <a:srgbClr val="94130E"/>
              </a:gs>
              <a:gs pos="27000">
                <a:srgbClr val="94130E">
                  <a:alpha val="57008"/>
                </a:srgbClr>
              </a:gs>
              <a:gs pos="7000">
                <a:srgbClr val="94130E"/>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8" y="208285"/>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Activity Type</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9" y="828942"/>
            <a:ext cx="4162084" cy="504558"/>
          </a:xfrm>
          <a:prstGeom prst="rect">
            <a:avLst/>
          </a:prstGeom>
        </p:spPr>
        <p:txBody>
          <a:bodyPr lIns="0" tIns="0" rIns="0" bIns="0" anchor="ctr"/>
          <a:lstStyle>
            <a:lvl1pPr marL="0" indent="0">
              <a:buFontTx/>
              <a:buNone/>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4" y="1587501"/>
            <a:ext cx="4183388" cy="3157220"/>
          </a:xfrm>
          <a:prstGeom prst="rect">
            <a:avLst/>
          </a:prstGeom>
        </p:spPr>
        <p:txBody>
          <a:bodyPr lIns="0" tIns="0" rIns="0" bIns="0" numCol="1" spcCol="457200" anchor="t"/>
          <a:lstStyle>
            <a:lvl1pPr marL="0" indent="0">
              <a:lnSpc>
                <a:spcPct val="110000"/>
              </a:lnSpc>
              <a:spcBef>
                <a:spcPts val="375"/>
              </a:spcBef>
              <a:spcAft>
                <a:spcPts val="150"/>
              </a:spcAft>
              <a:buNone/>
              <a:defRPr sz="1400">
                <a:latin typeface="Verdana" panose="020B0604030504040204" pitchFamily="34" charset="0"/>
              </a:defRPr>
            </a:lvl1pPr>
          </a:lstStyle>
          <a:p>
            <a:pPr marL="0" indent="0">
              <a:spcBef>
                <a:spcPts val="500"/>
              </a:spcBef>
              <a:spcAft>
                <a:spcPts val="200"/>
              </a:spcAft>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a:t>
            </a:r>
            <a:r>
              <a:rPr lang="en-US" dirty="0" err="1"/>
              <a:t>luctus</a:t>
            </a:r>
            <a:r>
              <a:rPr lang="en-US" dirty="0"/>
              <a:t> a, </a:t>
            </a:r>
            <a:r>
              <a:rPr lang="en-US" dirty="0" err="1"/>
              <a:t>scelerisque</a:t>
            </a:r>
            <a:r>
              <a:rPr lang="en-US" dirty="0"/>
              <a:t> </a:t>
            </a:r>
            <a:r>
              <a:rPr lang="en-US" dirty="0" err="1"/>
              <a:t>ut</a:t>
            </a:r>
            <a:r>
              <a:rPr lang="en-US" dirty="0"/>
              <a:t> ex. Sed </a:t>
            </a:r>
            <a:r>
              <a:rPr lang="en-US" dirty="0" err="1"/>
              <a:t>sed</a:t>
            </a:r>
            <a:r>
              <a:rPr lang="en-US" dirty="0"/>
              <a:t>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 Aenean </a:t>
            </a:r>
            <a:r>
              <a:rPr lang="en-US" dirty="0" err="1"/>
              <a:t>aliquet</a:t>
            </a:r>
            <a:r>
              <a:rPr lang="en-US" dirty="0"/>
              <a:t> </a:t>
            </a:r>
            <a:r>
              <a:rPr lang="en-US" dirty="0" err="1"/>
              <a:t>est</a:t>
            </a:r>
            <a:r>
              <a:rPr lang="en-US" dirty="0"/>
              <a:t> </a:t>
            </a:r>
            <a:r>
              <a:rPr lang="en-US" dirty="0" err="1"/>
              <a:t>elit</a:t>
            </a:r>
            <a:r>
              <a:rPr lang="en-US" dirty="0"/>
              <a:t>, sed </a:t>
            </a:r>
            <a:r>
              <a:rPr lang="en-US" dirty="0" err="1"/>
              <a:t>dapibus</a:t>
            </a:r>
            <a:r>
              <a:rPr lang="en-US" dirty="0"/>
              <a:t> </a:t>
            </a:r>
            <a:r>
              <a:rPr lang="en-US" dirty="0" err="1"/>
              <a:t>odio</a:t>
            </a:r>
            <a:r>
              <a:rPr lang="en-US" dirty="0"/>
              <a:t> pulvinar sit </a:t>
            </a:r>
            <a:r>
              <a:rPr lang="en-US" dirty="0" err="1"/>
              <a:t>amet</a:t>
            </a:r>
            <a:r>
              <a:rPr lang="en-US" dirty="0"/>
              <a:t>. </a:t>
            </a:r>
            <a:r>
              <a:rPr lang="en-US" dirty="0" err="1"/>
              <a:t>Suspendisse</a:t>
            </a:r>
            <a:r>
              <a:rPr lang="en-US" dirty="0"/>
              <a:t> </a:t>
            </a:r>
            <a:r>
              <a:rPr lang="en-US" dirty="0" err="1"/>
              <a:t>blandit</a:t>
            </a:r>
            <a:r>
              <a:rPr lang="en-US" dirty="0"/>
              <a:t> </a:t>
            </a:r>
            <a:r>
              <a:rPr lang="en-US" dirty="0" err="1"/>
              <a:t>nulla</a:t>
            </a:r>
            <a:r>
              <a:rPr lang="en-US" dirty="0"/>
              <a:t> non </a:t>
            </a:r>
            <a:r>
              <a:rPr lang="en-US" dirty="0" err="1"/>
              <a:t>tristique</a:t>
            </a:r>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9" y="365227"/>
            <a:ext cx="1367327" cy="1367327"/>
          </a:xfrm>
          <a:prstGeom prst="ellipse">
            <a:avLst/>
          </a:prstGeom>
          <a:solidFill>
            <a:srgbClr val="9413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187295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1000"/>
                        <p:tgtEl>
                          <p:spTgt spid="6"/>
                        </p:tgtEl>
                      </p:cBhvr>
                    </p:animEffect>
                  </p:childTnLst>
                </p:cTn>
              </p:par>
            </p:tnLst>
          </p:tmpl>
        </p:tmplLst>
      </p:bldP>
    </p:bld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Activity Green">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3451" y="-2647950"/>
            <a:ext cx="508000" cy="7454900"/>
          </a:xfrm>
          <a:prstGeom prst="rect">
            <a:avLst/>
          </a:prstGeom>
          <a:gradFill>
            <a:gsLst>
              <a:gs pos="75000">
                <a:srgbClr val="009487"/>
              </a:gs>
              <a:gs pos="36000">
                <a:srgbClr val="009487">
                  <a:alpha val="40740"/>
                </a:srgbClr>
              </a:gs>
              <a:gs pos="0">
                <a:srgbClr val="009487"/>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8" y="208285"/>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Activity Type</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9" y="828942"/>
            <a:ext cx="4162084" cy="504558"/>
          </a:xfrm>
          <a:prstGeom prst="rect">
            <a:avLst/>
          </a:prstGeom>
        </p:spPr>
        <p:txBody>
          <a:bodyPr lIns="0" tIns="0" rIns="0" bIns="0" anchor="ctr"/>
          <a:lstStyle>
            <a:lvl1pPr marL="0" indent="0">
              <a:buFontTx/>
              <a:buNone/>
              <a:defRPr sz="1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4" y="1587501"/>
            <a:ext cx="4183388" cy="3157220"/>
          </a:xfrm>
          <a:prstGeom prst="rect">
            <a:avLst/>
          </a:prstGeom>
        </p:spPr>
        <p:txBody>
          <a:bodyPr lIns="0" tIns="0" rIns="0" bIns="0" numCol="1" spcCol="457200" anchor="t"/>
          <a:lstStyle>
            <a:lvl1pPr marL="0" indent="0">
              <a:lnSpc>
                <a:spcPct val="110000"/>
              </a:lnSpc>
              <a:spcBef>
                <a:spcPts val="375"/>
              </a:spcBef>
              <a:spcAft>
                <a:spcPts val="150"/>
              </a:spcAft>
              <a:buNone/>
              <a:defRPr sz="1400">
                <a:latin typeface="Verdana" panose="020B0604030504040204" pitchFamily="34" charset="0"/>
              </a:defRPr>
            </a:lvl1pPr>
          </a:lstStyle>
          <a:p>
            <a:pPr marL="0" indent="0">
              <a:spcBef>
                <a:spcPts val="500"/>
              </a:spcBef>
              <a:spcAft>
                <a:spcPts val="200"/>
              </a:spcAft>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a:t>
            </a:r>
            <a:r>
              <a:rPr lang="en-US" dirty="0" err="1"/>
              <a:t>luctus</a:t>
            </a:r>
            <a:r>
              <a:rPr lang="en-US" dirty="0"/>
              <a:t> a,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 Aenean </a:t>
            </a:r>
            <a:r>
              <a:rPr lang="en-US" dirty="0" err="1"/>
              <a:t>aliquet</a:t>
            </a:r>
            <a:r>
              <a:rPr lang="en-US" dirty="0"/>
              <a:t> </a:t>
            </a:r>
            <a:r>
              <a:rPr lang="en-US" dirty="0" err="1"/>
              <a:t>est</a:t>
            </a:r>
            <a:r>
              <a:rPr lang="en-US" dirty="0"/>
              <a:t> </a:t>
            </a:r>
            <a:r>
              <a:rPr lang="en-US" dirty="0" err="1"/>
              <a:t>elit</a:t>
            </a:r>
            <a:r>
              <a:rPr lang="en-US" dirty="0"/>
              <a:t>, sed </a:t>
            </a:r>
            <a:r>
              <a:rPr lang="en-US" dirty="0" err="1"/>
              <a:t>dapibus</a:t>
            </a:r>
            <a:r>
              <a:rPr lang="en-US" dirty="0"/>
              <a:t> </a:t>
            </a:r>
            <a:r>
              <a:rPr lang="en-US" dirty="0" err="1"/>
              <a:t>odio</a:t>
            </a:r>
            <a:r>
              <a:rPr lang="en-US" dirty="0"/>
              <a:t> pulvinar sit </a:t>
            </a:r>
            <a:r>
              <a:rPr lang="en-US" dirty="0" err="1"/>
              <a:t>amet</a:t>
            </a:r>
            <a:r>
              <a:rPr lang="en-US" dirty="0"/>
              <a:t>. </a:t>
            </a:r>
            <a:r>
              <a:rPr lang="en-US" dirty="0" err="1"/>
              <a:t>Suspendisse</a:t>
            </a:r>
            <a:r>
              <a:rPr lang="en-US" dirty="0"/>
              <a:t> </a:t>
            </a:r>
            <a:r>
              <a:rPr lang="en-US" dirty="0" err="1"/>
              <a:t>blandit</a:t>
            </a:r>
            <a:r>
              <a:rPr lang="en-US" dirty="0"/>
              <a:t> </a:t>
            </a:r>
            <a:r>
              <a:rPr lang="en-US" dirty="0" err="1"/>
              <a:t>nulla</a:t>
            </a:r>
            <a:r>
              <a:rPr lang="en-US" dirty="0"/>
              <a:t> non </a:t>
            </a:r>
            <a:r>
              <a:rPr lang="en-US" dirty="0" err="1"/>
              <a:t>tristique</a:t>
            </a:r>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9" y="365227"/>
            <a:ext cx="1367327" cy="1367327"/>
          </a:xfrm>
          <a:prstGeom prst="ellipse">
            <a:avLst/>
          </a:prstGeom>
          <a:solidFill>
            <a:srgbClr val="009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49343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1000"/>
                        <p:tgtEl>
                          <p:spTgt spid="6"/>
                        </p:tgtEl>
                      </p:cBhvr>
                    </p:animEffect>
                  </p:childTnLst>
                </p:cTn>
              </p:par>
            </p:tnLst>
          </p:tmpl>
        </p:tmplLst>
      </p:bldP>
    </p:bld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Activity Light Blue">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8836" y="-2653336"/>
            <a:ext cx="508000" cy="7465671"/>
          </a:xfrm>
          <a:prstGeom prst="rect">
            <a:avLst/>
          </a:prstGeom>
          <a:gradFill>
            <a:gsLst>
              <a:gs pos="73000">
                <a:srgbClr val="9EE3F8"/>
              </a:gs>
              <a:gs pos="36000">
                <a:schemeClr val="accent5">
                  <a:lumMod val="90000"/>
                  <a:alpha val="32880"/>
                </a:schemeClr>
              </a:gs>
              <a:gs pos="0">
                <a:schemeClr val="accent5">
                  <a:lumMod val="9000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marL="0" marR="0" lvl="0" indent="0" algn="ctr" defTabSz="717929" rtl="0" eaLnBrk="0" fontAlgn="base" latinLnBrk="0" hangingPunct="0">
              <a:lnSpc>
                <a:spcPct val="100000"/>
              </a:lnSpc>
              <a:spcBef>
                <a:spcPct val="0"/>
              </a:spcBef>
              <a:spcAft>
                <a:spcPct val="0"/>
              </a:spcAft>
              <a:buClrTx/>
              <a:buSzTx/>
              <a:buFontTx/>
              <a:buNone/>
              <a:tabLst/>
              <a:defRPr/>
            </a:pPr>
            <a:endParaRPr kumimoji="0" lang="fr-FR" sz="1800" b="1" i="0" u="none" strike="noStrike" kern="1200" cap="none" spc="0" normalizeH="0" baseline="0" noProof="0" dirty="0">
              <a:ln>
                <a:noFill/>
              </a:ln>
              <a:solidFill>
                <a:srgbClr val="FFFFFF"/>
              </a:solidFill>
              <a:effectLst/>
              <a:uLnTx/>
              <a:uFillTx/>
              <a:latin typeface="Verdana"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8" y="208285"/>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Activity Type</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9" y="828942"/>
            <a:ext cx="4162084" cy="504558"/>
          </a:xfrm>
          <a:prstGeom prst="rect">
            <a:avLst/>
          </a:prstGeom>
        </p:spPr>
        <p:txBody>
          <a:bodyPr lIns="0" tIns="0" rIns="0" bIns="0" anchor="ctr"/>
          <a:lstStyle>
            <a:lvl1pPr marL="0" indent="0">
              <a:buFontTx/>
              <a:buNone/>
              <a:defRPr sz="1600" b="1"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342875" indent="0">
              <a:buNone/>
              <a:defRPr/>
            </a:lvl2pPr>
          </a:lstStyle>
          <a:p>
            <a:pPr lvl="0"/>
            <a:r>
              <a:rPr lang="en-US" dirty="0"/>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2" y="1587501"/>
            <a:ext cx="4205691" cy="3157220"/>
          </a:xfrm>
          <a:prstGeom prst="rect">
            <a:avLst/>
          </a:prstGeom>
        </p:spPr>
        <p:txBody>
          <a:bodyPr lIns="0" tIns="0" rIns="0" bIns="0" numCol="1" spcCol="457200" anchor="t"/>
          <a:lstStyle>
            <a:lvl1pPr marL="0" indent="0">
              <a:lnSpc>
                <a:spcPct val="110000"/>
              </a:lnSpc>
              <a:spcBef>
                <a:spcPts val="375"/>
              </a:spcBef>
              <a:spcAft>
                <a:spcPts val="150"/>
              </a:spcAft>
              <a:buNone/>
              <a:defRPr sz="1400">
                <a:latin typeface="Verdana" panose="020B0604030504040204" pitchFamily="34" charset="0"/>
              </a:defRPr>
            </a:lvl1pPr>
          </a:lstStyle>
          <a:p>
            <a:pPr marL="0" indent="0">
              <a:spcBef>
                <a:spcPts val="500"/>
              </a:spcBef>
              <a:spcAft>
                <a:spcPts val="200"/>
              </a:spcAft>
              <a:buNone/>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leo</a:t>
            </a:r>
            <a:r>
              <a:rPr lang="en-US" dirty="0"/>
              <a:t>, </a:t>
            </a:r>
            <a:r>
              <a:rPr lang="en-US" dirty="0" err="1"/>
              <a:t>ullamcorper</a:t>
            </a:r>
            <a:r>
              <a:rPr lang="en-US" dirty="0"/>
              <a:t> ac </a:t>
            </a:r>
            <a:r>
              <a:rPr lang="en-US" dirty="0" err="1"/>
              <a:t>luctus</a:t>
            </a:r>
            <a:r>
              <a:rPr lang="en-US" dirty="0"/>
              <a:t> a,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 Aenean </a:t>
            </a:r>
            <a:r>
              <a:rPr lang="en-US" dirty="0" err="1"/>
              <a:t>aliquet</a:t>
            </a:r>
            <a:r>
              <a:rPr lang="en-US" dirty="0"/>
              <a:t> </a:t>
            </a:r>
            <a:r>
              <a:rPr lang="en-US" dirty="0" err="1"/>
              <a:t>est</a:t>
            </a:r>
            <a:r>
              <a:rPr lang="en-US" dirty="0"/>
              <a:t> </a:t>
            </a:r>
            <a:r>
              <a:rPr lang="en-US" dirty="0" err="1"/>
              <a:t>elit</a:t>
            </a:r>
            <a:r>
              <a:rPr lang="en-US" dirty="0"/>
              <a:t>, sed </a:t>
            </a:r>
            <a:r>
              <a:rPr lang="en-US" dirty="0" err="1"/>
              <a:t>dapibus</a:t>
            </a:r>
            <a:r>
              <a:rPr lang="en-US" dirty="0"/>
              <a:t> </a:t>
            </a:r>
            <a:r>
              <a:rPr lang="en-US" dirty="0" err="1"/>
              <a:t>odio</a:t>
            </a:r>
            <a:r>
              <a:rPr lang="en-US" dirty="0"/>
              <a:t> pulvinar sit </a:t>
            </a:r>
            <a:r>
              <a:rPr lang="en-US" dirty="0" err="1"/>
              <a:t>amet</a:t>
            </a:r>
            <a:r>
              <a:rPr lang="en-US" dirty="0"/>
              <a:t>. </a:t>
            </a:r>
            <a:r>
              <a:rPr lang="en-US" dirty="0" err="1"/>
              <a:t>Suspendisse</a:t>
            </a:r>
            <a:r>
              <a:rPr lang="en-US" dirty="0"/>
              <a:t> </a:t>
            </a:r>
            <a:r>
              <a:rPr lang="en-US" dirty="0" err="1"/>
              <a:t>blandit</a:t>
            </a:r>
            <a:r>
              <a:rPr lang="en-US" dirty="0"/>
              <a:t> </a:t>
            </a:r>
            <a:r>
              <a:rPr lang="en-US" dirty="0" err="1"/>
              <a:t>nulla</a:t>
            </a:r>
            <a:r>
              <a:rPr lang="en-US" dirty="0"/>
              <a:t> non </a:t>
            </a:r>
            <a:r>
              <a:rPr lang="en-US" dirty="0" err="1"/>
              <a:t>tristique</a:t>
            </a:r>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9" y="365227"/>
            <a:ext cx="1367327" cy="1367327"/>
          </a:xfrm>
          <a:prstGeom prst="ellipse">
            <a:avLst/>
          </a:prstGeom>
          <a:solidFill>
            <a:srgbClr val="9EE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2723948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1000"/>
                        <p:tgtEl>
                          <p:spTgt spid="6"/>
                        </p:tgtEl>
                      </p:cBhvr>
                    </p:animEffect>
                  </p:childTnLst>
                </p:cTn>
              </p:par>
            </p:tnLst>
          </p:tmpl>
        </p:tmplLst>
      </p:bldP>
    </p:bld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Picture 2" descr="A blue rectangle with white lines&#10;&#10;Description automatically generated">
            <a:extLst>
              <a:ext uri="{FF2B5EF4-FFF2-40B4-BE49-F238E27FC236}">
                <a16:creationId xmlns:a16="http://schemas.microsoft.com/office/drawing/2014/main" id="{9140A8C4-44ED-1E5D-D556-53FE4F62C35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7649" r="2252" b="15904"/>
          <a:stretch/>
        </p:blipFill>
        <p:spPr>
          <a:xfrm>
            <a:off x="0" y="0"/>
            <a:ext cx="8771860" cy="5143500"/>
          </a:xfrm>
          <a:prstGeom prst="rect">
            <a:avLst/>
          </a:prstGeom>
        </p:spPr>
      </p:pic>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1117600" y="1455999"/>
            <a:ext cx="6388100" cy="1439602"/>
          </a:xfrm>
          <a:prstGeom prst="rect">
            <a:avLst/>
          </a:prstGeom>
        </p:spPr>
        <p:txBody>
          <a:bodyPr lIns="0" tIns="0" rIns="0" bIns="0"/>
          <a:lstStyle>
            <a:lvl1pPr marL="0" indent="0" algn="l">
              <a:lnSpc>
                <a:spcPct val="100000"/>
              </a:lnSpc>
              <a:spcBef>
                <a:spcPts val="500"/>
              </a:spcBef>
              <a:spcAft>
                <a:spcPts val="0"/>
              </a:spcAft>
              <a:buFontTx/>
              <a:buNone/>
              <a:tabLst/>
              <a:defRPr sz="1400" b="1" i="1">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br>
              <a:rPr lang="en-US" dirty="0"/>
            </a:b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br>
              <a:rPr lang="en-US" dirty="0"/>
            </a:br>
            <a:r>
              <a:rPr lang="en-US" dirty="0"/>
              <a:t>  </a:t>
            </a:r>
            <a:r>
              <a:rPr lang="en-US" dirty="0" err="1"/>
              <a:t>aucibus</a:t>
            </a:r>
            <a:r>
              <a:rPr lang="en-US" dirty="0"/>
              <a:t>.</a:t>
            </a:r>
          </a:p>
          <a:p>
            <a:pPr marL="0" marR="0" lvl="0" indent="0" algn="l" defTabSz="685749" rtl="0" eaLnBrk="1" fontAlgn="auto" latinLnBrk="0" hangingPunct="1">
              <a:lnSpc>
                <a:spcPct val="100000"/>
              </a:lnSpc>
              <a:spcBef>
                <a:spcPts val="500"/>
              </a:spcBef>
              <a:spcAft>
                <a:spcPts val="0"/>
              </a:spcAft>
              <a:buClrTx/>
              <a:buSzTx/>
              <a:buFontTx/>
              <a:buNone/>
              <a:tabLst/>
              <a:defRPr/>
            </a:pPr>
            <a:r>
              <a:rPr lang="en-US" dirty="0"/>
              <a:t>   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a:t>
            </a:r>
            <a:br>
              <a:rPr lang="en-US" dirty="0"/>
            </a:br>
            <a:r>
              <a:rPr lang="en-US" dirty="0"/>
              <a:t>    Vestibulum Aenean ex, lacinia at dolor </a:t>
            </a:r>
            <a:r>
              <a:rPr lang="en-US" dirty="0" err="1"/>
              <a:t>accumsan</a:t>
            </a:r>
            <a:r>
              <a:rPr lang="en-US" dirty="0"/>
              <a:t>, </a:t>
            </a:r>
            <a:r>
              <a:rPr lang="en-US" dirty="0" err="1"/>
              <a:t>tincidunt</a:t>
            </a:r>
            <a:r>
              <a:rPr lang="en-US" dirty="0"/>
              <a:t> </a:t>
            </a:r>
            <a:br>
              <a:rPr lang="en-US" dirty="0"/>
            </a:br>
            <a:r>
              <a:rPr lang="en-US" dirty="0"/>
              <a:t>      </a:t>
            </a:r>
            <a:r>
              <a:rPr lang="en-US" dirty="0" err="1"/>
              <a:t>aculis</a:t>
            </a:r>
            <a:r>
              <a:rPr lang="en-US" dirty="0"/>
              <a:t> </a:t>
            </a:r>
            <a:r>
              <a:rPr lang="en-US" dirty="0" err="1"/>
              <a:t>urna</a:t>
            </a:r>
            <a:r>
              <a:rPr lang="en-US" dirty="0"/>
              <a:t>. Vestibulum</a:t>
            </a:r>
          </a:p>
        </p:txBody>
      </p:sp>
      <p:sp>
        <p:nvSpPr>
          <p:cNvPr id="4" name="Text Placeholder 5">
            <a:extLst>
              <a:ext uri="{FF2B5EF4-FFF2-40B4-BE49-F238E27FC236}">
                <a16:creationId xmlns:a16="http://schemas.microsoft.com/office/drawing/2014/main" id="{187C181E-8A66-90A8-BBB1-5C341156B51E}"/>
              </a:ext>
            </a:extLst>
          </p:cNvPr>
          <p:cNvSpPr>
            <a:spLocks noGrp="1"/>
          </p:cNvSpPr>
          <p:nvPr>
            <p:ph type="body" sz="quarter" idx="11" hasCustomPrompt="1"/>
          </p:nvPr>
        </p:nvSpPr>
        <p:spPr>
          <a:xfrm>
            <a:off x="4800600" y="2992700"/>
            <a:ext cx="2933700" cy="525201"/>
          </a:xfrm>
          <a:prstGeom prst="rect">
            <a:avLst/>
          </a:prstGeom>
        </p:spPr>
        <p:txBody>
          <a:bodyPr lIns="0" tIns="0" rIns="0" bIns="0"/>
          <a:lstStyle>
            <a:lvl1pPr marL="0" indent="0" algn="l">
              <a:lnSpc>
                <a:spcPct val="100000"/>
              </a:lnSpc>
              <a:spcBef>
                <a:spcPts val="500"/>
              </a:spcBef>
              <a:spcAft>
                <a:spcPts val="0"/>
              </a:spcAft>
              <a:buFontTx/>
              <a:buNone/>
              <a:tabLst/>
              <a:defRPr sz="1400" b="0" i="1">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 Quote source</a:t>
            </a:r>
          </a:p>
        </p:txBody>
      </p:sp>
    </p:spTree>
    <p:extLst>
      <p:ext uri="{BB962C8B-B14F-4D97-AF65-F5344CB8AC3E}">
        <p14:creationId xmlns:p14="http://schemas.microsoft.com/office/powerpoint/2010/main" val="61970656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Remember">
    <p:bg>
      <p:bgPr>
        <a:solidFill>
          <a:schemeClr val="bg2">
            <a:lumMod val="50000"/>
          </a:schemeClr>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422618" y="2116399"/>
            <a:ext cx="3895383" cy="1579302"/>
          </a:xfrm>
          <a:prstGeom prst="rect">
            <a:avLst/>
          </a:prstGeom>
        </p:spPr>
        <p:txBody>
          <a:bodyPr lIns="0" tIns="0" rIns="0" bIns="0"/>
          <a:lstStyle>
            <a:lvl1pPr marL="230183" indent="-230183">
              <a:lnSpc>
                <a:spcPct val="110000"/>
              </a:lnSpc>
              <a:spcBef>
                <a:spcPts val="500"/>
              </a:spcBef>
              <a:spcAft>
                <a:spcPts val="0"/>
              </a:spcAft>
              <a:buFont typeface="Arial" panose="020B0604020202020204" pitchFamily="34" charset="0"/>
              <a:buChar char="•"/>
              <a:tabLst/>
              <a:defRPr sz="1400" b="0" i="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p>
          <a:p>
            <a:pPr lvl="0"/>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a:p>
            <a:pPr lvl="0"/>
            <a:r>
              <a:rPr lang="en-US" dirty="0"/>
              <a:t>Aenean ex, lacinia at dolor </a:t>
            </a:r>
            <a:r>
              <a:rPr lang="en-US" dirty="0" err="1"/>
              <a:t>accumsan</a:t>
            </a:r>
            <a:r>
              <a:rPr lang="en-US" dirty="0"/>
              <a:t>, </a:t>
            </a:r>
            <a:r>
              <a:rPr lang="en-US" dirty="0" err="1"/>
              <a:t>tincidunt</a:t>
            </a:r>
            <a:r>
              <a:rPr lang="en-US" dirty="0"/>
              <a:t> </a:t>
            </a:r>
            <a:r>
              <a:rPr lang="en-US" dirty="0" err="1"/>
              <a:t>iaculis</a:t>
            </a:r>
            <a:r>
              <a:rPr lang="en-US" dirty="0"/>
              <a:t> </a:t>
            </a:r>
            <a:r>
              <a:rPr lang="en-US" dirty="0" err="1"/>
              <a:t>urna</a:t>
            </a:r>
            <a:r>
              <a:rPr lang="en-US" dirty="0"/>
              <a:t>. Vestibulum </a:t>
            </a:r>
          </a:p>
        </p:txBody>
      </p:sp>
      <p:pic>
        <p:nvPicPr>
          <p:cNvPr id="6" name="Picture 5" descr="A hand with a finger pointing up&#10;&#10;Description automatically generated">
            <a:extLst>
              <a:ext uri="{FF2B5EF4-FFF2-40B4-BE49-F238E27FC236}">
                <a16:creationId xmlns:a16="http://schemas.microsoft.com/office/drawing/2014/main" id="{A1BAB40E-4B0C-30A2-15D1-F99C4BE715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53832" y="1054101"/>
            <a:ext cx="3118177" cy="3111500"/>
          </a:xfrm>
          <a:prstGeom prst="rect">
            <a:avLst/>
          </a:prstGeom>
        </p:spPr>
      </p:pic>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422619" y="2418086"/>
            <a:ext cx="3793783" cy="312417"/>
          </a:xfrm>
        </p:spPr>
        <p:txBody>
          <a:bodyPr/>
          <a:lstStyle>
            <a:lvl1pPr algn="ctr">
              <a:defRPr sz="2600" b="1" i="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Remember!</a:t>
            </a:r>
          </a:p>
        </p:txBody>
      </p:sp>
    </p:spTree>
    <p:extLst>
      <p:ext uri="{BB962C8B-B14F-4D97-AF65-F5344CB8AC3E}">
        <p14:creationId xmlns:p14="http://schemas.microsoft.com/office/powerpoint/2010/main" val="307760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10" presetClass="entr" presetSubtype="0" fill="hold" grpId="2"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childTnLst>
                                </p:cTn>
                              </p:par>
                            </p:childTnLst>
                          </p:cTn>
                        </p:par>
                        <p:par>
                          <p:cTn id="12" fill="hold">
                            <p:stCondLst>
                              <p:cond delay="2000"/>
                            </p:stCondLst>
                            <p:childTnLst>
                              <p:par>
                                <p:cTn id="13" presetID="26" presetClass="emph" presetSubtype="0" repeatCount="2000" fill="hold" grpId="0" nodeType="afterEffect">
                                  <p:stCondLst>
                                    <p:cond delay="0"/>
                                  </p:stCondLst>
                                  <p:childTnLst>
                                    <p:animEffect transition="out" filter="fade">
                                      <p:cBhvr>
                                        <p:cTn id="14" dur="500" tmFilter="0, 0; .2, .5; .8, .5; 1, 0"/>
                                        <p:tgtEl>
                                          <p:spTgt spid="3"/>
                                        </p:tgtEl>
                                      </p:cBhvr>
                                    </p:animEffect>
                                    <p:animScale>
                                      <p:cBhvr>
                                        <p:cTn id="15" dur="250" autoRev="1" fill="hold"/>
                                        <p:tgtEl>
                                          <p:spTgt spid="3"/>
                                        </p:tgtEl>
                                      </p:cBhvr>
                                      <p:by x="105000" y="105000"/>
                                    </p:animScale>
                                  </p:childTnLst>
                                </p:cTn>
                              </p:par>
                            </p:childTnLst>
                          </p:cTn>
                        </p:par>
                        <p:par>
                          <p:cTn id="16" fill="hold">
                            <p:stCondLst>
                              <p:cond delay="3000"/>
                            </p:stCondLst>
                            <p:childTnLst>
                              <p:par>
                                <p:cTn id="17" presetID="64" presetClass="path" presetSubtype="0" accel="50000" decel="50000" fill="hold" grpId="1" nodeType="afterEffect">
                                  <p:stCondLst>
                                    <p:cond delay="0"/>
                                  </p:stCondLst>
                                  <p:childTnLst>
                                    <p:animMotion origin="layout" path="M 4.16667E-6 1.35802E-6 L -0.0875 -0.16574 " pathEditMode="relative" rAng="0" ptsTypes="AA">
                                      <p:cBhvr>
                                        <p:cTn id="18" dur="1000" fill="hold"/>
                                        <p:tgtEl>
                                          <p:spTgt spid="3"/>
                                        </p:tgtEl>
                                        <p:attrNameLst>
                                          <p:attrName>ppt_x</p:attrName>
                                          <p:attrName>ppt_y</p:attrName>
                                        </p:attrNameLst>
                                      </p:cBhvr>
                                      <p:rCtr x="-4375" y="-8302"/>
                                    </p:animMotion>
                                  </p:childTnLst>
                                </p:cTn>
                              </p:par>
                            </p:childTnLst>
                          </p:cTn>
                        </p:par>
                        <p:par>
                          <p:cTn id="19" fill="hold">
                            <p:stCondLst>
                              <p:cond delay="4000"/>
                            </p:stCondLst>
                            <p:childTnLst>
                              <p:par>
                                <p:cTn id="20" presetID="10" presetClass="entr" presetSubtype="0" fill="hold" grpId="0" nodeType="after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childTnLst>
                          </p:cTn>
                        </p:par>
                        <p:par>
                          <p:cTn id="23" fill="hold">
                            <p:stCondLst>
                              <p:cond delay="4500"/>
                            </p:stCondLst>
                            <p:childTnLst>
                              <p:par>
                                <p:cTn id="24" presetID="10" presetClass="entr" presetSubtype="0" fill="hold" grpId="0" nodeType="after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Effect transition="in" filter="fade">
                                      <p:cBhvr>
                                        <p:cTn id="26" dur="500"/>
                                        <p:tgtEl>
                                          <p:spTgt spid="4">
                                            <p:txEl>
                                              <p:pRg st="1" end="1"/>
                                            </p:txEl>
                                          </p:spTgt>
                                        </p:tgtEl>
                                      </p:cBhvr>
                                    </p:animEffect>
                                  </p:childTnLst>
                                </p:cTn>
                              </p:par>
                            </p:childTnLst>
                          </p:cTn>
                        </p:par>
                        <p:par>
                          <p:cTn id="27" fill="hold">
                            <p:stCondLst>
                              <p:cond delay="5000"/>
                            </p:stCondLst>
                            <p:childTnLst>
                              <p:par>
                                <p:cTn id="28" presetID="10" presetClass="entr" presetSubtype="0" fill="hold" grpId="0" nodeType="after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animEffect transition="in" filter="fade">
                                      <p:cBhvr>
                                        <p:cTn id="3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4">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3" grpId="0"/>
      <p:bldP spid="3" grpId="1"/>
      <p:bldP spid="3" grpId="2"/>
    </p:bld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scussion Poi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CB16ED-AA5D-839E-D3B5-CAB3A4CB2E5F}"/>
              </a:ext>
            </a:extLst>
          </p:cNvPr>
          <p:cNvSpPr/>
          <p:nvPr userDrawn="1"/>
        </p:nvSpPr>
        <p:spPr>
          <a:xfrm>
            <a:off x="79514" y="77190"/>
            <a:ext cx="8659134" cy="4990416"/>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559778" y="2116400"/>
            <a:ext cx="3895383" cy="718241"/>
          </a:xfrm>
          <a:prstGeom prst="rect">
            <a:avLst/>
          </a:prstGeom>
        </p:spPr>
        <p:txBody>
          <a:bodyPr lIns="0" tIns="0" rIns="0" bIns="0"/>
          <a:lstStyle>
            <a:lvl1pPr marL="0" indent="0">
              <a:lnSpc>
                <a:spcPct val="110000"/>
              </a:lnSpc>
              <a:spcBef>
                <a:spcPts val="500"/>
              </a:spcBef>
              <a:spcAft>
                <a:spcPts val="0"/>
              </a:spcAft>
              <a:buFontTx/>
              <a:buNone/>
              <a:tabLst/>
              <a:defRPr sz="1400" b="0" i="0">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metus</a:t>
            </a:r>
            <a:r>
              <a:rPr lang="en-US" dirty="0"/>
              <a:t> </a:t>
            </a:r>
            <a:r>
              <a:rPr lang="en-US" dirty="0" err="1"/>
              <a:t>scelerisque</a:t>
            </a:r>
            <a:r>
              <a:rPr lang="en-US" dirty="0"/>
              <a:t> </a:t>
            </a:r>
            <a:r>
              <a:rPr lang="en-US" dirty="0" err="1"/>
              <a:t>ut</a:t>
            </a:r>
            <a:r>
              <a:rPr lang="en-US" dirty="0"/>
              <a:t> ex. Sed sed dui </a:t>
            </a:r>
            <a:r>
              <a:rPr lang="en-US" dirty="0" err="1"/>
              <a:t>ut</a:t>
            </a:r>
            <a:r>
              <a:rPr lang="en-US" dirty="0"/>
              <a:t> </a:t>
            </a:r>
            <a:r>
              <a:rPr lang="en-US" dirty="0" err="1"/>
              <a:t>quam</a:t>
            </a:r>
            <a:r>
              <a:rPr lang="en-US" dirty="0"/>
              <a:t> </a:t>
            </a:r>
            <a:r>
              <a:rPr lang="en-US" dirty="0" err="1"/>
              <a:t>efficitur</a:t>
            </a:r>
            <a:r>
              <a:rPr lang="en-US" dirty="0"/>
              <a:t> </a:t>
            </a:r>
            <a:r>
              <a:rPr lang="en-US" dirty="0" err="1"/>
              <a:t>faucibus</a:t>
            </a:r>
            <a:r>
              <a:rPr lang="en-US" dirty="0"/>
              <a:t>.</a:t>
            </a:r>
          </a:p>
        </p:txBody>
      </p:sp>
      <p:pic>
        <p:nvPicPr>
          <p:cNvPr id="6" name="Picture 5">
            <a:extLst>
              <a:ext uri="{FF2B5EF4-FFF2-40B4-BE49-F238E27FC236}">
                <a16:creationId xmlns:a16="http://schemas.microsoft.com/office/drawing/2014/main" id="{A1BAB40E-4B0C-30A2-15D1-F99C4BE7152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953832" y="1057218"/>
            <a:ext cx="3118177" cy="3105265"/>
          </a:xfrm>
          <a:prstGeom prst="rect">
            <a:avLst/>
          </a:prstGeom>
        </p:spPr>
      </p:pic>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582639" y="2429516"/>
            <a:ext cx="3793783" cy="312417"/>
          </a:xfrm>
        </p:spPr>
        <p:txBody>
          <a:bodyPr/>
          <a:lstStyle>
            <a:lvl1pPr algn="ctr">
              <a:defRPr sz="2600" b="1" i="0">
                <a:solidFill>
                  <a:schemeClr val="tx1"/>
                </a:solidFill>
                <a:latin typeface="Verdana" panose="020B0604030504040204" pitchFamily="34" charset="0"/>
                <a:ea typeface="Verdana" panose="020B0604030504040204" pitchFamily="34" charset="0"/>
                <a:cs typeface="Arial" panose="020B0604020202020204" pitchFamily="34" charset="0"/>
              </a:defRPr>
            </a:lvl1pPr>
          </a:lstStyle>
          <a:p>
            <a:r>
              <a:rPr lang="en-US" dirty="0"/>
              <a:t>Discussion Point:</a:t>
            </a:r>
          </a:p>
        </p:txBody>
      </p:sp>
      <p:sp>
        <p:nvSpPr>
          <p:cNvPr id="5" name="Text Placeholder 5">
            <a:extLst>
              <a:ext uri="{FF2B5EF4-FFF2-40B4-BE49-F238E27FC236}">
                <a16:creationId xmlns:a16="http://schemas.microsoft.com/office/drawing/2014/main" id="{B43F15E5-BB1E-2825-CF6A-B95B568416DB}"/>
              </a:ext>
            </a:extLst>
          </p:cNvPr>
          <p:cNvSpPr>
            <a:spLocks noGrp="1"/>
          </p:cNvSpPr>
          <p:nvPr>
            <p:ph type="body" sz="quarter" idx="11" hasCustomPrompt="1"/>
          </p:nvPr>
        </p:nvSpPr>
        <p:spPr>
          <a:xfrm>
            <a:off x="540728" y="2977460"/>
            <a:ext cx="3895383" cy="718241"/>
          </a:xfrm>
          <a:prstGeom prst="rect">
            <a:avLst/>
          </a:prstGeom>
        </p:spPr>
        <p:txBody>
          <a:bodyPr lIns="0" tIns="0" rIns="0" bIns="0"/>
          <a:lstStyle>
            <a:lvl1pPr marL="0" indent="0">
              <a:lnSpc>
                <a:spcPct val="110000"/>
              </a:lnSpc>
              <a:spcBef>
                <a:spcPts val="500"/>
              </a:spcBef>
              <a:spcAft>
                <a:spcPts val="0"/>
              </a:spcAft>
              <a:buFontTx/>
              <a:buNone/>
              <a:tabLst/>
              <a:defRPr sz="1800" b="0" i="1">
                <a:solidFill>
                  <a:schemeClr val="tx1"/>
                </a:solidFill>
                <a:latin typeface="Verdana" panose="020B0604030504040204" pitchFamily="34" charset="0"/>
                <a:ea typeface="Verdana" panose="020B0604030504040204" pitchFamily="34" charset="0"/>
                <a:cs typeface="Arial" panose="020B060402020202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lvl="0"/>
            <a:r>
              <a:rPr lang="en-US" dirty="0"/>
              <a:t>Q: Question Lorem ipsum dolor sit </a:t>
            </a:r>
            <a:r>
              <a:rPr lang="en-US" dirty="0" err="1"/>
              <a:t>amet</a:t>
            </a:r>
            <a:r>
              <a:rPr lang="en-US" dirty="0"/>
              <a:t>?</a:t>
            </a:r>
          </a:p>
        </p:txBody>
      </p:sp>
    </p:spTree>
    <p:extLst>
      <p:ext uri="{BB962C8B-B14F-4D97-AF65-F5344CB8AC3E}">
        <p14:creationId xmlns:p14="http://schemas.microsoft.com/office/powerpoint/2010/main" val="1272870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childTnLst>
                          </p:cTn>
                        </p:par>
                        <p:par>
                          <p:cTn id="11" fill="hold">
                            <p:stCondLst>
                              <p:cond delay="1000"/>
                            </p:stCondLst>
                            <p:childTnLst>
                              <p:par>
                                <p:cTn id="12" presetID="10" presetClass="entr" presetSubtype="0" fill="hold" grpId="1"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childTnLst>
                                </p:cTn>
                              </p:par>
                            </p:childTnLst>
                          </p:cTn>
                        </p:par>
                        <p:par>
                          <p:cTn id="15" fill="hold">
                            <p:stCondLst>
                              <p:cond delay="2000"/>
                            </p:stCondLst>
                            <p:childTnLst>
                              <p:par>
                                <p:cTn id="16" presetID="64" presetClass="path" presetSubtype="0" accel="50000" decel="50000" fill="hold" grpId="0" nodeType="afterEffect">
                                  <p:stCondLst>
                                    <p:cond delay="0"/>
                                  </p:stCondLst>
                                  <p:childTnLst>
                                    <p:animMotion origin="layout" path="M -5.55556E-7 8.64198E-7 L -0.03871 -0.16235 " pathEditMode="relative" rAng="0" ptsTypes="AA">
                                      <p:cBhvr>
                                        <p:cTn id="17" dur="1000" fill="hold"/>
                                        <p:tgtEl>
                                          <p:spTgt spid="3"/>
                                        </p:tgtEl>
                                        <p:attrNameLst>
                                          <p:attrName>ppt_x</p:attrName>
                                          <p:attrName>ppt_y</p:attrName>
                                        </p:attrNameLst>
                                      </p:cBhvr>
                                      <p:rCtr x="-1944" y="-8117"/>
                                    </p:animMotion>
                                  </p:childTnLst>
                                </p:cTn>
                              </p:par>
                            </p:childTnLst>
                          </p:cTn>
                        </p:par>
                        <p:par>
                          <p:cTn id="18" fill="hold">
                            <p:stCondLst>
                              <p:cond delay="3000"/>
                            </p:stCondLst>
                            <p:childTnLst>
                              <p:par>
                                <p:cTn id="19" presetID="10" presetClass="entr" presetSubtype="0" fill="hold" grpId="0" nodeType="after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1000"/>
                                        <p:tgtEl>
                                          <p:spTgt spid="4">
                                            <p:txEl>
                                              <p:pRg st="0" end="0"/>
                                            </p:txEl>
                                          </p:spTgt>
                                        </p:tgtEl>
                                      </p:cBhvr>
                                    </p:animEffect>
                                  </p:childTnLst>
                                </p:cTn>
                              </p:par>
                            </p:childTnLst>
                          </p:cTn>
                        </p:par>
                        <p:par>
                          <p:cTn id="22" fill="hold">
                            <p:stCondLst>
                              <p:cond delay="4000"/>
                            </p:stCondLst>
                            <p:childTnLst>
                              <p:par>
                                <p:cTn id="23" presetID="10" presetClass="entr" presetSubtype="0" fill="hold" grpId="0" nodeType="after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fade">
                                      <p:cBhvr>
                                        <p:cTn id="25"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build="p" bldLvl="4">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childTnLst>
                </p:cTn>
              </p:par>
            </p:tnLst>
          </p:tmpl>
        </p:tmplLst>
      </p:bldP>
      <p:bldP spid="3" grpId="0"/>
      <p:bldP spid="3" grpId="1"/>
      <p:bldP spid="5" grpId="0" build="p" bldLvl="4">
        <p:tmplLst>
          <p:tmpl lvl="1">
            <p:tnLst>
              <p:par>
                <p:cTn presetID="10" presetClass="entr" presetSubtype="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Any Questions?">
    <p:bg>
      <p:bgPr>
        <a:solidFill>
          <a:srgbClr val="09658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4BE464-1332-6A15-43AE-CC951AB2C835}"/>
              </a:ext>
            </a:extLst>
          </p:cNvPr>
          <p:cNvPicPr>
            <a:picLocks noChangeAspect="1"/>
          </p:cNvPicPr>
          <p:nvPr userDrawn="1"/>
        </p:nvPicPr>
        <p:blipFill>
          <a:blip r:embed="rId2" cstate="print">
            <a:alphaModFix amt="5800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Rectangle 4">
            <a:extLst>
              <a:ext uri="{FF2B5EF4-FFF2-40B4-BE49-F238E27FC236}">
                <a16:creationId xmlns:a16="http://schemas.microsoft.com/office/drawing/2014/main" id="{EDC220D7-A353-6B31-862C-D480C83AD1A5}"/>
              </a:ext>
            </a:extLst>
          </p:cNvPr>
          <p:cNvSpPr>
            <a:spLocks/>
          </p:cNvSpPr>
          <p:nvPr userDrawn="1"/>
        </p:nvSpPr>
        <p:spPr>
          <a:xfrm flipV="1">
            <a:off x="0" y="0"/>
            <a:ext cx="9144000" cy="5143500"/>
          </a:xfrm>
          <a:prstGeom prst="rect">
            <a:avLst/>
          </a:prstGeom>
          <a:gradFill>
            <a:gsLst>
              <a:gs pos="46000">
                <a:srgbClr val="096580">
                  <a:alpha val="0"/>
                </a:srgbClr>
              </a:gs>
              <a:gs pos="6000">
                <a:srgbClr val="096580"/>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AA47D58B-A6B8-7CDC-0826-8C0BE000CFD7}"/>
              </a:ext>
            </a:extLst>
          </p:cNvPr>
          <p:cNvSpPr>
            <a:spLocks noGrp="1"/>
          </p:cNvSpPr>
          <p:nvPr>
            <p:ph type="title" hasCustomPrompt="1"/>
          </p:nvPr>
        </p:nvSpPr>
        <p:spPr>
          <a:xfrm>
            <a:off x="525780" y="4028076"/>
            <a:ext cx="6640830" cy="349616"/>
          </a:xfrm>
        </p:spPr>
        <p:txBody>
          <a:bodyPr/>
          <a:lstStyle>
            <a:lvl1pPr algn="l">
              <a:defRPr sz="2500"/>
            </a:lvl1pPr>
          </a:lstStyle>
          <a:p>
            <a:r>
              <a:rPr lang="en-US" dirty="0"/>
              <a:t>Any questions?</a:t>
            </a:r>
          </a:p>
        </p:txBody>
      </p:sp>
    </p:spTree>
    <p:extLst>
      <p:ext uri="{BB962C8B-B14F-4D97-AF65-F5344CB8AC3E}">
        <p14:creationId xmlns:p14="http://schemas.microsoft.com/office/powerpoint/2010/main" val="401189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Module/Section Header ">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BED7C9-BD62-A60F-008A-D2858CB2CD1F}"/>
              </a:ext>
            </a:extLst>
          </p:cNvPr>
          <p:cNvSpPr>
            <a:spLocks noGrp="1" noRot="1" noMove="1" noResize="1" noEditPoints="1" noAdjustHandles="1" noChangeArrowheads="1" noChangeShapeType="1"/>
          </p:cNvSpPr>
          <p:nvPr userDrawn="1"/>
        </p:nvSpPr>
        <p:spPr>
          <a:xfrm>
            <a:off x="0" y="0"/>
            <a:ext cx="9144000" cy="51435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Picture Placeholder 10">
            <a:extLst>
              <a:ext uri="{FF2B5EF4-FFF2-40B4-BE49-F238E27FC236}">
                <a16:creationId xmlns:a16="http://schemas.microsoft.com/office/drawing/2014/main" id="{3454D70F-6A07-9564-07CA-4C2921D825A4}"/>
              </a:ext>
            </a:extLst>
          </p:cNvPr>
          <p:cNvSpPr>
            <a:spLocks noGrp="1"/>
          </p:cNvSpPr>
          <p:nvPr>
            <p:ph type="pic" sz="quarter" idx="12"/>
          </p:nvPr>
        </p:nvSpPr>
        <p:spPr>
          <a:xfrm>
            <a:off x="0" y="0"/>
            <a:ext cx="9144000" cy="5143500"/>
          </a:xfrm>
          <a:prstGeom prst="rect">
            <a:avLst/>
          </a:prstGeom>
        </p:spPr>
        <p:txBody>
          <a:bodyPr/>
          <a:lstStyle>
            <a:lvl1pPr marL="0" indent="0">
              <a:buFontTx/>
              <a:buNone/>
              <a:defRPr/>
            </a:lvl1pPr>
          </a:lstStyle>
          <a:p>
            <a:endParaRPr lang="en-US" dirty="0"/>
          </a:p>
        </p:txBody>
      </p:sp>
      <p:sp>
        <p:nvSpPr>
          <p:cNvPr id="3" name="Title 1">
            <a:extLst>
              <a:ext uri="{FF2B5EF4-FFF2-40B4-BE49-F238E27FC236}">
                <a16:creationId xmlns:a16="http://schemas.microsoft.com/office/drawing/2014/main" id="{96440E9F-4DCF-CF5D-C18F-A3E24873F5B1}"/>
              </a:ext>
            </a:extLst>
          </p:cNvPr>
          <p:cNvSpPr>
            <a:spLocks noGrp="1"/>
          </p:cNvSpPr>
          <p:nvPr>
            <p:ph type="title" hasCustomPrompt="1"/>
          </p:nvPr>
        </p:nvSpPr>
        <p:spPr>
          <a:xfrm>
            <a:off x="607219" y="3571107"/>
            <a:ext cx="7886700" cy="557214"/>
          </a:xfrm>
          <a:prstGeom prst="rect">
            <a:avLst/>
          </a:prstGeom>
        </p:spPr>
        <p:txBody>
          <a:bodyPr lIns="0" tIns="0" rIns="0" bIns="0" anchor="ctr"/>
          <a:lstStyle>
            <a:lvl1pPr algn="l">
              <a:defRPr sz="3300" b="0" i="0">
                <a:solidFill>
                  <a:schemeClr val="bg1"/>
                </a:solidFill>
                <a:latin typeface="+mn-lt"/>
              </a:defRPr>
            </a:lvl1pPr>
          </a:lstStyle>
          <a:p>
            <a:r>
              <a:rPr lang="en-US" dirty="0"/>
              <a:t>Module/Section 1</a:t>
            </a:r>
          </a:p>
        </p:txBody>
      </p:sp>
      <p:sp>
        <p:nvSpPr>
          <p:cNvPr id="5" name="Text Placeholder 5">
            <a:extLst>
              <a:ext uri="{FF2B5EF4-FFF2-40B4-BE49-F238E27FC236}">
                <a16:creationId xmlns:a16="http://schemas.microsoft.com/office/drawing/2014/main" id="{D648B284-C176-B8FD-B9C9-14E516274891}"/>
              </a:ext>
            </a:extLst>
          </p:cNvPr>
          <p:cNvSpPr>
            <a:spLocks noGrp="1"/>
          </p:cNvSpPr>
          <p:nvPr>
            <p:ph type="body" sz="quarter" idx="11" hasCustomPrompt="1"/>
          </p:nvPr>
        </p:nvSpPr>
        <p:spPr>
          <a:xfrm>
            <a:off x="608014" y="4014441"/>
            <a:ext cx="7886700" cy="557560"/>
          </a:xfrm>
          <a:prstGeom prst="rect">
            <a:avLst/>
          </a:prstGeom>
        </p:spPr>
        <p:txBody>
          <a:bodyPr lIns="0" tIns="0" rIns="0" bIns="0" anchor="ctr"/>
          <a:lstStyle>
            <a:lvl1pPr marL="0" indent="0" algn="l">
              <a:spcBef>
                <a:spcPts val="0"/>
              </a:spcBef>
              <a:buNone/>
              <a:defRPr sz="1600" b="1" i="0" spc="20" baseline="0">
                <a:solidFill>
                  <a:schemeClr val="bg2">
                    <a:lumMod val="60000"/>
                    <a:lumOff val="40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latin typeface="Verdana" panose="020B0604030504040204" pitchFamily="34" charset="0"/>
                <a:ea typeface="Verdana" panose="020B0604030504040204" pitchFamily="34" charset="0"/>
                <a:cs typeface="Verdana" panose="020B0604030504040204" pitchFamily="34" charset="0"/>
              </a:rPr>
              <a:t>Module title</a:t>
            </a:r>
          </a:p>
        </p:txBody>
      </p:sp>
    </p:spTree>
    <p:extLst>
      <p:ext uri="{BB962C8B-B14F-4D97-AF65-F5344CB8AC3E}">
        <p14:creationId xmlns:p14="http://schemas.microsoft.com/office/powerpoint/2010/main" val="3879786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afterEffect" nodePh="1">
                                  <p:stCondLst>
                                    <p:cond delay="0"/>
                                  </p:stCondLst>
                                  <p:endCondLst>
                                    <p:cond evt="begin" delay="0">
                                      <p:tn val="5"/>
                                    </p:cond>
                                  </p:endCondLst>
                                  <p:childTnLst>
                                    <p:animScale>
                                      <p:cBhvr>
                                        <p:cTn id="6" dur="5000" fill="hold"/>
                                        <p:tgtEl>
                                          <p:spTgt spid="11"/>
                                        </p:tgtEl>
                                      </p:cBhvr>
                                      <p:by x="140000" y="140000"/>
                                    </p:animScale>
                                  </p:childTnLst>
                                </p:cTn>
                              </p:par>
                              <p:par>
                                <p:cTn id="7" presetID="2" presetClass="entr" presetSubtype="8"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2000" fill="hold"/>
                                        <p:tgtEl>
                                          <p:spTgt spid="3"/>
                                        </p:tgtEl>
                                        <p:attrNameLst>
                                          <p:attrName>ppt_x</p:attrName>
                                        </p:attrNameLst>
                                      </p:cBhvr>
                                      <p:tavLst>
                                        <p:tav tm="0">
                                          <p:val>
                                            <p:strVal val="0-#ppt_w/2"/>
                                          </p:val>
                                        </p:tav>
                                        <p:tav tm="100000">
                                          <p:val>
                                            <p:strVal val="#ppt_x"/>
                                          </p:val>
                                        </p:tav>
                                      </p:tavLst>
                                    </p:anim>
                                    <p:anim calcmode="lin" valueType="num">
                                      <p:cBhvr additive="base">
                                        <p:cTn id="10" dur="2000" fill="hold"/>
                                        <p:tgtEl>
                                          <p:spTgt spid="3"/>
                                        </p:tgtEl>
                                        <p:attrNameLst>
                                          <p:attrName>ppt_y</p:attrName>
                                        </p:attrNameLst>
                                      </p:cBhvr>
                                      <p:tavLst>
                                        <p:tav tm="0">
                                          <p:val>
                                            <p:strVal val="#ppt_y"/>
                                          </p:val>
                                        </p:tav>
                                        <p:tav tm="100000">
                                          <p:val>
                                            <p:strVal val="#ppt_y"/>
                                          </p:val>
                                        </p:tav>
                                      </p:tavLst>
                                    </p:anim>
                                  </p:childTnLst>
                                </p:cTn>
                              </p:par>
                              <p:par>
                                <p:cTn id="11" presetID="2" presetClass="entr" presetSubtype="8" fill="hold" grpId="0" nodeType="withEffect">
                                  <p:stCondLst>
                                    <p:cond delay="100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2000" fill="hold"/>
                                        <p:tgtEl>
                                          <p:spTgt spid="5"/>
                                        </p:tgtEl>
                                        <p:attrNameLst>
                                          <p:attrName>ppt_x</p:attrName>
                                        </p:attrNameLst>
                                      </p:cBhvr>
                                      <p:tavLst>
                                        <p:tav tm="0">
                                          <p:val>
                                            <p:strVal val="0-#ppt_w/2"/>
                                          </p:val>
                                        </p:tav>
                                        <p:tav tm="100000">
                                          <p:val>
                                            <p:strVal val="#ppt_x"/>
                                          </p:val>
                                        </p:tav>
                                      </p:tavLst>
                                    </p:anim>
                                    <p:anim calcmode="lin" valueType="num">
                                      <p:cBhvr additive="base">
                                        <p:cTn id="14" dur="2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5" grpId="0">
        <p:tmplLst>
          <p:tmpl>
            <p:tnLst>
              <p:par>
                <p:cTn presetID="2" presetClass="entr" presetSubtype="8" fill="hold" nodeType="withEffect">
                  <p:stCondLst>
                    <p:cond delay="100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2000" fill="hold"/>
                        <p:tgtEl>
                          <p:spTgt spid="5"/>
                        </p:tgtEl>
                        <p:attrNameLst>
                          <p:attrName>ppt_x</p:attrName>
                        </p:attrNameLst>
                      </p:cBhvr>
                      <p:tavLst>
                        <p:tav tm="0">
                          <p:val>
                            <p:strVal val="0-#ppt_w/2"/>
                          </p:val>
                        </p:tav>
                        <p:tav tm="100000">
                          <p:val>
                            <p:strVal val="#ppt_x"/>
                          </p:val>
                        </p:tav>
                      </p:tavLst>
                    </p:anim>
                    <p:anim calcmode="lin" valueType="num">
                      <p:cBhvr additive="base">
                        <p:cTn dur="2000" fill="hold"/>
                        <p:tgtEl>
                          <p:spTgt spid="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A598-3429-4CA6-1768-185D54BF8F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C7067A-916C-A29E-57D5-18D4585935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D4F06D-2234-5B77-0D14-C696FB3A6765}"/>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D8996510-FEBC-0D3A-B423-AA02135F01E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484DBB-64AE-4EEE-9626-F7ACE590AB14}"/>
              </a:ext>
            </a:extLst>
          </p:cNvPr>
          <p:cNvSpPr>
            <a:spLocks noGrp="1"/>
          </p:cNvSpPr>
          <p:nvPr>
            <p:ph type="sldNum" sz="quarter" idx="12"/>
          </p:nvPr>
        </p:nvSpPr>
        <p:spPr/>
        <p:txBody>
          <a:bodyPr/>
          <a:lstStyle/>
          <a:p>
            <a:fld id="{61250F96-E87E-4AB9-A876-D287D71FD6DE}" type="slidenum">
              <a:rPr lang="en-US" smtClean="0"/>
              <a:t>‹#›</a:t>
            </a:fld>
            <a:endParaRPr lang="en-US" dirty="0"/>
          </a:p>
        </p:txBody>
      </p:sp>
    </p:spTree>
    <p:extLst>
      <p:ext uri="{BB962C8B-B14F-4D97-AF65-F5344CB8AC3E}">
        <p14:creationId xmlns:p14="http://schemas.microsoft.com/office/powerpoint/2010/main" val="272258965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892400-C3F9-F3D1-3364-D82D1E75B39B}"/>
              </a:ext>
            </a:extLst>
          </p:cNvPr>
          <p:cNvSpPr/>
          <p:nvPr userDrawn="1"/>
        </p:nvSpPr>
        <p:spPr>
          <a:xfrm>
            <a:off x="-1" y="3455895"/>
            <a:ext cx="9144001" cy="1687606"/>
          </a:xfrm>
          <a:prstGeom prst="rect">
            <a:avLst/>
          </a:prstGeom>
          <a:solidFill>
            <a:schemeClr val="tx1">
              <a:alpha val="7488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p>
        </p:txBody>
      </p:sp>
      <p:sp>
        <p:nvSpPr>
          <p:cNvPr id="3" name="Title 1">
            <a:extLst>
              <a:ext uri="{FF2B5EF4-FFF2-40B4-BE49-F238E27FC236}">
                <a16:creationId xmlns:a16="http://schemas.microsoft.com/office/drawing/2014/main" id="{96440E9F-4DCF-CF5D-C18F-A3E24873F5B1}"/>
              </a:ext>
            </a:extLst>
          </p:cNvPr>
          <p:cNvSpPr>
            <a:spLocks noGrp="1"/>
          </p:cNvSpPr>
          <p:nvPr>
            <p:ph type="title" hasCustomPrompt="1"/>
          </p:nvPr>
        </p:nvSpPr>
        <p:spPr>
          <a:xfrm>
            <a:off x="607219" y="3611169"/>
            <a:ext cx="7886700" cy="557214"/>
          </a:xfrm>
          <a:prstGeom prst="rect">
            <a:avLst/>
          </a:prstGeom>
        </p:spPr>
        <p:txBody>
          <a:bodyPr/>
          <a:lstStyle>
            <a:lvl1pPr algn="ctr">
              <a:defRPr b="0" i="0">
                <a:solidFill>
                  <a:schemeClr val="bg1"/>
                </a:solidFill>
                <a:latin typeface="+mn-lt"/>
              </a:defRPr>
            </a:lvl1pPr>
          </a:lstStyle>
          <a:p>
            <a:r>
              <a:rPr lang="en-US"/>
              <a:t>Section Header</a:t>
            </a:r>
          </a:p>
        </p:txBody>
      </p:sp>
      <p:sp>
        <p:nvSpPr>
          <p:cNvPr id="4" name="Text Placeholder 4">
            <a:extLst>
              <a:ext uri="{FF2B5EF4-FFF2-40B4-BE49-F238E27FC236}">
                <a16:creationId xmlns:a16="http://schemas.microsoft.com/office/drawing/2014/main" id="{0C8DDA49-2C2D-44CC-3A96-5EB656393FE8}"/>
              </a:ext>
            </a:extLst>
          </p:cNvPr>
          <p:cNvSpPr>
            <a:spLocks noGrp="1"/>
          </p:cNvSpPr>
          <p:nvPr>
            <p:ph type="body" sz="quarter" idx="10" hasCustomPrompt="1"/>
          </p:nvPr>
        </p:nvSpPr>
        <p:spPr>
          <a:xfrm>
            <a:off x="609534" y="4733365"/>
            <a:ext cx="7918847" cy="249403"/>
          </a:xfrm>
          <a:prstGeom prst="rect">
            <a:avLst/>
          </a:prstGeom>
        </p:spPr>
        <p:txBody>
          <a:bodyPr/>
          <a:lstStyle>
            <a:lvl1pPr marL="0" indent="0" algn="ctr">
              <a:buNone/>
              <a:defRPr sz="1200">
                <a:solidFill>
                  <a:schemeClr val="bg1"/>
                </a:solidFill>
              </a:defRPr>
            </a:lvl1pPr>
          </a:lstStyle>
          <a:p>
            <a:pPr lvl="0"/>
            <a:r>
              <a:rPr lang="en-US"/>
              <a:t>Subhead or speaker name and title</a:t>
            </a:r>
          </a:p>
        </p:txBody>
      </p:sp>
      <p:sp>
        <p:nvSpPr>
          <p:cNvPr id="5" name="Text Placeholder 5">
            <a:extLst>
              <a:ext uri="{FF2B5EF4-FFF2-40B4-BE49-F238E27FC236}">
                <a16:creationId xmlns:a16="http://schemas.microsoft.com/office/drawing/2014/main" id="{D648B284-C176-B8FD-B9C9-14E516274891}"/>
              </a:ext>
            </a:extLst>
          </p:cNvPr>
          <p:cNvSpPr>
            <a:spLocks noGrp="1"/>
          </p:cNvSpPr>
          <p:nvPr>
            <p:ph type="body" sz="quarter" idx="11" hasCustomPrompt="1"/>
          </p:nvPr>
        </p:nvSpPr>
        <p:spPr>
          <a:xfrm>
            <a:off x="608013" y="4168775"/>
            <a:ext cx="7886700" cy="295275"/>
          </a:xfrm>
          <a:prstGeom prst="rect">
            <a:avLst/>
          </a:prstGeom>
        </p:spPr>
        <p:txBody>
          <a:bodyPr/>
          <a:lstStyle>
            <a:lvl1pPr marL="0" indent="0" algn="ctr">
              <a:buNone/>
              <a:defRPr sz="1600">
                <a:solidFill>
                  <a:schemeClr val="bg1"/>
                </a:solidFill>
              </a:defRPr>
            </a:lvl1pPr>
          </a:lstStyle>
          <a:p>
            <a:pPr lvl="0"/>
            <a:r>
              <a:rPr lang="en-US"/>
              <a:t>Subhead</a:t>
            </a:r>
          </a:p>
        </p:txBody>
      </p:sp>
      <p:pic>
        <p:nvPicPr>
          <p:cNvPr id="6" name="Picture 5">
            <a:extLst>
              <a:ext uri="{FF2B5EF4-FFF2-40B4-BE49-F238E27FC236}">
                <a16:creationId xmlns:a16="http://schemas.microsoft.com/office/drawing/2014/main" id="{21CAA98B-987D-793A-9C27-085B436CFA27}"/>
              </a:ext>
            </a:extLst>
          </p:cNvPr>
          <p:cNvPicPr>
            <a:picLocks noChangeAspect="1"/>
          </p:cNvPicPr>
          <p:nvPr userDrawn="1"/>
        </p:nvPicPr>
        <p:blipFill>
          <a:blip r:embed="rId2"/>
          <a:srcRect/>
          <a:stretch/>
        </p:blipFill>
        <p:spPr>
          <a:xfrm>
            <a:off x="135448" y="143843"/>
            <a:ext cx="963616" cy="740557"/>
          </a:xfrm>
          <a:prstGeom prst="rect">
            <a:avLst/>
          </a:prstGeom>
        </p:spPr>
      </p:pic>
    </p:spTree>
    <p:extLst>
      <p:ext uri="{BB962C8B-B14F-4D97-AF65-F5344CB8AC3E}">
        <p14:creationId xmlns:p14="http://schemas.microsoft.com/office/powerpoint/2010/main" val="118466900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6440E9F-4DCF-CF5D-C18F-A3E24873F5B1}"/>
              </a:ext>
            </a:extLst>
          </p:cNvPr>
          <p:cNvSpPr>
            <a:spLocks noGrp="1"/>
          </p:cNvSpPr>
          <p:nvPr>
            <p:ph type="title" hasCustomPrompt="1"/>
          </p:nvPr>
        </p:nvSpPr>
        <p:spPr>
          <a:xfrm>
            <a:off x="607219" y="3611169"/>
            <a:ext cx="7886700" cy="557214"/>
          </a:xfrm>
          <a:prstGeom prst="rect">
            <a:avLst/>
          </a:prstGeom>
        </p:spPr>
        <p:txBody>
          <a:bodyPr/>
          <a:lstStyle>
            <a:lvl1pPr algn="ctr">
              <a:defRPr b="0" i="0">
                <a:solidFill>
                  <a:schemeClr val="bg1"/>
                </a:solidFill>
                <a:latin typeface="+mn-lt"/>
              </a:defRPr>
            </a:lvl1pPr>
          </a:lstStyle>
          <a:p>
            <a:r>
              <a:rPr lang="en-US"/>
              <a:t>Section Header</a:t>
            </a:r>
          </a:p>
        </p:txBody>
      </p:sp>
      <p:sp>
        <p:nvSpPr>
          <p:cNvPr id="4" name="Text Placeholder 4">
            <a:extLst>
              <a:ext uri="{FF2B5EF4-FFF2-40B4-BE49-F238E27FC236}">
                <a16:creationId xmlns:a16="http://schemas.microsoft.com/office/drawing/2014/main" id="{0C8DDA49-2C2D-44CC-3A96-5EB656393FE8}"/>
              </a:ext>
            </a:extLst>
          </p:cNvPr>
          <p:cNvSpPr>
            <a:spLocks noGrp="1"/>
          </p:cNvSpPr>
          <p:nvPr>
            <p:ph type="body" sz="quarter" idx="10" hasCustomPrompt="1"/>
          </p:nvPr>
        </p:nvSpPr>
        <p:spPr>
          <a:xfrm>
            <a:off x="609534" y="4733365"/>
            <a:ext cx="7918847" cy="249403"/>
          </a:xfrm>
          <a:prstGeom prst="rect">
            <a:avLst/>
          </a:prstGeom>
        </p:spPr>
        <p:txBody>
          <a:bodyPr/>
          <a:lstStyle>
            <a:lvl1pPr marL="0" indent="0" algn="ctr">
              <a:buNone/>
              <a:defRPr sz="1200">
                <a:solidFill>
                  <a:schemeClr val="bg1"/>
                </a:solidFill>
              </a:defRPr>
            </a:lvl1pPr>
          </a:lstStyle>
          <a:p>
            <a:pPr lvl="0"/>
            <a:r>
              <a:rPr lang="en-US"/>
              <a:t>Subhead or speaker name and title</a:t>
            </a:r>
          </a:p>
        </p:txBody>
      </p:sp>
      <p:sp>
        <p:nvSpPr>
          <p:cNvPr id="5" name="Text Placeholder 5">
            <a:extLst>
              <a:ext uri="{FF2B5EF4-FFF2-40B4-BE49-F238E27FC236}">
                <a16:creationId xmlns:a16="http://schemas.microsoft.com/office/drawing/2014/main" id="{D648B284-C176-B8FD-B9C9-14E516274891}"/>
              </a:ext>
            </a:extLst>
          </p:cNvPr>
          <p:cNvSpPr>
            <a:spLocks noGrp="1"/>
          </p:cNvSpPr>
          <p:nvPr>
            <p:ph type="body" sz="quarter" idx="11" hasCustomPrompt="1"/>
          </p:nvPr>
        </p:nvSpPr>
        <p:spPr>
          <a:xfrm>
            <a:off x="608013" y="4168775"/>
            <a:ext cx="7886700" cy="295275"/>
          </a:xfrm>
          <a:prstGeom prst="rect">
            <a:avLst/>
          </a:prstGeom>
        </p:spPr>
        <p:txBody>
          <a:bodyPr/>
          <a:lstStyle>
            <a:lvl1pPr marL="0" indent="0" algn="ctr">
              <a:buNone/>
              <a:defRPr sz="1600">
                <a:solidFill>
                  <a:schemeClr val="bg1"/>
                </a:solidFill>
              </a:defRPr>
            </a:lvl1pPr>
          </a:lstStyle>
          <a:p>
            <a:pPr lvl="0"/>
            <a:r>
              <a:rPr lang="en-US"/>
              <a:t>Subhead</a:t>
            </a:r>
          </a:p>
        </p:txBody>
      </p:sp>
      <p:pic>
        <p:nvPicPr>
          <p:cNvPr id="7" name="Picture 6">
            <a:extLst>
              <a:ext uri="{FF2B5EF4-FFF2-40B4-BE49-F238E27FC236}">
                <a16:creationId xmlns:a16="http://schemas.microsoft.com/office/drawing/2014/main" id="{8B53122F-F080-782A-2D37-7C5A68D7B3C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35448" y="143843"/>
            <a:ext cx="963616" cy="740556"/>
          </a:xfrm>
          <a:prstGeom prst="rect">
            <a:avLst/>
          </a:prstGeom>
          <a:effectLst>
            <a:outerShdw blurRad="50800" dist="50800" dir="5400000" algn="ctr" rotWithShape="0">
              <a:schemeClr val="tx1">
                <a:alpha val="73346"/>
              </a:schemeClr>
            </a:outerShdw>
          </a:effectLst>
        </p:spPr>
      </p:pic>
    </p:spTree>
    <p:extLst>
      <p:ext uri="{BB962C8B-B14F-4D97-AF65-F5344CB8AC3E}">
        <p14:creationId xmlns:p14="http://schemas.microsoft.com/office/powerpoint/2010/main" val="237657057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6440E9F-4DCF-CF5D-C18F-A3E24873F5B1}"/>
              </a:ext>
            </a:extLst>
          </p:cNvPr>
          <p:cNvSpPr>
            <a:spLocks noGrp="1"/>
          </p:cNvSpPr>
          <p:nvPr>
            <p:ph type="title" hasCustomPrompt="1"/>
          </p:nvPr>
        </p:nvSpPr>
        <p:spPr>
          <a:xfrm>
            <a:off x="0" y="2593531"/>
            <a:ext cx="9144000" cy="577372"/>
          </a:xfrm>
          <a:prstGeom prst="rect">
            <a:avLst/>
          </a:prstGeom>
        </p:spPr>
        <p:txBody>
          <a:bodyPr anchor="ctr"/>
          <a:lstStyle>
            <a:lvl1pPr algn="ctr">
              <a:defRPr sz="2700" b="0" i="0">
                <a:solidFill>
                  <a:schemeClr val="bg1"/>
                </a:solidFill>
                <a:latin typeface="+mn-lt"/>
              </a:defRPr>
            </a:lvl1pPr>
          </a:lstStyle>
          <a:p>
            <a:r>
              <a:rPr lang="en-US"/>
              <a:t>Question</a:t>
            </a:r>
          </a:p>
        </p:txBody>
      </p:sp>
      <p:sp>
        <p:nvSpPr>
          <p:cNvPr id="5" name="Text Placeholder 5">
            <a:extLst>
              <a:ext uri="{FF2B5EF4-FFF2-40B4-BE49-F238E27FC236}">
                <a16:creationId xmlns:a16="http://schemas.microsoft.com/office/drawing/2014/main" id="{D648B284-C176-B8FD-B9C9-14E516274891}"/>
              </a:ext>
            </a:extLst>
          </p:cNvPr>
          <p:cNvSpPr>
            <a:spLocks noGrp="1"/>
          </p:cNvSpPr>
          <p:nvPr>
            <p:ph type="body" sz="quarter" idx="11" hasCustomPrompt="1"/>
          </p:nvPr>
        </p:nvSpPr>
        <p:spPr>
          <a:xfrm>
            <a:off x="0" y="2153265"/>
            <a:ext cx="9144000" cy="309716"/>
          </a:xfrm>
          <a:prstGeom prst="rect">
            <a:avLst/>
          </a:prstGeom>
        </p:spPr>
        <p:txBody>
          <a:bodyPr/>
          <a:lstStyle>
            <a:lvl1pPr marL="0" indent="0" algn="ctr">
              <a:buNone/>
              <a:defRPr sz="17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Specific Question Slide</a:t>
            </a:r>
          </a:p>
        </p:txBody>
      </p:sp>
    </p:spTree>
    <p:extLst>
      <p:ext uri="{BB962C8B-B14F-4D97-AF65-F5344CB8AC3E}">
        <p14:creationId xmlns:p14="http://schemas.microsoft.com/office/powerpoint/2010/main" val="218901350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A266A5-4C8D-A7FD-D5DC-0A415BB03C0A}"/>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32C96254-A5FA-E32F-320E-82D4ECB1974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B4645A9-D38E-8876-2D33-10C65DF6DCDD}"/>
              </a:ext>
            </a:extLst>
          </p:cNvPr>
          <p:cNvSpPr>
            <a:spLocks noGrp="1"/>
          </p:cNvSpPr>
          <p:nvPr>
            <p:ph type="sldNum" sz="quarter" idx="12"/>
          </p:nvPr>
        </p:nvSpPr>
        <p:spPr/>
        <p:txBody>
          <a:bodyPr/>
          <a:lstStyle/>
          <a:p>
            <a:fld id="{FD4387FA-64CB-8440-9CAA-146AFFCAC2AE}" type="slidenum">
              <a:rPr lang="en-US" smtClean="0"/>
              <a:t>‹#›</a:t>
            </a:fld>
            <a:endParaRPr lang="en-US" dirty="0"/>
          </a:p>
        </p:txBody>
      </p:sp>
    </p:spTree>
    <p:extLst>
      <p:ext uri="{BB962C8B-B14F-4D97-AF65-F5344CB8AC3E}">
        <p14:creationId xmlns:p14="http://schemas.microsoft.com/office/powerpoint/2010/main" val="104090018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Content Two Columns Slide">
    <p:bg>
      <p:bgPr>
        <a:solidFill>
          <a:schemeClr val="accent1"/>
        </a:solidFill>
        <a:effectLst/>
      </p:bgPr>
    </p:bg>
    <p:spTree>
      <p:nvGrpSpPr>
        <p:cNvPr id="1" name=""/>
        <p:cNvGrpSpPr/>
        <p:nvPr/>
      </p:nvGrpSpPr>
      <p:grpSpPr>
        <a:xfrm>
          <a:off x="0" y="0"/>
          <a:ext cx="0" cy="0"/>
          <a:chOff x="0" y="0"/>
          <a:chExt cx="0" cy="0"/>
        </a:xfrm>
      </p:grpSpPr>
      <p:sp>
        <p:nvSpPr>
          <p:cNvPr id="12" name="Freeform 11"/>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137160"/>
            <a:ext cx="8229600" cy="502920"/>
          </a:xfrm>
        </p:spPr>
        <p:txBody>
          <a:bodyPr/>
          <a:lstStyle>
            <a:lvl1pPr>
              <a:defRPr sz="2000"/>
            </a:lvl1pPr>
          </a:lstStyle>
          <a:p>
            <a:r>
              <a:rPr lang="en-US"/>
              <a:t>Click to edit Master title style</a:t>
            </a:r>
          </a:p>
        </p:txBody>
      </p:sp>
      <p:sp>
        <p:nvSpPr>
          <p:cNvPr id="6" name="Content Placeholder 5"/>
          <p:cNvSpPr>
            <a:spLocks noGrp="1"/>
          </p:cNvSpPr>
          <p:nvPr>
            <p:ph sz="quarter" idx="12" hasCustomPrompt="1"/>
          </p:nvPr>
        </p:nvSpPr>
        <p:spPr>
          <a:xfrm>
            <a:off x="457200" y="911224"/>
            <a:ext cx="4050792" cy="3657600"/>
          </a:xfr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3" hasCustomPrompt="1"/>
          </p:nvPr>
        </p:nvSpPr>
        <p:spPr>
          <a:xfrm>
            <a:off x="4636008" y="911224"/>
            <a:ext cx="4050792" cy="3657600"/>
          </a:xfr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p:cNvSpPr>
            <a:spLocks noGrp="1"/>
          </p:cNvSpPr>
          <p:nvPr>
            <p:ph type="ftr" sz="quarter" idx="11"/>
          </p:nvPr>
        </p:nvSpPr>
        <p:spPr>
          <a:xfrm>
            <a:off x="3124200" y="4805934"/>
            <a:ext cx="2895600" cy="128016"/>
          </a:xfrm>
        </p:spPr>
        <p:txBody>
          <a:bodyPr/>
          <a:lstStyle/>
          <a:p>
            <a:r>
              <a:rPr lang="en-US" dirty="0"/>
              <a:t>FOOTER CHANGED UNDER INSERT&gt;HEADER &amp; FOOTER</a:t>
            </a:r>
          </a:p>
        </p:txBody>
      </p:sp>
      <p:sp>
        <p:nvSpPr>
          <p:cNvPr id="14" name="Slide Number Placeholder 5"/>
          <p:cNvSpPr>
            <a:spLocks noGrp="1"/>
          </p:cNvSpPr>
          <p:nvPr>
            <p:ph type="sldNum" sz="quarter" idx="14"/>
          </p:nvPr>
        </p:nvSpPr>
        <p:spPr>
          <a:xfrm>
            <a:off x="6553200" y="4805934"/>
            <a:ext cx="2133600" cy="128016"/>
          </a:xfrm>
        </p:spPr>
        <p:txBody>
          <a:bodyPr/>
          <a:lstStyle/>
          <a:p>
            <a:fld id="{C5A2E38E-3676-4AC9-AE40-117CF2D4B3AC}" type="slidenum">
              <a:rPr lang="en-US" smtClean="0"/>
              <a:pPr/>
              <a:t>‹#›</a:t>
            </a:fld>
            <a:endParaRPr lang="en-US" dirty="0"/>
          </a:p>
        </p:txBody>
      </p:sp>
      <p:cxnSp>
        <p:nvCxnSpPr>
          <p:cNvPr id="15" name="Straight Connector 14"/>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457200" y="4805934"/>
            <a:ext cx="2130552" cy="123111"/>
          </a:xfrm>
          <a:prstGeom prst="rect">
            <a:avLst/>
          </a:prstGeom>
          <a:noFill/>
        </p:spPr>
        <p:txBody>
          <a:bodyPr wrap="square" lIns="0" tIns="0" rIns="0" bIns="0" rtlCol="0">
            <a:spAutoFit/>
          </a:bodyPr>
          <a:lstStyle/>
          <a:p>
            <a:r>
              <a:rPr lang="en-US" sz="800" b="1" kern="1200" cap="all" baseline="0" dirty="0">
                <a:solidFill>
                  <a:schemeClr val="tx1"/>
                </a:solidFill>
                <a:latin typeface="+mn-lt"/>
                <a:ea typeface="+mn-ea"/>
                <a:cs typeface="+mn-cs"/>
              </a:rPr>
              <a:t>SAE INTERNATIONAL</a:t>
            </a:r>
            <a:r>
              <a:rPr lang="en-US" sz="800" b="1" kern="1200" cap="all" baseline="30000" dirty="0">
                <a:solidFill>
                  <a:schemeClr val="tx1"/>
                </a:solidFill>
                <a:latin typeface="+mn-lt"/>
                <a:ea typeface="+mn-ea"/>
                <a:cs typeface="+mn-cs"/>
              </a:rPr>
              <a:t>®</a:t>
            </a:r>
          </a:p>
        </p:txBody>
      </p:sp>
      <p:sp>
        <p:nvSpPr>
          <p:cNvPr id="17" name="TextBox 16"/>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87641089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5_Content Slide">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EB88DAD-A2CC-4869-92C4-F992173EF942}"/>
              </a:ext>
            </a:extLst>
          </p:cNvPr>
          <p:cNvSpPr/>
          <p:nvPr userDrawn="1"/>
        </p:nvSpPr>
        <p:spPr>
          <a:xfrm>
            <a:off x="0" y="3886200"/>
            <a:ext cx="9144000" cy="137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9" name="Group 8">
            <a:extLst>
              <a:ext uri="{FF2B5EF4-FFF2-40B4-BE49-F238E27FC236}">
                <a16:creationId xmlns:a16="http://schemas.microsoft.com/office/drawing/2014/main" id="{BC03DD7D-34F9-4057-8F53-D34559DDFAC6}"/>
              </a:ext>
            </a:extLst>
          </p:cNvPr>
          <p:cNvGrpSpPr/>
          <p:nvPr userDrawn="1"/>
        </p:nvGrpSpPr>
        <p:grpSpPr>
          <a:xfrm>
            <a:off x="0" y="285753"/>
            <a:ext cx="9144000" cy="3635815"/>
            <a:chOff x="0" y="333847"/>
            <a:chExt cx="12192000" cy="4847753"/>
          </a:xfrm>
        </p:grpSpPr>
        <p:sp>
          <p:nvSpPr>
            <p:cNvPr id="11" name="Freeform 11">
              <a:extLst>
                <a:ext uri="{FF2B5EF4-FFF2-40B4-BE49-F238E27FC236}">
                  <a16:creationId xmlns:a16="http://schemas.microsoft.com/office/drawing/2014/main" id="{AAF7CA1C-C81D-49C1-89D3-A68ABF847F0C}"/>
                </a:ext>
              </a:extLst>
            </p:cNvPr>
            <p:cNvSpPr/>
            <p:nvPr userDrawn="1"/>
          </p:nvSpPr>
          <p:spPr bwMode="hidden">
            <a:xfrm>
              <a:off x="3048000" y="333847"/>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2" name="Rectangle 11">
              <a:extLst>
                <a:ext uri="{FF2B5EF4-FFF2-40B4-BE49-F238E27FC236}">
                  <a16:creationId xmlns:a16="http://schemas.microsoft.com/office/drawing/2014/main" id="{01FA6DEA-D17B-4A5E-9595-D519AD0963C5}"/>
                </a:ext>
              </a:extLst>
            </p:cNvPr>
            <p:cNvSpPr/>
            <p:nvPr userDrawn="1"/>
          </p:nvSpPr>
          <p:spPr>
            <a:xfrm>
              <a:off x="0" y="797719"/>
              <a:ext cx="3276600" cy="43838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10" name="Title 1"/>
          <p:cNvSpPr>
            <a:spLocks noGrp="1"/>
          </p:cNvSpPr>
          <p:nvPr>
            <p:ph type="title" hasCustomPrompt="1"/>
          </p:nvPr>
        </p:nvSpPr>
        <p:spPr>
          <a:xfrm>
            <a:off x="457200" y="137160"/>
            <a:ext cx="8229600" cy="502920"/>
          </a:xfrm>
        </p:spPr>
        <p:txBody>
          <a:bodyPr/>
          <a:lstStyle>
            <a:lvl1pPr>
              <a:defRPr sz="1800"/>
            </a:lvl1pPr>
          </a:lstStyle>
          <a:p>
            <a:r>
              <a:rPr lang="en-US"/>
              <a:t>Slide Title</a:t>
            </a:r>
          </a:p>
        </p:txBody>
      </p:sp>
      <p:sp>
        <p:nvSpPr>
          <p:cNvPr id="6" name="Content Placeholder 2"/>
          <p:cNvSpPr>
            <a:spLocks noGrp="1"/>
          </p:cNvSpPr>
          <p:nvPr>
            <p:ph idx="10" hasCustomPrompt="1"/>
          </p:nvPr>
        </p:nvSpPr>
        <p:spPr>
          <a:xfrm>
            <a:off x="457200" y="914400"/>
            <a:ext cx="8229600" cy="3657600"/>
          </a:xfrm>
        </p:spPr>
        <p:txBody>
          <a:bodyPr/>
          <a:lstStyle>
            <a:lvl3pPr marL="171450" indent="-171450">
              <a:defRPr/>
            </a:lvl3pPr>
            <a:lvl4pPr marL="428625" indent="-254794">
              <a:buFont typeface="Courier New" panose="02070309020205020404" pitchFamily="49" charset="0"/>
              <a:buChar char="o"/>
              <a:defRPr/>
            </a:lvl4pPr>
          </a:lstStyle>
          <a:p>
            <a:pPr lvl="2"/>
            <a:r>
              <a:rPr lang="en-US" sz="2100"/>
              <a:t>First instructor point</a:t>
            </a:r>
          </a:p>
          <a:p>
            <a:pPr lvl="3"/>
            <a:r>
              <a:rPr lang="en-US" sz="1800"/>
              <a:t>Supporting Fact 1</a:t>
            </a:r>
          </a:p>
          <a:p>
            <a:pPr lvl="3"/>
            <a:r>
              <a:rPr lang="en-US" sz="1800"/>
              <a:t>Supporting Fact 2</a:t>
            </a:r>
          </a:p>
        </p:txBody>
      </p:sp>
      <p:sp>
        <p:nvSpPr>
          <p:cNvPr id="13" name="Slide Number Placeholder 3">
            <a:extLst>
              <a:ext uri="{FF2B5EF4-FFF2-40B4-BE49-F238E27FC236}">
                <a16:creationId xmlns:a16="http://schemas.microsoft.com/office/drawing/2014/main" id="{8728C4EF-8AEF-4B6C-ACBA-0A4FB5AF1614}"/>
              </a:ext>
            </a:extLst>
          </p:cNvPr>
          <p:cNvSpPr>
            <a:spLocks noGrp="1"/>
          </p:cNvSpPr>
          <p:nvPr>
            <p:ph type="sldNum" sz="quarter" idx="4"/>
          </p:nvPr>
        </p:nvSpPr>
        <p:spPr>
          <a:xfrm>
            <a:off x="6629400" y="4732497"/>
            <a:ext cx="2057400" cy="273844"/>
          </a:xfrm>
          <a:prstGeom prst="rect">
            <a:avLst/>
          </a:prstGeom>
        </p:spPr>
        <p:txBody>
          <a:bodyPr vert="horz" lIns="91440" tIns="45720" rIns="91440" bIns="45720" rtlCol="0" anchor="ctr"/>
          <a:lstStyle>
            <a:lvl1pPr algn="r">
              <a:defRPr sz="900">
                <a:solidFill>
                  <a:schemeClr val="tx1"/>
                </a:solidFill>
              </a:defRPr>
            </a:lvl1pPr>
          </a:lstStyle>
          <a:p>
            <a:fld id="{6A4A1F37-3168-459C-ACB2-88C8010462A1}" type="slidenum">
              <a:rPr lang="en-US" smtClean="0"/>
              <a:pPr/>
              <a:t>‹#›</a:t>
            </a:fld>
            <a:endParaRPr lang="en-US" dirty="0"/>
          </a:p>
        </p:txBody>
      </p:sp>
    </p:spTree>
    <p:custDataLst>
      <p:tags r:id="rId1"/>
    </p:custDataLst>
    <p:extLst>
      <p:ext uri="{BB962C8B-B14F-4D97-AF65-F5344CB8AC3E}">
        <p14:creationId xmlns:p14="http://schemas.microsoft.com/office/powerpoint/2010/main" val="191173952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Content Slide">
    <p:bg>
      <p:bgPr>
        <a:solidFill>
          <a:schemeClr val="accent1"/>
        </a:solidFill>
        <a:effectLst/>
      </p:bgPr>
    </p:bg>
    <p:spTree>
      <p:nvGrpSpPr>
        <p:cNvPr id="1" name=""/>
        <p:cNvGrpSpPr/>
        <p:nvPr/>
      </p:nvGrpSpPr>
      <p:grpSpPr>
        <a:xfrm>
          <a:off x="0" y="0"/>
          <a:ext cx="0" cy="0"/>
          <a:chOff x="0" y="0"/>
          <a:chExt cx="0" cy="0"/>
        </a:xfrm>
      </p:grpSpPr>
      <p:sp>
        <p:nvSpPr>
          <p:cNvPr id="9" name="Freeform 8"/>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hasCustomPrompt="1"/>
          </p:nvPr>
        </p:nvSpPr>
        <p:spPr>
          <a:xfrm>
            <a:off x="457200" y="911224"/>
            <a:ext cx="8229600" cy="3657600"/>
          </a:xfrm>
        </p:spPr>
        <p:txBody>
          <a:bodyPr/>
          <a:lstStyle>
            <a:lvl1pPr>
              <a:defRPr sz="1800"/>
            </a:lvl1pPr>
            <a:lvl2pPr>
              <a:defRPr sz="1800"/>
            </a:lvl2pPr>
            <a:lvl3pPr>
              <a:defRPr sz="1800"/>
            </a:lvl3pPr>
            <a:lvl4pPr>
              <a:defRPr sz="1800"/>
            </a:lvl4pPr>
            <a:lvl5pPr>
              <a:defRPr sz="1800"/>
            </a:lvl5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124200" y="4805934"/>
            <a:ext cx="2895600" cy="128016"/>
          </a:xfrm>
        </p:spPr>
        <p:txBody>
          <a:bodyPr/>
          <a:lstStyle/>
          <a:p>
            <a:r>
              <a:rPr lang="en-US" dirty="0"/>
              <a:t>FOOTER CHANGED UNDER INSERT&gt;HEADER &amp; FOOTER</a:t>
            </a:r>
          </a:p>
        </p:txBody>
      </p:sp>
      <p:sp>
        <p:nvSpPr>
          <p:cNvPr id="6" name="Slide Number Placeholder 5"/>
          <p:cNvSpPr>
            <a:spLocks noGrp="1"/>
          </p:cNvSpPr>
          <p:nvPr>
            <p:ph type="sldNum" sz="quarter" idx="12"/>
          </p:nvPr>
        </p:nvSpPr>
        <p:spPr>
          <a:xfrm>
            <a:off x="6553200" y="4805934"/>
            <a:ext cx="2133600" cy="128016"/>
          </a:xfrm>
        </p:spPr>
        <p:txBody>
          <a:bodyPr/>
          <a:lstStyle/>
          <a:p>
            <a:fld id="{C5A2E38E-3676-4AC9-AE40-117CF2D4B3AC}" type="slidenum">
              <a:rPr lang="en-US" smtClean="0"/>
              <a:pPr/>
              <a:t>‹#›</a:t>
            </a:fld>
            <a:endParaRPr lang="en-US" dirty="0"/>
          </a:p>
        </p:txBody>
      </p:sp>
      <p:cxnSp>
        <p:nvCxnSpPr>
          <p:cNvPr id="8" name="Straight Connector 7"/>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457200" y="137160"/>
            <a:ext cx="8229600" cy="502920"/>
          </a:xfrm>
        </p:spPr>
        <p:txBody>
          <a:bodyPr/>
          <a:lstStyle>
            <a:lvl1pPr>
              <a:defRPr sz="2000"/>
            </a:lvl1pPr>
          </a:lstStyle>
          <a:p>
            <a:r>
              <a:rPr lang="en-US"/>
              <a:t>Click to edit Master title style</a:t>
            </a:r>
          </a:p>
        </p:txBody>
      </p:sp>
      <p:sp>
        <p:nvSpPr>
          <p:cNvPr id="11" name="TextBox 10"/>
          <p:cNvSpPr txBox="1"/>
          <p:nvPr userDrawn="1"/>
        </p:nvSpPr>
        <p:spPr>
          <a:xfrm>
            <a:off x="457200" y="4805934"/>
            <a:ext cx="2130552" cy="123111"/>
          </a:xfrm>
          <a:prstGeom prst="rect">
            <a:avLst/>
          </a:prstGeom>
          <a:noFill/>
        </p:spPr>
        <p:txBody>
          <a:bodyPr wrap="square" lIns="0" tIns="0" rIns="0" bIns="0" rtlCol="0">
            <a:spAutoFit/>
          </a:bodyPr>
          <a:lstStyle/>
          <a:p>
            <a:r>
              <a:rPr lang="en-US" sz="800" b="1" cap="all" baseline="0" dirty="0">
                <a:latin typeface="+mj-lt"/>
              </a:rPr>
              <a:t>SAE INTERNATIONAL</a:t>
            </a:r>
            <a:r>
              <a:rPr lang="en-US" sz="800" b="1" kern="1200" cap="all" baseline="30000" dirty="0">
                <a:solidFill>
                  <a:schemeClr val="tx1"/>
                </a:solidFill>
                <a:latin typeface="+mn-lt"/>
                <a:ea typeface="+mn-ea"/>
                <a:cs typeface="+mn-cs"/>
              </a:rPr>
              <a:t>®</a:t>
            </a:r>
            <a:endParaRPr lang="en-US" sz="800" b="1" cap="all" baseline="30000" dirty="0">
              <a:solidFill>
                <a:schemeClr val="tx1"/>
              </a:solidFill>
              <a:latin typeface="+mj-lt"/>
            </a:endParaRPr>
          </a:p>
        </p:txBody>
      </p:sp>
      <p:sp>
        <p:nvSpPr>
          <p:cNvPr id="12" name="TextBox 11"/>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413364187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Content Two-thirds Slide">
    <p:bg>
      <p:bgPr>
        <a:solidFill>
          <a:schemeClr val="accent1"/>
        </a:solidFill>
        <a:effectLst/>
      </p:bgPr>
    </p:bg>
    <p:spTree>
      <p:nvGrpSpPr>
        <p:cNvPr id="1" name=""/>
        <p:cNvGrpSpPr/>
        <p:nvPr/>
      </p:nvGrpSpPr>
      <p:grpSpPr>
        <a:xfrm>
          <a:off x="0" y="0"/>
          <a:ext cx="0" cy="0"/>
          <a:chOff x="0" y="0"/>
          <a:chExt cx="0" cy="0"/>
        </a:xfrm>
      </p:grpSpPr>
      <p:sp>
        <p:nvSpPr>
          <p:cNvPr id="12" name="Freeform 11"/>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137160"/>
            <a:ext cx="8229600" cy="502920"/>
          </a:xfrm>
        </p:spPr>
        <p:txBody>
          <a:bodyPr/>
          <a:lstStyle>
            <a:lvl1pPr>
              <a:defRPr sz="2000"/>
            </a:lvl1pPr>
          </a:lstStyle>
          <a:p>
            <a:r>
              <a:rPr lang="en-US"/>
              <a:t>Click to edit Master title style</a:t>
            </a:r>
          </a:p>
        </p:txBody>
      </p:sp>
      <p:sp>
        <p:nvSpPr>
          <p:cNvPr id="6" name="Content Placeholder 5"/>
          <p:cNvSpPr>
            <a:spLocks noGrp="1"/>
          </p:cNvSpPr>
          <p:nvPr>
            <p:ph sz="quarter" idx="12" hasCustomPrompt="1"/>
          </p:nvPr>
        </p:nvSpPr>
        <p:spPr>
          <a:xfrm>
            <a:off x="457200" y="911224"/>
            <a:ext cx="5440680" cy="3657600"/>
          </a:xfr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3" hasCustomPrompt="1"/>
          </p:nvPr>
        </p:nvSpPr>
        <p:spPr>
          <a:xfrm>
            <a:off x="6035040" y="911224"/>
            <a:ext cx="2651760" cy="3657600"/>
          </a:xfr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p:cNvSpPr>
            <a:spLocks noGrp="1"/>
          </p:cNvSpPr>
          <p:nvPr>
            <p:ph type="ftr" sz="quarter" idx="11"/>
          </p:nvPr>
        </p:nvSpPr>
        <p:spPr>
          <a:xfrm>
            <a:off x="3124200" y="4805934"/>
            <a:ext cx="2895600" cy="128016"/>
          </a:xfrm>
        </p:spPr>
        <p:txBody>
          <a:bodyPr/>
          <a:lstStyle/>
          <a:p>
            <a:r>
              <a:rPr lang="en-US" dirty="0"/>
              <a:t>FOOTER CHANGED UNDER INSERT&gt;HEADER &amp; FOOTER</a:t>
            </a:r>
          </a:p>
        </p:txBody>
      </p:sp>
      <p:sp>
        <p:nvSpPr>
          <p:cNvPr id="14" name="Slide Number Placeholder 5"/>
          <p:cNvSpPr>
            <a:spLocks noGrp="1"/>
          </p:cNvSpPr>
          <p:nvPr>
            <p:ph type="sldNum" sz="quarter" idx="14"/>
          </p:nvPr>
        </p:nvSpPr>
        <p:spPr>
          <a:xfrm>
            <a:off x="6553200" y="4805934"/>
            <a:ext cx="2133600" cy="128016"/>
          </a:xfrm>
        </p:spPr>
        <p:txBody>
          <a:bodyPr/>
          <a:lstStyle/>
          <a:p>
            <a:fld id="{C5A2E38E-3676-4AC9-AE40-117CF2D4B3AC}" type="slidenum">
              <a:rPr lang="en-US" smtClean="0"/>
              <a:pPr/>
              <a:t>‹#›</a:t>
            </a:fld>
            <a:endParaRPr lang="en-US" dirty="0"/>
          </a:p>
        </p:txBody>
      </p:sp>
      <p:cxnSp>
        <p:nvCxnSpPr>
          <p:cNvPr id="15" name="Straight Connector 14"/>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457200" y="4805934"/>
            <a:ext cx="2130552" cy="123111"/>
          </a:xfrm>
          <a:prstGeom prst="rect">
            <a:avLst/>
          </a:prstGeom>
          <a:noFill/>
        </p:spPr>
        <p:txBody>
          <a:bodyPr wrap="square" lIns="0" tIns="0" rIns="0" bIns="0" rtlCol="0">
            <a:spAutoFit/>
          </a:bodyPr>
          <a:lstStyle/>
          <a:p>
            <a:r>
              <a:rPr lang="en-US" sz="800" b="1" kern="1200" cap="all" baseline="0" dirty="0">
                <a:solidFill>
                  <a:schemeClr val="tx1"/>
                </a:solidFill>
                <a:latin typeface="+mn-lt"/>
                <a:ea typeface="+mn-ea"/>
                <a:cs typeface="+mn-cs"/>
              </a:rPr>
              <a:t>SAE INTERNATIONAL</a:t>
            </a:r>
            <a:r>
              <a:rPr lang="en-US" sz="800" b="1" kern="1200" cap="all" baseline="30000" dirty="0">
                <a:solidFill>
                  <a:schemeClr val="tx1"/>
                </a:solidFill>
                <a:latin typeface="+mn-lt"/>
                <a:ea typeface="+mn-ea"/>
                <a:cs typeface="+mn-cs"/>
              </a:rPr>
              <a:t>®</a:t>
            </a:r>
          </a:p>
        </p:txBody>
      </p:sp>
      <p:sp>
        <p:nvSpPr>
          <p:cNvPr id="17" name="TextBox 16"/>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242194311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Course Objectives">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DA8067-64D8-43B9-B282-742F316882F3}"/>
              </a:ext>
            </a:extLst>
          </p:cNvPr>
          <p:cNvSpPr/>
          <p:nvPr userDrawn="1"/>
        </p:nvSpPr>
        <p:spPr>
          <a:xfrm>
            <a:off x="0" y="3886200"/>
            <a:ext cx="9144000" cy="137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3" name="Group 2">
            <a:extLst>
              <a:ext uri="{FF2B5EF4-FFF2-40B4-BE49-F238E27FC236}">
                <a16:creationId xmlns:a16="http://schemas.microsoft.com/office/drawing/2014/main" id="{0655DB14-0E7B-40E9-9358-1EECEE2F6114}"/>
              </a:ext>
            </a:extLst>
          </p:cNvPr>
          <p:cNvGrpSpPr/>
          <p:nvPr userDrawn="1"/>
        </p:nvGrpSpPr>
        <p:grpSpPr>
          <a:xfrm>
            <a:off x="0" y="285753"/>
            <a:ext cx="9144000" cy="3635815"/>
            <a:chOff x="0" y="333847"/>
            <a:chExt cx="12192000" cy="4847753"/>
          </a:xfrm>
        </p:grpSpPr>
        <p:sp>
          <p:nvSpPr>
            <p:cNvPr id="8" name="Freeform 11">
              <a:extLst>
                <a:ext uri="{FF2B5EF4-FFF2-40B4-BE49-F238E27FC236}">
                  <a16:creationId xmlns:a16="http://schemas.microsoft.com/office/drawing/2014/main" id="{F1FDFFB0-61A9-4CAD-917E-D097A7D309EB}"/>
                </a:ext>
              </a:extLst>
            </p:cNvPr>
            <p:cNvSpPr/>
            <p:nvPr userDrawn="1"/>
          </p:nvSpPr>
          <p:spPr bwMode="hidden">
            <a:xfrm>
              <a:off x="3048000" y="333847"/>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 name="Rectangle 8">
              <a:extLst>
                <a:ext uri="{FF2B5EF4-FFF2-40B4-BE49-F238E27FC236}">
                  <a16:creationId xmlns:a16="http://schemas.microsoft.com/office/drawing/2014/main" id="{1CEE41A3-48EA-4CE3-8881-31D0AF3D53EA}"/>
                </a:ext>
              </a:extLst>
            </p:cNvPr>
            <p:cNvSpPr/>
            <p:nvPr userDrawn="1"/>
          </p:nvSpPr>
          <p:spPr>
            <a:xfrm>
              <a:off x="0" y="797719"/>
              <a:ext cx="3276600" cy="43838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10" name="Title 1"/>
          <p:cNvSpPr>
            <a:spLocks noGrp="1"/>
          </p:cNvSpPr>
          <p:nvPr>
            <p:ph type="title" hasCustomPrompt="1"/>
          </p:nvPr>
        </p:nvSpPr>
        <p:spPr>
          <a:xfrm>
            <a:off x="457200" y="137160"/>
            <a:ext cx="8229600" cy="502920"/>
          </a:xfrm>
        </p:spPr>
        <p:txBody>
          <a:bodyPr/>
          <a:lstStyle>
            <a:lvl1pPr>
              <a:defRPr sz="1800"/>
            </a:lvl1pPr>
          </a:lstStyle>
          <a:p>
            <a:r>
              <a:rPr lang="en-US"/>
              <a:t>Course Objectives</a:t>
            </a:r>
          </a:p>
        </p:txBody>
      </p:sp>
      <p:sp>
        <p:nvSpPr>
          <p:cNvPr id="4" name="Content Placeholder 3"/>
          <p:cNvSpPr>
            <a:spLocks noGrp="1"/>
          </p:cNvSpPr>
          <p:nvPr>
            <p:ph sz="quarter" idx="10" hasCustomPrompt="1"/>
          </p:nvPr>
        </p:nvSpPr>
        <p:spPr>
          <a:xfrm>
            <a:off x="457200" y="912114"/>
            <a:ext cx="7315200" cy="3086100"/>
          </a:xfrm>
        </p:spPr>
        <p:txBody>
          <a:bodyPr/>
          <a:lstStyle>
            <a:lvl1pPr marL="0" indent="0">
              <a:buFont typeface="Arial" pitchFamily="34" charset="0"/>
              <a:buNone/>
              <a:defRPr baseline="0"/>
            </a:lvl1pPr>
            <a:lvl3pPr marL="171450" indent="-171450">
              <a:buFont typeface="Arial" panose="020B0604020202020204" pitchFamily="34" charset="0"/>
              <a:buChar char="•"/>
              <a:defRPr/>
            </a:lvl3pPr>
          </a:lstStyle>
          <a:p>
            <a:pPr lvl="0"/>
            <a:r>
              <a:rPr lang="en-US"/>
              <a:t>By the end of this course you will be able to:</a:t>
            </a:r>
          </a:p>
          <a:p>
            <a:pPr lvl="2"/>
            <a:r>
              <a:rPr lang="en-US"/>
              <a:t>Objective 1</a:t>
            </a:r>
          </a:p>
          <a:p>
            <a:pPr lvl="2"/>
            <a:r>
              <a:rPr lang="en-US"/>
              <a:t>Objective 2</a:t>
            </a:r>
          </a:p>
        </p:txBody>
      </p:sp>
    </p:spTree>
    <p:custDataLst>
      <p:tags r:id="rId1"/>
    </p:custDataLst>
    <p:extLst>
      <p:ext uri="{BB962C8B-B14F-4D97-AF65-F5344CB8AC3E}">
        <p14:creationId xmlns:p14="http://schemas.microsoft.com/office/powerpoint/2010/main" val="426950745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1_Title Slide SAE Blue">
    <p:spTree>
      <p:nvGrpSpPr>
        <p:cNvPr id="1" name=""/>
        <p:cNvGrpSpPr/>
        <p:nvPr/>
      </p:nvGrpSpPr>
      <p:grpSpPr>
        <a:xfrm>
          <a:off x="0" y="0"/>
          <a:ext cx="0" cy="0"/>
          <a:chOff x="0" y="0"/>
          <a:chExt cx="0" cy="0"/>
        </a:xfrm>
      </p:grpSpPr>
      <p:sp>
        <p:nvSpPr>
          <p:cNvPr id="2" name="Title 1"/>
          <p:cNvSpPr>
            <a:spLocks noGrp="1"/>
          </p:cNvSpPr>
          <p:nvPr userDrawn="1">
            <p:ph type="title"/>
          </p:nvPr>
        </p:nvSpPr>
        <p:spPr>
          <a:xfrm>
            <a:off x="457200" y="895350"/>
            <a:ext cx="5559552" cy="940274"/>
          </a:xfrm>
        </p:spPr>
        <p:txBody>
          <a:bodyPr anchor="b"/>
          <a:lstStyle>
            <a:lvl1pPr>
              <a:defRPr sz="2100" b="1"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p>
        </p:txBody>
      </p:sp>
      <p:sp>
        <p:nvSpPr>
          <p:cNvPr id="5" name="TextBox 4"/>
          <p:cNvSpPr txBox="1"/>
          <p:nvPr userDrawn="1"/>
        </p:nvSpPr>
        <p:spPr>
          <a:xfrm>
            <a:off x="457200" y="438912"/>
            <a:ext cx="5559552" cy="184666"/>
          </a:xfrm>
          <a:prstGeom prst="rect">
            <a:avLst/>
          </a:prstGeom>
          <a:noFill/>
        </p:spPr>
        <p:txBody>
          <a:bodyPr wrap="square" lIns="0" tIns="0" rIns="0" bIns="0" rtlCol="0">
            <a:spAutoFit/>
          </a:bodyPr>
          <a:lstStyle/>
          <a:p>
            <a:r>
              <a:rPr lang="en-US" sz="1200" b="0" i="0" dirty="0">
                <a:solidFill>
                  <a:schemeClr val="tx1"/>
                </a:solidFill>
                <a:latin typeface="Verdana" panose="020B0604030504040204" pitchFamily="34" charset="0"/>
                <a:ea typeface="Verdana" panose="020B0604030504040204" pitchFamily="34" charset="0"/>
                <a:cs typeface="Verdana" panose="020B0604030504040204" pitchFamily="34" charset="0"/>
              </a:rPr>
              <a:t>SAE INTERNATIONAL</a:t>
            </a:r>
          </a:p>
        </p:txBody>
      </p:sp>
      <p:sp>
        <p:nvSpPr>
          <p:cNvPr id="6" name="Subtitle 2"/>
          <p:cNvSpPr>
            <a:spLocks noGrp="1"/>
          </p:cNvSpPr>
          <p:nvPr userDrawn="1">
            <p:ph type="subTitle" idx="1" hasCustomPrompt="1"/>
          </p:nvPr>
        </p:nvSpPr>
        <p:spPr>
          <a:xfrm>
            <a:off x="457200" y="1883391"/>
            <a:ext cx="5562600" cy="2691783"/>
          </a:xfrm>
        </p:spPr>
        <p:txBody>
          <a:bodyPr>
            <a:noAutofit/>
          </a:bodyPr>
          <a:lstStyle>
            <a:lvl1pPr marL="0" indent="0" algn="l">
              <a:buNone/>
              <a:defRPr sz="2100" b="0" i="0" cap="none"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buNone/>
              <a:defRPr sz="2100">
                <a:solidFill>
                  <a:schemeClr val="bg1"/>
                </a:solidFill>
              </a:defRPr>
            </a:lvl2pPr>
            <a:lvl3pPr marL="0" indent="0" algn="l">
              <a:buNone/>
              <a:defRPr sz="2100">
                <a:solidFill>
                  <a:schemeClr val="bg1"/>
                </a:solidFill>
              </a:defRPr>
            </a:lvl3pPr>
            <a:lvl4pPr marL="0" indent="0" algn="l">
              <a:buNone/>
              <a:defRPr sz="2100">
                <a:solidFill>
                  <a:schemeClr val="bg1"/>
                </a:solidFill>
              </a:defRPr>
            </a:lvl4pPr>
            <a:lvl5pPr marL="0" indent="0" algn="l">
              <a:buNone/>
              <a:tabLst/>
              <a:defRPr sz="2100">
                <a:solidFill>
                  <a:schemeClr val="bg1"/>
                </a:solidFill>
              </a:defRPr>
            </a:lvl5pPr>
            <a:lvl6pPr marL="0" indent="0" algn="l">
              <a:spcBef>
                <a:spcPts val="0"/>
              </a:spcBef>
              <a:buNone/>
              <a:defRPr sz="2100">
                <a:solidFill>
                  <a:schemeClr val="bg1"/>
                </a:solidFill>
              </a:defRPr>
            </a:lvl6pPr>
            <a:lvl7pPr marL="0" indent="0" algn="l">
              <a:spcBef>
                <a:spcPts val="0"/>
              </a:spcBef>
              <a:buNone/>
              <a:defRPr sz="2100">
                <a:solidFill>
                  <a:schemeClr val="bg1"/>
                </a:solidFill>
              </a:defRPr>
            </a:lvl7pPr>
            <a:lvl8pPr marL="0" indent="0" algn="l">
              <a:spcBef>
                <a:spcPts val="0"/>
              </a:spcBef>
              <a:buNone/>
              <a:defRPr sz="2100">
                <a:solidFill>
                  <a:schemeClr val="bg1"/>
                </a:solidFill>
              </a:defRPr>
            </a:lvl8pPr>
            <a:lvl9pPr marL="0" indent="0" algn="l">
              <a:spcBef>
                <a:spcPts val="0"/>
              </a:spcBef>
              <a:buNone/>
              <a:defRPr sz="2100">
                <a:solidFill>
                  <a:schemeClr val="bg1"/>
                </a:solidFill>
              </a:defRPr>
            </a:lvl9pPr>
          </a:lstStyle>
          <a:p>
            <a:pPr lvl="0"/>
            <a:r>
              <a:rPr lang="en-US" sz="2100"/>
              <a:t>Click to edit subhead</a:t>
            </a:r>
          </a:p>
        </p:txBody>
      </p:sp>
      <p:sp>
        <p:nvSpPr>
          <p:cNvPr id="11" name="TextBox 10"/>
          <p:cNvSpPr txBox="1"/>
          <p:nvPr userDrawn="1"/>
        </p:nvSpPr>
        <p:spPr>
          <a:xfrm>
            <a:off x="387752" y="4870774"/>
            <a:ext cx="4572000" cy="169277"/>
          </a:xfrm>
          <a:prstGeom prst="rect">
            <a:avLst/>
          </a:prstGeom>
          <a:noFill/>
        </p:spPr>
        <p:txBody>
          <a:bodyPr wrap="square" rtlCol="0" anchor="b" anchorCtr="0">
            <a:spAutoFit/>
          </a:bodyPr>
          <a:lstStyle/>
          <a:p>
            <a:pPr algn="l"/>
            <a:r>
              <a:rPr lang="en-US" sz="500" b="0" i="0" kern="1200" dirty="0">
                <a:solidFill>
                  <a:schemeClr val="tx1"/>
                </a:solidFill>
                <a:latin typeface="Verdana" panose="020B0604030504040204" pitchFamily="34" charset="0"/>
                <a:ea typeface="Verdana" panose="020B0604030504040204" pitchFamily="34" charset="0"/>
                <a:cs typeface="Verdana" panose="020B0604030504040204" pitchFamily="34" charset="0"/>
              </a:rPr>
              <a:t>Copyright © SAE International.  Further use or distribution is not permitted without permission from SAE</a:t>
            </a:r>
            <a:endParaRPr lang="en-US" sz="500" b="0" i="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int_sae_sg_720_dbl_rgb_wht.png">
            <a:extLst>
              <a:ext uri="{FF2B5EF4-FFF2-40B4-BE49-F238E27FC236}">
                <a16:creationId xmlns:a16="http://schemas.microsoft.com/office/drawing/2014/main" id="{92EA6716-5B36-7DC2-7D91-64158EAE16E4}"/>
              </a:ext>
            </a:extLst>
          </p:cNvPr>
          <p:cNvPicPr>
            <a:picLocks noChangeAspect="1"/>
          </p:cNvPicPr>
          <p:nvPr userDrawn="1"/>
        </p:nvPicPr>
        <p:blipFill>
          <a:blip r:embed="rId2" cstate="print"/>
          <a:srcRect l="1818"/>
          <a:stretch>
            <a:fillRect/>
          </a:stretch>
        </p:blipFill>
        <p:spPr bwMode="hidden">
          <a:xfrm rot="16200000">
            <a:off x="5238750" y="1238448"/>
            <a:ext cx="5143501" cy="2666604"/>
          </a:xfrm>
          <a:prstGeom prst="rect">
            <a:avLst/>
          </a:prstGeom>
        </p:spPr>
      </p:pic>
    </p:spTree>
    <p:extLst>
      <p:ext uri="{BB962C8B-B14F-4D97-AF65-F5344CB8AC3E}">
        <p14:creationId xmlns:p14="http://schemas.microsoft.com/office/powerpoint/2010/main" val="175889118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Picture 11" descr="int_sae_sg_720_blk_rgb_wht.png"/>
          <p:cNvPicPr>
            <a:picLocks noChangeAspect="1"/>
          </p:cNvPicPr>
          <p:nvPr userDrawn="1"/>
        </p:nvPicPr>
        <p:blipFill>
          <a:blip r:embed="rId2"/>
          <a:srcRect l="1303"/>
          <a:stretch>
            <a:fillRect/>
          </a:stretch>
        </p:blipFill>
        <p:spPr>
          <a:xfrm rot="-5400000">
            <a:off x="5246044" y="1247178"/>
            <a:ext cx="5143500" cy="2649143"/>
          </a:xfrm>
          <a:prstGeom prst="rect">
            <a:avLst/>
          </a:prstGeom>
        </p:spPr>
      </p:pic>
      <p:sp>
        <p:nvSpPr>
          <p:cNvPr id="8" name="Rectangle 7"/>
          <p:cNvSpPr/>
          <p:nvPr userDrawn="1"/>
        </p:nvSpPr>
        <p:spPr bwMode="hidden">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int_sae_sg_720_dbl_rgb_wht.png"/>
          <p:cNvPicPr>
            <a:picLocks noChangeAspect="1"/>
          </p:cNvPicPr>
          <p:nvPr userDrawn="1"/>
        </p:nvPicPr>
        <p:blipFill>
          <a:blip r:embed="rId3" cstate="print"/>
          <a:srcRect l="1818"/>
          <a:stretch>
            <a:fillRect/>
          </a:stretch>
        </p:blipFill>
        <p:spPr bwMode="hidden">
          <a:xfrm rot="16200000">
            <a:off x="5238750" y="1238448"/>
            <a:ext cx="5143501" cy="2666604"/>
          </a:xfrm>
          <a:prstGeom prst="rect">
            <a:avLst/>
          </a:prstGeom>
        </p:spPr>
      </p:pic>
      <p:sp>
        <p:nvSpPr>
          <p:cNvPr id="2" name="Title 1"/>
          <p:cNvSpPr>
            <a:spLocks noGrp="1"/>
          </p:cNvSpPr>
          <p:nvPr>
            <p:ph type="title"/>
          </p:nvPr>
        </p:nvSpPr>
        <p:spPr>
          <a:xfrm>
            <a:off x="457200" y="895350"/>
            <a:ext cx="5559552" cy="940274"/>
          </a:xfrm>
          <a:prstGeom prst="rect">
            <a:avLst/>
          </a:prstGeom>
        </p:spPr>
        <p:txBody>
          <a:bodyPr anchor="b"/>
          <a:lstStyle>
            <a:lvl1pPr>
              <a:defRPr sz="2100" cap="all" baseline="0">
                <a:solidFill>
                  <a:schemeClr val="accent1"/>
                </a:solidFill>
              </a:defRPr>
            </a:lvl1pPr>
          </a:lstStyle>
          <a:p>
            <a:r>
              <a:rPr lang="en-US"/>
              <a:t>Click to edit Master title style</a:t>
            </a:r>
          </a:p>
        </p:txBody>
      </p:sp>
      <p:sp>
        <p:nvSpPr>
          <p:cNvPr id="5" name="TextBox 4"/>
          <p:cNvSpPr txBox="1"/>
          <p:nvPr userDrawn="1"/>
        </p:nvSpPr>
        <p:spPr>
          <a:xfrm>
            <a:off x="457200" y="438912"/>
            <a:ext cx="5559552" cy="301752"/>
          </a:xfrm>
          <a:prstGeom prst="rect">
            <a:avLst/>
          </a:prstGeom>
          <a:noFill/>
        </p:spPr>
        <p:txBody>
          <a:bodyPr wrap="square" lIns="0" tIns="0" rIns="0" bIns="0" rtlCol="0">
            <a:spAutoFit/>
          </a:bodyPr>
          <a:lstStyle/>
          <a:p>
            <a:r>
              <a:rPr lang="en-US" sz="1200" b="1" dirty="0">
                <a:latin typeface="+mj-lt"/>
              </a:rPr>
              <a:t>SAE INTERNATIONAL</a:t>
            </a:r>
          </a:p>
        </p:txBody>
      </p:sp>
      <p:sp>
        <p:nvSpPr>
          <p:cNvPr id="6" name="Subtitle 2"/>
          <p:cNvSpPr>
            <a:spLocks noGrp="1"/>
          </p:cNvSpPr>
          <p:nvPr>
            <p:ph type="subTitle" idx="1" hasCustomPrompt="1"/>
          </p:nvPr>
        </p:nvSpPr>
        <p:spPr>
          <a:xfrm>
            <a:off x="457200" y="1883391"/>
            <a:ext cx="5562600" cy="2691783"/>
          </a:xfrm>
          <a:prstGeom prst="rect">
            <a:avLst/>
          </a:prstGeom>
        </p:spPr>
        <p:txBody>
          <a:bodyPr>
            <a:noAutofit/>
          </a:bodyPr>
          <a:lstStyle>
            <a:lvl1pPr marL="0" indent="0" algn="l">
              <a:buNone/>
              <a:defRPr sz="2100" b="0" cap="none" baseline="0">
                <a:solidFill>
                  <a:schemeClr val="accent1"/>
                </a:solidFill>
              </a:defRPr>
            </a:lvl1pPr>
            <a:lvl2pPr marL="0" indent="0" algn="l">
              <a:buNone/>
              <a:defRPr sz="2100">
                <a:solidFill>
                  <a:schemeClr val="accent1"/>
                </a:solidFill>
              </a:defRPr>
            </a:lvl2pPr>
            <a:lvl3pPr marL="0" indent="0" algn="l">
              <a:buNone/>
              <a:defRPr sz="2100">
                <a:solidFill>
                  <a:schemeClr val="accent1"/>
                </a:solidFill>
              </a:defRPr>
            </a:lvl3pPr>
            <a:lvl4pPr marL="0" indent="0" algn="l">
              <a:buNone/>
              <a:defRPr sz="2100">
                <a:solidFill>
                  <a:schemeClr val="accent1"/>
                </a:solidFill>
              </a:defRPr>
            </a:lvl4pPr>
            <a:lvl5pPr marL="0" indent="0" algn="l">
              <a:buNone/>
              <a:tabLst/>
              <a:defRPr sz="2100">
                <a:solidFill>
                  <a:schemeClr val="accent1"/>
                </a:solidFill>
              </a:defRPr>
            </a:lvl5pPr>
            <a:lvl6pPr marL="0" indent="0" algn="l">
              <a:spcBef>
                <a:spcPts val="0"/>
              </a:spcBef>
              <a:buNone/>
              <a:defRPr sz="2100">
                <a:solidFill>
                  <a:schemeClr val="accent1"/>
                </a:solidFill>
              </a:defRPr>
            </a:lvl6pPr>
            <a:lvl7pPr marL="0" indent="0" algn="l">
              <a:spcBef>
                <a:spcPts val="0"/>
              </a:spcBef>
              <a:buNone/>
              <a:defRPr sz="2100">
                <a:solidFill>
                  <a:schemeClr val="accent1"/>
                </a:solidFill>
              </a:defRPr>
            </a:lvl7pPr>
            <a:lvl8pPr marL="0" indent="0" algn="l">
              <a:spcBef>
                <a:spcPts val="0"/>
              </a:spcBef>
              <a:buNone/>
              <a:defRPr sz="2100">
                <a:solidFill>
                  <a:schemeClr val="accent1"/>
                </a:solidFill>
              </a:defRPr>
            </a:lvl8pPr>
            <a:lvl9pPr marL="0" indent="0" algn="l">
              <a:spcBef>
                <a:spcPts val="0"/>
              </a:spcBef>
              <a:buNone/>
              <a:defRPr sz="2100">
                <a:solidFill>
                  <a:schemeClr val="accent1"/>
                </a:solidFill>
              </a:defRPr>
            </a:lvl9pPr>
          </a:lstStyle>
          <a:p>
            <a:pPr lvl="0"/>
            <a:r>
              <a:rPr lang="en-US" sz="2100"/>
              <a:t>Click to edit subhead</a:t>
            </a:r>
          </a:p>
        </p:txBody>
      </p:sp>
      <p:sp>
        <p:nvSpPr>
          <p:cNvPr id="10" name="TextBox 9"/>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146706588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SAE Blue">
    <p:spTree>
      <p:nvGrpSpPr>
        <p:cNvPr id="1" name=""/>
        <p:cNvGrpSpPr/>
        <p:nvPr/>
      </p:nvGrpSpPr>
      <p:grpSpPr>
        <a:xfrm>
          <a:off x="0" y="0"/>
          <a:ext cx="0" cy="0"/>
          <a:chOff x="0" y="0"/>
          <a:chExt cx="0" cy="0"/>
        </a:xfrm>
      </p:grpSpPr>
      <p:pic>
        <p:nvPicPr>
          <p:cNvPr id="10" name="Picture 9" descr="int_sae_sg_720_blk_rgb_wht.png"/>
          <p:cNvPicPr>
            <a:picLocks noChangeAspect="1"/>
          </p:cNvPicPr>
          <p:nvPr userDrawn="1"/>
        </p:nvPicPr>
        <p:blipFill>
          <a:blip r:embed="rId2"/>
          <a:srcRect l="1303"/>
          <a:stretch>
            <a:fillRect/>
          </a:stretch>
        </p:blipFill>
        <p:spPr>
          <a:xfrm rot="-5400000">
            <a:off x="5246044" y="1247178"/>
            <a:ext cx="5143500" cy="2649143"/>
          </a:xfrm>
          <a:prstGeom prst="rect">
            <a:avLst/>
          </a:prstGeom>
        </p:spPr>
      </p:pic>
      <p:grpSp>
        <p:nvGrpSpPr>
          <p:cNvPr id="15" name="Group 14"/>
          <p:cNvGrpSpPr/>
          <p:nvPr userDrawn="1"/>
        </p:nvGrpSpPr>
        <p:grpSpPr bwMode="hidden">
          <a:xfrm>
            <a:off x="0" y="-1"/>
            <a:ext cx="9144000" cy="5143501"/>
            <a:chOff x="0" y="-1"/>
            <a:chExt cx="9144000" cy="5143501"/>
          </a:xfrm>
        </p:grpSpPr>
        <p:sp>
          <p:nvSpPr>
            <p:cNvPr id="12" name="Rectangle 11"/>
            <p:cNvSpPr/>
            <p:nvPr userDrawn="1"/>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int_sae_sg_720_dbl_rgb_wht.png"/>
            <p:cNvPicPr>
              <a:picLocks noChangeAspect="1"/>
            </p:cNvPicPr>
            <p:nvPr userDrawn="1"/>
          </p:nvPicPr>
          <p:blipFill>
            <a:blip r:embed="rId3" cstate="print"/>
            <a:srcRect l="1818"/>
            <a:stretch>
              <a:fillRect/>
            </a:stretch>
          </p:blipFill>
          <p:spPr bwMode="hidden">
            <a:xfrm rot="16200000">
              <a:off x="5238750" y="1238448"/>
              <a:ext cx="5143501" cy="2666604"/>
            </a:xfrm>
            <a:prstGeom prst="rect">
              <a:avLst/>
            </a:prstGeom>
          </p:spPr>
        </p:pic>
      </p:grpSp>
      <p:sp>
        <p:nvSpPr>
          <p:cNvPr id="2" name="Title 1"/>
          <p:cNvSpPr>
            <a:spLocks noGrp="1"/>
          </p:cNvSpPr>
          <p:nvPr userDrawn="1">
            <p:ph type="title"/>
          </p:nvPr>
        </p:nvSpPr>
        <p:spPr>
          <a:xfrm>
            <a:off x="457200" y="895350"/>
            <a:ext cx="5559552" cy="940274"/>
          </a:xfrm>
          <a:prstGeom prst="rect">
            <a:avLst/>
          </a:prstGeom>
        </p:spPr>
        <p:txBody>
          <a:bodyPr anchor="b"/>
          <a:lstStyle>
            <a:lvl1pPr>
              <a:defRPr sz="2100" cap="all" baseline="0">
                <a:solidFill>
                  <a:schemeClr val="bg1"/>
                </a:solidFill>
              </a:defRPr>
            </a:lvl1pPr>
          </a:lstStyle>
          <a:p>
            <a:r>
              <a:rPr lang="en-US"/>
              <a:t>Click to edit Master title style</a:t>
            </a:r>
          </a:p>
        </p:txBody>
      </p:sp>
      <p:sp>
        <p:nvSpPr>
          <p:cNvPr id="5" name="TextBox 4"/>
          <p:cNvSpPr txBox="1"/>
          <p:nvPr userDrawn="1"/>
        </p:nvSpPr>
        <p:spPr>
          <a:xfrm>
            <a:off x="457200" y="438912"/>
            <a:ext cx="5559552" cy="184666"/>
          </a:xfrm>
          <a:prstGeom prst="rect">
            <a:avLst/>
          </a:prstGeom>
          <a:noFill/>
        </p:spPr>
        <p:txBody>
          <a:bodyPr wrap="square" lIns="0" tIns="0" rIns="0" bIns="0" rtlCol="0">
            <a:spAutoFit/>
          </a:bodyPr>
          <a:lstStyle/>
          <a:p>
            <a:r>
              <a:rPr lang="en-US" sz="1200" b="1" dirty="0">
                <a:solidFill>
                  <a:schemeClr val="bg1"/>
                </a:solidFill>
                <a:latin typeface="+mj-lt"/>
              </a:rPr>
              <a:t>SAE INTERNATIONAL</a:t>
            </a:r>
          </a:p>
        </p:txBody>
      </p:sp>
      <p:sp>
        <p:nvSpPr>
          <p:cNvPr id="6" name="Subtitle 2"/>
          <p:cNvSpPr>
            <a:spLocks noGrp="1"/>
          </p:cNvSpPr>
          <p:nvPr userDrawn="1">
            <p:ph type="subTitle" idx="1" hasCustomPrompt="1"/>
          </p:nvPr>
        </p:nvSpPr>
        <p:spPr>
          <a:xfrm>
            <a:off x="457200" y="1883391"/>
            <a:ext cx="5562600" cy="2691783"/>
          </a:xfrm>
          <a:prstGeom prst="rect">
            <a:avLst/>
          </a:prstGeom>
        </p:spPr>
        <p:txBody>
          <a:bodyPr>
            <a:noAutofit/>
          </a:bodyPr>
          <a:lstStyle>
            <a:lvl1pPr marL="0" indent="0" algn="l">
              <a:buNone/>
              <a:defRPr sz="2100" b="0" cap="none" baseline="0">
                <a:solidFill>
                  <a:schemeClr val="bg1"/>
                </a:solidFill>
              </a:defRPr>
            </a:lvl1pPr>
            <a:lvl2pPr marL="0" indent="0" algn="l">
              <a:buNone/>
              <a:defRPr sz="2100">
                <a:solidFill>
                  <a:schemeClr val="bg1"/>
                </a:solidFill>
              </a:defRPr>
            </a:lvl2pPr>
            <a:lvl3pPr marL="0" indent="0" algn="l">
              <a:buNone/>
              <a:defRPr sz="2100">
                <a:solidFill>
                  <a:schemeClr val="bg1"/>
                </a:solidFill>
              </a:defRPr>
            </a:lvl3pPr>
            <a:lvl4pPr marL="0" indent="0" algn="l">
              <a:buNone/>
              <a:defRPr sz="2100">
                <a:solidFill>
                  <a:schemeClr val="bg1"/>
                </a:solidFill>
              </a:defRPr>
            </a:lvl4pPr>
            <a:lvl5pPr marL="0" indent="0" algn="l">
              <a:buNone/>
              <a:tabLst/>
              <a:defRPr sz="2100">
                <a:solidFill>
                  <a:schemeClr val="bg1"/>
                </a:solidFill>
              </a:defRPr>
            </a:lvl5pPr>
            <a:lvl6pPr marL="0" indent="0" algn="l">
              <a:spcBef>
                <a:spcPts val="0"/>
              </a:spcBef>
              <a:buNone/>
              <a:defRPr sz="2100">
                <a:solidFill>
                  <a:schemeClr val="bg1"/>
                </a:solidFill>
              </a:defRPr>
            </a:lvl6pPr>
            <a:lvl7pPr marL="0" indent="0" algn="l">
              <a:spcBef>
                <a:spcPts val="0"/>
              </a:spcBef>
              <a:buNone/>
              <a:defRPr sz="2100">
                <a:solidFill>
                  <a:schemeClr val="bg1"/>
                </a:solidFill>
              </a:defRPr>
            </a:lvl7pPr>
            <a:lvl8pPr marL="0" indent="0" algn="l">
              <a:spcBef>
                <a:spcPts val="0"/>
              </a:spcBef>
              <a:buNone/>
              <a:defRPr sz="2100">
                <a:solidFill>
                  <a:schemeClr val="bg1"/>
                </a:solidFill>
              </a:defRPr>
            </a:lvl8pPr>
            <a:lvl9pPr marL="0" indent="0" algn="l">
              <a:spcBef>
                <a:spcPts val="0"/>
              </a:spcBef>
              <a:buNone/>
              <a:defRPr sz="2100">
                <a:solidFill>
                  <a:schemeClr val="bg1"/>
                </a:solidFill>
              </a:defRPr>
            </a:lvl9pPr>
          </a:lstStyle>
          <a:p>
            <a:pPr lvl="0"/>
            <a:r>
              <a:rPr lang="en-US" sz="2100"/>
              <a:t>Click to edit subhead</a:t>
            </a:r>
          </a:p>
        </p:txBody>
      </p:sp>
      <p:sp>
        <p:nvSpPr>
          <p:cNvPr id="11" name="TextBox 10"/>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rgbClr val="FFFFFF"/>
                </a:solidFill>
                <a:latin typeface="+mn-lt"/>
                <a:ea typeface="+mn-ea"/>
                <a:cs typeface="+mn-cs"/>
              </a:rPr>
              <a:t>Copyright </a:t>
            </a:r>
            <a:r>
              <a:rPr lang="en-US" sz="500" kern="1200" dirty="0">
                <a:solidFill>
                  <a:schemeClr val="bg1"/>
                </a:solidFill>
                <a:latin typeface="+mn-lt"/>
                <a:ea typeface="+mn-ea"/>
                <a:cs typeface="+mn-cs"/>
              </a:rPr>
              <a:t>© </a:t>
            </a:r>
            <a:r>
              <a:rPr lang="en-US" sz="500" kern="1200" dirty="0">
                <a:solidFill>
                  <a:srgbClr val="FFFFFF"/>
                </a:solidFill>
                <a:latin typeface="+mn-lt"/>
                <a:ea typeface="+mn-ea"/>
                <a:cs typeface="+mn-cs"/>
              </a:rPr>
              <a:t>SAE International.  Further use or distribution is not permitted without permission from SAE</a:t>
            </a:r>
            <a:endParaRPr lang="en-US" sz="500" dirty="0">
              <a:solidFill>
                <a:srgbClr val="FFFFFF"/>
              </a:solidFill>
            </a:endParaRPr>
          </a:p>
        </p:txBody>
      </p:sp>
    </p:spTree>
    <p:extLst>
      <p:ext uri="{BB962C8B-B14F-4D97-AF65-F5344CB8AC3E}">
        <p14:creationId xmlns:p14="http://schemas.microsoft.com/office/powerpoint/2010/main" val="383848516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SAE Orange">
    <p:spTree>
      <p:nvGrpSpPr>
        <p:cNvPr id="1" name=""/>
        <p:cNvGrpSpPr/>
        <p:nvPr/>
      </p:nvGrpSpPr>
      <p:grpSpPr>
        <a:xfrm>
          <a:off x="0" y="0"/>
          <a:ext cx="0" cy="0"/>
          <a:chOff x="0" y="0"/>
          <a:chExt cx="0" cy="0"/>
        </a:xfrm>
      </p:grpSpPr>
      <p:pic>
        <p:nvPicPr>
          <p:cNvPr id="12" name="Picture 11" descr="int_sae_sg_720_blk_rgb_wht.png"/>
          <p:cNvPicPr>
            <a:picLocks noChangeAspect="1"/>
          </p:cNvPicPr>
          <p:nvPr userDrawn="1"/>
        </p:nvPicPr>
        <p:blipFill>
          <a:blip r:embed="rId2"/>
          <a:srcRect l="1303"/>
          <a:stretch>
            <a:fillRect/>
          </a:stretch>
        </p:blipFill>
        <p:spPr>
          <a:xfrm rot="-5400000">
            <a:off x="5246044" y="1247178"/>
            <a:ext cx="5143500" cy="2649143"/>
          </a:xfrm>
          <a:prstGeom prst="rect">
            <a:avLst/>
          </a:prstGeom>
        </p:spPr>
      </p:pic>
      <p:grpSp>
        <p:nvGrpSpPr>
          <p:cNvPr id="10" name="Group 9"/>
          <p:cNvGrpSpPr/>
          <p:nvPr userDrawn="1"/>
        </p:nvGrpSpPr>
        <p:grpSpPr bwMode="hidden">
          <a:xfrm>
            <a:off x="0" y="-1"/>
            <a:ext cx="9144000" cy="5143501"/>
            <a:chOff x="0" y="-1"/>
            <a:chExt cx="9144000" cy="5143501"/>
          </a:xfrm>
        </p:grpSpPr>
        <p:sp>
          <p:nvSpPr>
            <p:cNvPr id="8" name="Rectangle 7"/>
            <p:cNvSpPr/>
            <p:nvPr userDrawn="1"/>
          </p:nvSpPr>
          <p:spPr bwMode="hidden">
            <a:xfrm>
              <a:off x="0" y="0"/>
              <a:ext cx="9144000" cy="5143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int_sae_sg_720_dbl_rgb_wht.png"/>
            <p:cNvPicPr>
              <a:picLocks noChangeAspect="1"/>
            </p:cNvPicPr>
            <p:nvPr userDrawn="1"/>
          </p:nvPicPr>
          <p:blipFill>
            <a:blip r:embed="rId3" cstate="print"/>
            <a:srcRect l="1818"/>
            <a:stretch>
              <a:fillRect/>
            </a:stretch>
          </p:blipFill>
          <p:spPr bwMode="hidden">
            <a:xfrm rot="16200000">
              <a:off x="5238750" y="1238448"/>
              <a:ext cx="5143501" cy="2666604"/>
            </a:xfrm>
            <a:prstGeom prst="rect">
              <a:avLst/>
            </a:prstGeom>
          </p:spPr>
        </p:pic>
      </p:grpSp>
      <p:sp>
        <p:nvSpPr>
          <p:cNvPr id="2" name="Title 1"/>
          <p:cNvSpPr>
            <a:spLocks noGrp="1"/>
          </p:cNvSpPr>
          <p:nvPr>
            <p:ph type="title"/>
          </p:nvPr>
        </p:nvSpPr>
        <p:spPr>
          <a:xfrm>
            <a:off x="457200" y="895350"/>
            <a:ext cx="5559552" cy="940274"/>
          </a:xfrm>
          <a:prstGeom prst="rect">
            <a:avLst/>
          </a:prstGeom>
        </p:spPr>
        <p:txBody>
          <a:bodyPr anchor="b"/>
          <a:lstStyle>
            <a:lvl1pPr>
              <a:defRPr sz="2100" cap="all" baseline="0">
                <a:solidFill>
                  <a:schemeClr val="bg1"/>
                </a:solidFill>
              </a:defRPr>
            </a:lvl1pPr>
          </a:lstStyle>
          <a:p>
            <a:r>
              <a:rPr lang="en-US"/>
              <a:t>Click to edit Master title style</a:t>
            </a:r>
          </a:p>
        </p:txBody>
      </p:sp>
      <p:sp>
        <p:nvSpPr>
          <p:cNvPr id="5" name="TextBox 4"/>
          <p:cNvSpPr txBox="1"/>
          <p:nvPr userDrawn="1"/>
        </p:nvSpPr>
        <p:spPr>
          <a:xfrm>
            <a:off x="457200" y="438912"/>
            <a:ext cx="5559552" cy="184666"/>
          </a:xfrm>
          <a:prstGeom prst="rect">
            <a:avLst/>
          </a:prstGeom>
          <a:noFill/>
        </p:spPr>
        <p:txBody>
          <a:bodyPr wrap="square" lIns="0" tIns="0" rIns="0" bIns="0" rtlCol="0">
            <a:spAutoFit/>
          </a:bodyPr>
          <a:lstStyle/>
          <a:p>
            <a:r>
              <a:rPr lang="en-US" sz="1200" b="1" dirty="0">
                <a:solidFill>
                  <a:schemeClr val="bg1"/>
                </a:solidFill>
                <a:latin typeface="+mj-lt"/>
              </a:rPr>
              <a:t>SAE INTERNATIONAL</a:t>
            </a:r>
          </a:p>
        </p:txBody>
      </p:sp>
      <p:sp>
        <p:nvSpPr>
          <p:cNvPr id="6" name="Subtitle 2"/>
          <p:cNvSpPr>
            <a:spLocks noGrp="1"/>
          </p:cNvSpPr>
          <p:nvPr>
            <p:ph type="subTitle" idx="1" hasCustomPrompt="1"/>
          </p:nvPr>
        </p:nvSpPr>
        <p:spPr>
          <a:xfrm>
            <a:off x="457200" y="1883391"/>
            <a:ext cx="5562600" cy="2691783"/>
          </a:xfrm>
          <a:prstGeom prst="rect">
            <a:avLst/>
          </a:prstGeom>
        </p:spPr>
        <p:txBody>
          <a:bodyPr>
            <a:noAutofit/>
          </a:bodyPr>
          <a:lstStyle>
            <a:lvl1pPr marL="0" indent="0" algn="l">
              <a:buNone/>
              <a:defRPr sz="2100" b="0" cap="none" baseline="0">
                <a:solidFill>
                  <a:schemeClr val="bg1"/>
                </a:solidFill>
              </a:defRPr>
            </a:lvl1pPr>
            <a:lvl2pPr marL="0" indent="0" algn="l">
              <a:buNone/>
              <a:defRPr sz="2100">
                <a:solidFill>
                  <a:schemeClr val="bg1"/>
                </a:solidFill>
              </a:defRPr>
            </a:lvl2pPr>
            <a:lvl3pPr marL="0" indent="0" algn="l">
              <a:buNone/>
              <a:defRPr sz="2100">
                <a:solidFill>
                  <a:schemeClr val="bg1"/>
                </a:solidFill>
              </a:defRPr>
            </a:lvl3pPr>
            <a:lvl4pPr marL="0" indent="0" algn="l">
              <a:buNone/>
              <a:defRPr sz="2100">
                <a:solidFill>
                  <a:schemeClr val="bg1"/>
                </a:solidFill>
              </a:defRPr>
            </a:lvl4pPr>
            <a:lvl5pPr marL="0" indent="0" algn="l">
              <a:buNone/>
              <a:tabLst/>
              <a:defRPr sz="2100">
                <a:solidFill>
                  <a:schemeClr val="bg1"/>
                </a:solidFill>
              </a:defRPr>
            </a:lvl5pPr>
            <a:lvl6pPr marL="0" indent="0" algn="l">
              <a:spcBef>
                <a:spcPts val="0"/>
              </a:spcBef>
              <a:buNone/>
              <a:defRPr sz="2100">
                <a:solidFill>
                  <a:schemeClr val="bg1"/>
                </a:solidFill>
              </a:defRPr>
            </a:lvl6pPr>
            <a:lvl7pPr marL="0" indent="0" algn="l">
              <a:spcBef>
                <a:spcPts val="0"/>
              </a:spcBef>
              <a:buNone/>
              <a:defRPr sz="2100">
                <a:solidFill>
                  <a:schemeClr val="bg1"/>
                </a:solidFill>
              </a:defRPr>
            </a:lvl7pPr>
            <a:lvl8pPr marL="0" indent="0" algn="l">
              <a:spcBef>
                <a:spcPts val="0"/>
              </a:spcBef>
              <a:buNone/>
              <a:defRPr sz="2100">
                <a:solidFill>
                  <a:schemeClr val="bg1"/>
                </a:solidFill>
              </a:defRPr>
            </a:lvl8pPr>
            <a:lvl9pPr marL="0" indent="0" algn="l">
              <a:spcBef>
                <a:spcPts val="0"/>
              </a:spcBef>
              <a:buNone/>
              <a:defRPr sz="2100">
                <a:solidFill>
                  <a:schemeClr val="bg1"/>
                </a:solidFill>
              </a:defRPr>
            </a:lvl9pPr>
          </a:lstStyle>
          <a:p>
            <a:pPr lvl="0"/>
            <a:r>
              <a:rPr lang="en-US" sz="2100"/>
              <a:t>Click to edit subhead</a:t>
            </a:r>
          </a:p>
        </p:txBody>
      </p:sp>
      <p:sp>
        <p:nvSpPr>
          <p:cNvPr id="11" name="TextBox 10"/>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rgbClr val="FFFFFF"/>
                </a:solidFill>
                <a:latin typeface="+mn-lt"/>
                <a:ea typeface="+mn-ea"/>
                <a:cs typeface="+mn-cs"/>
              </a:rPr>
              <a:t>Copyright </a:t>
            </a:r>
            <a:r>
              <a:rPr lang="en-US" sz="500" kern="1200" dirty="0">
                <a:solidFill>
                  <a:schemeClr val="bg1"/>
                </a:solidFill>
                <a:latin typeface="+mn-lt"/>
                <a:ea typeface="+mn-ea"/>
                <a:cs typeface="+mn-cs"/>
              </a:rPr>
              <a:t>© </a:t>
            </a:r>
            <a:r>
              <a:rPr lang="en-US" sz="500" kern="1200" dirty="0">
                <a:solidFill>
                  <a:srgbClr val="FFFFFF"/>
                </a:solidFill>
                <a:latin typeface="+mn-lt"/>
                <a:ea typeface="+mn-ea"/>
                <a:cs typeface="+mn-cs"/>
              </a:rPr>
              <a:t>SAE International.  Further use or distribution is not permitted without permission from SAE</a:t>
            </a:r>
            <a:endParaRPr lang="en-US" sz="500" dirty="0">
              <a:solidFill>
                <a:srgbClr val="FFFFFF"/>
              </a:solidFill>
            </a:endParaRPr>
          </a:p>
        </p:txBody>
      </p:sp>
    </p:spTree>
    <p:extLst>
      <p:ext uri="{BB962C8B-B14F-4D97-AF65-F5344CB8AC3E}">
        <p14:creationId xmlns:p14="http://schemas.microsoft.com/office/powerpoint/2010/main" val="340527827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Slide SAE Green">
    <p:bg>
      <p:bgPr>
        <a:solidFill>
          <a:schemeClr val="accent3"/>
        </a:solidFill>
        <a:effectLst/>
      </p:bgPr>
    </p:bg>
    <p:spTree>
      <p:nvGrpSpPr>
        <p:cNvPr id="1" name=""/>
        <p:cNvGrpSpPr/>
        <p:nvPr/>
      </p:nvGrpSpPr>
      <p:grpSpPr>
        <a:xfrm>
          <a:off x="0" y="0"/>
          <a:ext cx="0" cy="0"/>
          <a:chOff x="0" y="0"/>
          <a:chExt cx="0" cy="0"/>
        </a:xfrm>
      </p:grpSpPr>
      <p:pic>
        <p:nvPicPr>
          <p:cNvPr id="11" name="Picture 10" descr="int_sae_sg_720_blk_rgb_wht.png"/>
          <p:cNvPicPr>
            <a:picLocks noChangeAspect="1"/>
          </p:cNvPicPr>
          <p:nvPr userDrawn="1"/>
        </p:nvPicPr>
        <p:blipFill>
          <a:blip r:embed="rId2"/>
          <a:srcRect l="1303"/>
          <a:stretch>
            <a:fillRect/>
          </a:stretch>
        </p:blipFill>
        <p:spPr>
          <a:xfrm rot="-5400000">
            <a:off x="5246044" y="1247178"/>
            <a:ext cx="5143500" cy="2649143"/>
          </a:xfrm>
          <a:prstGeom prst="rect">
            <a:avLst/>
          </a:prstGeom>
        </p:spPr>
      </p:pic>
      <p:grpSp>
        <p:nvGrpSpPr>
          <p:cNvPr id="10" name="Group 9"/>
          <p:cNvGrpSpPr/>
          <p:nvPr userDrawn="1"/>
        </p:nvGrpSpPr>
        <p:grpSpPr bwMode="hidden">
          <a:xfrm>
            <a:off x="0" y="-1"/>
            <a:ext cx="9144000" cy="5143501"/>
            <a:chOff x="0" y="-1"/>
            <a:chExt cx="9144000" cy="5143501"/>
          </a:xfrm>
        </p:grpSpPr>
        <p:sp>
          <p:nvSpPr>
            <p:cNvPr id="9" name="Rectangle 8"/>
            <p:cNvSpPr/>
            <p:nvPr userDrawn="1"/>
          </p:nvSpPr>
          <p:spPr bwMode="hidden">
            <a:xfrm>
              <a:off x="0" y="0"/>
              <a:ext cx="9144000"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int_sae_sg_720_dbl_rgb_wht.png"/>
            <p:cNvPicPr>
              <a:picLocks noChangeAspect="1"/>
            </p:cNvPicPr>
            <p:nvPr userDrawn="1"/>
          </p:nvPicPr>
          <p:blipFill>
            <a:blip r:embed="rId3" cstate="print"/>
            <a:srcRect l="1818"/>
            <a:stretch>
              <a:fillRect/>
            </a:stretch>
          </p:blipFill>
          <p:spPr bwMode="hidden">
            <a:xfrm rot="16200000">
              <a:off x="5238750" y="1238448"/>
              <a:ext cx="5143501" cy="2666604"/>
            </a:xfrm>
            <a:prstGeom prst="rect">
              <a:avLst/>
            </a:prstGeom>
          </p:spPr>
        </p:pic>
      </p:grpSp>
      <p:sp>
        <p:nvSpPr>
          <p:cNvPr id="2" name="Title 1"/>
          <p:cNvSpPr>
            <a:spLocks noGrp="1"/>
          </p:cNvSpPr>
          <p:nvPr>
            <p:ph type="title"/>
          </p:nvPr>
        </p:nvSpPr>
        <p:spPr>
          <a:xfrm>
            <a:off x="457200" y="895350"/>
            <a:ext cx="5559552" cy="940274"/>
          </a:xfrm>
          <a:prstGeom prst="rect">
            <a:avLst/>
          </a:prstGeom>
        </p:spPr>
        <p:txBody>
          <a:bodyPr anchor="b"/>
          <a:lstStyle>
            <a:lvl1pPr>
              <a:defRPr sz="2100" cap="all" baseline="0">
                <a:solidFill>
                  <a:schemeClr val="bg1"/>
                </a:solidFill>
              </a:defRPr>
            </a:lvl1pPr>
          </a:lstStyle>
          <a:p>
            <a:r>
              <a:rPr lang="en-US"/>
              <a:t>Click to edit Master title style</a:t>
            </a:r>
          </a:p>
        </p:txBody>
      </p:sp>
      <p:sp>
        <p:nvSpPr>
          <p:cNvPr id="5" name="TextBox 4"/>
          <p:cNvSpPr txBox="1"/>
          <p:nvPr userDrawn="1"/>
        </p:nvSpPr>
        <p:spPr>
          <a:xfrm>
            <a:off x="457200" y="438912"/>
            <a:ext cx="5559552" cy="184666"/>
          </a:xfrm>
          <a:prstGeom prst="rect">
            <a:avLst/>
          </a:prstGeom>
          <a:noFill/>
        </p:spPr>
        <p:txBody>
          <a:bodyPr wrap="square" lIns="0" tIns="0" rIns="0" bIns="0" rtlCol="0">
            <a:spAutoFit/>
          </a:bodyPr>
          <a:lstStyle/>
          <a:p>
            <a:r>
              <a:rPr lang="en-US" sz="1200" b="1" dirty="0">
                <a:solidFill>
                  <a:schemeClr val="bg1"/>
                </a:solidFill>
                <a:latin typeface="+mj-lt"/>
              </a:rPr>
              <a:t>SAE INTERNATIONAL</a:t>
            </a:r>
          </a:p>
        </p:txBody>
      </p:sp>
      <p:sp>
        <p:nvSpPr>
          <p:cNvPr id="6" name="Subtitle 2"/>
          <p:cNvSpPr>
            <a:spLocks noGrp="1"/>
          </p:cNvSpPr>
          <p:nvPr>
            <p:ph type="subTitle" idx="1" hasCustomPrompt="1"/>
          </p:nvPr>
        </p:nvSpPr>
        <p:spPr>
          <a:xfrm>
            <a:off x="457200" y="1883391"/>
            <a:ext cx="5562600" cy="2691783"/>
          </a:xfrm>
          <a:prstGeom prst="rect">
            <a:avLst/>
          </a:prstGeom>
        </p:spPr>
        <p:txBody>
          <a:bodyPr>
            <a:noAutofit/>
          </a:bodyPr>
          <a:lstStyle>
            <a:lvl1pPr marL="0" indent="0" algn="l">
              <a:buNone/>
              <a:defRPr sz="2100" b="0" cap="none" baseline="0">
                <a:solidFill>
                  <a:schemeClr val="bg1"/>
                </a:solidFill>
              </a:defRPr>
            </a:lvl1pPr>
            <a:lvl2pPr marL="0" indent="0" algn="l">
              <a:buNone/>
              <a:defRPr sz="2100">
                <a:solidFill>
                  <a:schemeClr val="bg1"/>
                </a:solidFill>
              </a:defRPr>
            </a:lvl2pPr>
            <a:lvl3pPr marL="0" indent="0" algn="l">
              <a:buNone/>
              <a:defRPr sz="2100">
                <a:solidFill>
                  <a:schemeClr val="bg1"/>
                </a:solidFill>
              </a:defRPr>
            </a:lvl3pPr>
            <a:lvl4pPr marL="0" indent="0" algn="l">
              <a:buNone/>
              <a:defRPr sz="2100">
                <a:solidFill>
                  <a:schemeClr val="bg1"/>
                </a:solidFill>
              </a:defRPr>
            </a:lvl4pPr>
            <a:lvl5pPr marL="0" indent="0" algn="l">
              <a:buNone/>
              <a:tabLst/>
              <a:defRPr sz="2100">
                <a:solidFill>
                  <a:schemeClr val="bg1"/>
                </a:solidFill>
              </a:defRPr>
            </a:lvl5pPr>
            <a:lvl6pPr marL="0" indent="0" algn="l">
              <a:spcBef>
                <a:spcPts val="0"/>
              </a:spcBef>
              <a:buNone/>
              <a:defRPr sz="2100">
                <a:solidFill>
                  <a:schemeClr val="bg1"/>
                </a:solidFill>
              </a:defRPr>
            </a:lvl6pPr>
            <a:lvl7pPr marL="0" indent="0" algn="l">
              <a:spcBef>
                <a:spcPts val="0"/>
              </a:spcBef>
              <a:buNone/>
              <a:defRPr sz="2100">
                <a:solidFill>
                  <a:schemeClr val="bg1"/>
                </a:solidFill>
              </a:defRPr>
            </a:lvl7pPr>
            <a:lvl8pPr marL="0" indent="0" algn="l">
              <a:spcBef>
                <a:spcPts val="0"/>
              </a:spcBef>
              <a:buNone/>
              <a:defRPr sz="2100">
                <a:solidFill>
                  <a:schemeClr val="bg1"/>
                </a:solidFill>
              </a:defRPr>
            </a:lvl8pPr>
            <a:lvl9pPr marL="0" indent="0" algn="l">
              <a:spcBef>
                <a:spcPts val="0"/>
              </a:spcBef>
              <a:buNone/>
              <a:defRPr sz="2100">
                <a:solidFill>
                  <a:schemeClr val="bg1"/>
                </a:solidFill>
              </a:defRPr>
            </a:lvl9pPr>
          </a:lstStyle>
          <a:p>
            <a:pPr lvl="0"/>
            <a:r>
              <a:rPr lang="en-US" sz="2100"/>
              <a:t>Click to edit subhead</a:t>
            </a:r>
          </a:p>
        </p:txBody>
      </p:sp>
      <p:sp>
        <p:nvSpPr>
          <p:cNvPr id="12" name="TextBox 11"/>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rgbClr val="FFFFFF"/>
                </a:solidFill>
                <a:latin typeface="+mn-lt"/>
                <a:ea typeface="+mn-ea"/>
                <a:cs typeface="+mn-cs"/>
              </a:rPr>
              <a:t>Copyright </a:t>
            </a:r>
            <a:r>
              <a:rPr lang="en-US" sz="500" kern="1200" dirty="0">
                <a:solidFill>
                  <a:schemeClr val="bg1"/>
                </a:solidFill>
                <a:latin typeface="+mn-lt"/>
                <a:ea typeface="+mn-ea"/>
                <a:cs typeface="+mn-cs"/>
              </a:rPr>
              <a:t>© </a:t>
            </a:r>
            <a:r>
              <a:rPr lang="en-US" sz="500" kern="1200" dirty="0">
                <a:solidFill>
                  <a:srgbClr val="FFFFFF"/>
                </a:solidFill>
                <a:latin typeface="+mn-lt"/>
                <a:ea typeface="+mn-ea"/>
                <a:cs typeface="+mn-cs"/>
              </a:rPr>
              <a:t>SAE International.  Further use or distribution is not permitted without permission from SAE</a:t>
            </a:r>
            <a:endParaRPr lang="en-US" sz="500" dirty="0">
              <a:solidFill>
                <a:srgbClr val="FFFFFF"/>
              </a:solidFill>
            </a:endParaRPr>
          </a:p>
        </p:txBody>
      </p:sp>
    </p:spTree>
    <p:extLst>
      <p:ext uri="{BB962C8B-B14F-4D97-AF65-F5344CB8AC3E}">
        <p14:creationId xmlns:p14="http://schemas.microsoft.com/office/powerpoint/2010/main" val="141492179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Image">
    <p:spTree>
      <p:nvGrpSpPr>
        <p:cNvPr id="1" name=""/>
        <p:cNvGrpSpPr/>
        <p:nvPr/>
      </p:nvGrpSpPr>
      <p:grpSpPr>
        <a:xfrm>
          <a:off x="0" y="0"/>
          <a:ext cx="0" cy="0"/>
          <a:chOff x="0" y="0"/>
          <a:chExt cx="0" cy="0"/>
        </a:xfrm>
      </p:grpSpPr>
      <p:sp>
        <p:nvSpPr>
          <p:cNvPr id="2" name="Title 1"/>
          <p:cNvSpPr>
            <a:spLocks noGrp="1"/>
          </p:cNvSpPr>
          <p:nvPr>
            <p:ph type="title"/>
          </p:nvPr>
        </p:nvSpPr>
        <p:spPr>
          <a:xfrm>
            <a:off x="457200" y="895350"/>
            <a:ext cx="5559552" cy="940274"/>
          </a:xfrm>
          <a:prstGeom prst="rect">
            <a:avLst/>
          </a:prstGeom>
        </p:spPr>
        <p:txBody>
          <a:bodyPr anchor="b"/>
          <a:lstStyle>
            <a:lvl1pPr>
              <a:defRPr sz="2100" cap="all" baseline="0">
                <a:solidFill>
                  <a:schemeClr val="tx1"/>
                </a:solidFill>
              </a:defRPr>
            </a:lvl1pPr>
          </a:lstStyle>
          <a:p>
            <a:r>
              <a:rPr lang="en-US"/>
              <a:t>Click to edit Master title style</a:t>
            </a:r>
          </a:p>
        </p:txBody>
      </p:sp>
      <p:sp>
        <p:nvSpPr>
          <p:cNvPr id="5" name="TextBox 4"/>
          <p:cNvSpPr txBox="1"/>
          <p:nvPr userDrawn="1"/>
        </p:nvSpPr>
        <p:spPr>
          <a:xfrm>
            <a:off x="457200" y="438912"/>
            <a:ext cx="5559552" cy="301752"/>
          </a:xfrm>
          <a:prstGeom prst="rect">
            <a:avLst/>
          </a:prstGeom>
          <a:noFill/>
        </p:spPr>
        <p:txBody>
          <a:bodyPr wrap="square" lIns="0" tIns="0" rIns="0" bIns="0" rtlCol="0">
            <a:spAutoFit/>
          </a:bodyPr>
          <a:lstStyle/>
          <a:p>
            <a:r>
              <a:rPr lang="en-US" sz="1200" b="1" dirty="0">
                <a:latin typeface="+mj-lt"/>
              </a:rPr>
              <a:t>SAE INTERNATIONAL</a:t>
            </a:r>
          </a:p>
        </p:txBody>
      </p:sp>
      <p:sp>
        <p:nvSpPr>
          <p:cNvPr id="6" name="Subtitle 2"/>
          <p:cNvSpPr>
            <a:spLocks noGrp="1"/>
          </p:cNvSpPr>
          <p:nvPr>
            <p:ph type="subTitle" idx="1" hasCustomPrompt="1"/>
          </p:nvPr>
        </p:nvSpPr>
        <p:spPr>
          <a:xfrm>
            <a:off x="457200" y="1883391"/>
            <a:ext cx="5562600" cy="2691783"/>
          </a:xfrm>
          <a:prstGeom prst="rect">
            <a:avLst/>
          </a:prstGeom>
        </p:spPr>
        <p:txBody>
          <a:bodyPr>
            <a:noAutofit/>
          </a:bodyPr>
          <a:lstStyle>
            <a:lvl1pPr marL="0" indent="0" algn="l">
              <a:buNone/>
              <a:defRPr sz="2100" b="0" cap="none" baseline="0">
                <a:solidFill>
                  <a:schemeClr val="tx1"/>
                </a:solidFill>
              </a:defRPr>
            </a:lvl1pPr>
            <a:lvl2pPr marL="0" indent="0" algn="l">
              <a:buNone/>
              <a:defRPr sz="2100">
                <a:solidFill>
                  <a:schemeClr val="tx1"/>
                </a:solidFill>
              </a:defRPr>
            </a:lvl2pPr>
            <a:lvl3pPr marL="0" indent="0" algn="l">
              <a:buNone/>
              <a:defRPr sz="2100">
                <a:solidFill>
                  <a:schemeClr val="tx1"/>
                </a:solidFill>
              </a:defRPr>
            </a:lvl3pPr>
            <a:lvl4pPr marL="0" indent="0" algn="l">
              <a:buNone/>
              <a:defRPr sz="2100">
                <a:solidFill>
                  <a:schemeClr val="tx1"/>
                </a:solidFill>
              </a:defRPr>
            </a:lvl4pPr>
            <a:lvl5pPr marL="0" indent="0" algn="l">
              <a:buNone/>
              <a:tabLst/>
              <a:defRPr sz="2100">
                <a:solidFill>
                  <a:schemeClr val="tx1"/>
                </a:solidFill>
              </a:defRPr>
            </a:lvl5pPr>
            <a:lvl6pPr marL="0" indent="0" algn="l">
              <a:spcBef>
                <a:spcPts val="0"/>
              </a:spcBef>
              <a:buNone/>
              <a:defRPr sz="2100">
                <a:solidFill>
                  <a:schemeClr val="tx1"/>
                </a:solidFill>
              </a:defRPr>
            </a:lvl6pPr>
            <a:lvl7pPr marL="0" indent="0" algn="l">
              <a:spcBef>
                <a:spcPts val="0"/>
              </a:spcBef>
              <a:buNone/>
              <a:defRPr sz="2100">
                <a:solidFill>
                  <a:schemeClr val="tx1"/>
                </a:solidFill>
              </a:defRPr>
            </a:lvl7pPr>
            <a:lvl8pPr marL="0" indent="0" algn="l">
              <a:spcBef>
                <a:spcPts val="0"/>
              </a:spcBef>
              <a:buNone/>
              <a:defRPr sz="2100">
                <a:solidFill>
                  <a:schemeClr val="tx1"/>
                </a:solidFill>
              </a:defRPr>
            </a:lvl8pPr>
            <a:lvl9pPr marL="0" indent="0" algn="l">
              <a:spcBef>
                <a:spcPts val="0"/>
              </a:spcBef>
              <a:buNone/>
              <a:defRPr sz="2100">
                <a:solidFill>
                  <a:schemeClr val="tx1"/>
                </a:solidFill>
              </a:defRPr>
            </a:lvl9pPr>
          </a:lstStyle>
          <a:p>
            <a:pPr lvl="0"/>
            <a:r>
              <a:rPr lang="en-US" sz="2100"/>
              <a:t>Click to edit subhead</a:t>
            </a:r>
          </a:p>
        </p:txBody>
      </p:sp>
      <p:pic>
        <p:nvPicPr>
          <p:cNvPr id="8" name="Picture 7" descr="int_sae_sg_720_dbl_rgb_wht.png"/>
          <p:cNvPicPr>
            <a:picLocks noChangeAspect="1"/>
          </p:cNvPicPr>
          <p:nvPr userDrawn="1"/>
        </p:nvPicPr>
        <p:blipFill>
          <a:blip r:embed="rId2" cstate="print"/>
          <a:srcRect l="1818"/>
          <a:stretch>
            <a:fillRect/>
          </a:stretch>
        </p:blipFill>
        <p:spPr>
          <a:xfrm rot="16200000">
            <a:off x="5238748" y="1241108"/>
            <a:ext cx="5143502" cy="2661285"/>
          </a:xfrm>
          <a:prstGeom prst="rect">
            <a:avLst/>
          </a:prstGeom>
        </p:spPr>
      </p:pic>
      <p:sp>
        <p:nvSpPr>
          <p:cNvPr id="7" name="TextBox 6"/>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138662401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SAE Box">
    <p:bg>
      <p:bgPr>
        <a:solidFill>
          <a:schemeClr val="accent1"/>
        </a:solidFill>
        <a:effectLst/>
      </p:bgPr>
    </p:bg>
    <p:spTree>
      <p:nvGrpSpPr>
        <p:cNvPr id="1" name=""/>
        <p:cNvGrpSpPr/>
        <p:nvPr/>
      </p:nvGrpSpPr>
      <p:grpSpPr>
        <a:xfrm>
          <a:off x="0" y="0"/>
          <a:ext cx="0" cy="0"/>
          <a:chOff x="0" y="0"/>
          <a:chExt cx="0" cy="0"/>
        </a:xfrm>
      </p:grpSpPr>
      <p:pic>
        <p:nvPicPr>
          <p:cNvPr id="12" name="Picture 11" descr="int_sae_vrt_blk_rgb_pos.png"/>
          <p:cNvPicPr>
            <a:picLocks noChangeAspect="1"/>
          </p:cNvPicPr>
          <p:nvPr userDrawn="1"/>
        </p:nvPicPr>
        <p:blipFill>
          <a:blip r:embed="rId2" cstate="print"/>
          <a:stretch>
            <a:fillRect/>
          </a:stretch>
        </p:blipFill>
        <p:spPr>
          <a:xfrm>
            <a:off x="424440" y="4261104"/>
            <a:ext cx="920498" cy="609601"/>
          </a:xfrm>
          <a:prstGeom prst="rect">
            <a:avLst/>
          </a:prstGeom>
        </p:spPr>
      </p:pic>
      <p:sp>
        <p:nvSpPr>
          <p:cNvPr id="2" name="Title 1"/>
          <p:cNvSpPr>
            <a:spLocks noGrp="1"/>
          </p:cNvSpPr>
          <p:nvPr>
            <p:ph type="title"/>
          </p:nvPr>
        </p:nvSpPr>
        <p:spPr>
          <a:xfrm>
            <a:off x="685800" y="314324"/>
            <a:ext cx="7735824" cy="1257301"/>
          </a:xfrm>
          <a:prstGeom prst="rect">
            <a:avLst/>
          </a:prstGeom>
        </p:spPr>
        <p:txBody>
          <a:bodyPr anchor="b"/>
          <a:lstStyle>
            <a:lvl1pPr>
              <a:defRPr sz="2100" cap="all" baseline="0">
                <a:solidFill>
                  <a:schemeClr val="tx1"/>
                </a:solidFill>
              </a:defRPr>
            </a:lvl1pPr>
          </a:lstStyle>
          <a:p>
            <a:r>
              <a:rPr lang="en-US"/>
              <a:t>Click to edit Master title style</a:t>
            </a:r>
          </a:p>
        </p:txBody>
      </p:sp>
      <p:grpSp>
        <p:nvGrpSpPr>
          <p:cNvPr id="6" name="Group 9"/>
          <p:cNvGrpSpPr/>
          <p:nvPr userDrawn="1"/>
        </p:nvGrpSpPr>
        <p:grpSpPr bwMode="hidden">
          <a:xfrm>
            <a:off x="0" y="0"/>
            <a:ext cx="9144000" cy="5143500"/>
            <a:chOff x="0" y="0"/>
            <a:chExt cx="9144000" cy="5143500"/>
          </a:xfrm>
        </p:grpSpPr>
        <p:sp>
          <p:nvSpPr>
            <p:cNvPr id="8" name="Rectangle 7"/>
            <p:cNvSpPr/>
            <p:nvPr userDrawn="1"/>
          </p:nvSpPr>
          <p:spPr bwMode="hidden">
            <a:xfrm>
              <a:off x="0" y="0"/>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userDrawn="1"/>
          </p:nvSpPr>
          <p:spPr bwMode="hidden">
            <a:xfrm>
              <a:off x="8686800" y="0"/>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userDrawn="1"/>
          </p:nvSpPr>
          <p:spPr bwMode="hidden">
            <a:xfrm>
              <a:off x="0" y="3790950"/>
              <a:ext cx="9144000" cy="1352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bwMode="hidden">
            <a:xfrm rot="-3540000">
              <a:off x="8483424" y="3474150"/>
              <a:ext cx="561406" cy="47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Text Placeholder 13"/>
          <p:cNvSpPr>
            <a:spLocks noGrp="1"/>
          </p:cNvSpPr>
          <p:nvPr userDrawn="1">
            <p:ph type="body" sz="quarter" idx="10"/>
          </p:nvPr>
        </p:nvSpPr>
        <p:spPr>
          <a:xfrm>
            <a:off x="685800" y="1628774"/>
            <a:ext cx="7731125" cy="1933575"/>
          </a:xfrm>
          <a:prstGeom prst="rect">
            <a:avLst/>
          </a:prstGeom>
        </p:spPr>
        <p:txBody>
          <a:bodyPr/>
          <a:lstStyle>
            <a:lvl1pPr marL="0" indent="0">
              <a:buFont typeface="Arial" pitchFamily="34" charset="0"/>
              <a:buNone/>
              <a:defRPr sz="2100" b="0">
                <a:latin typeface="+mn-lt"/>
              </a:defRPr>
            </a:lvl1pPr>
            <a:lvl2pPr marL="0" indent="0">
              <a:buFont typeface="Arial" pitchFamily="34" charset="0"/>
              <a:buNone/>
              <a:defRPr sz="2100" b="0">
                <a:latin typeface="+mn-lt"/>
              </a:defRPr>
            </a:lvl2pPr>
            <a:lvl3pPr marL="0" indent="0">
              <a:buNone/>
              <a:defRPr sz="2100" b="0">
                <a:latin typeface="+mn-lt"/>
              </a:defRPr>
            </a:lvl3pPr>
            <a:lvl4pPr marL="0" indent="0">
              <a:buNone/>
              <a:defRPr sz="2100" b="0">
                <a:latin typeface="+mn-lt"/>
              </a:defRPr>
            </a:lvl4pPr>
            <a:lvl5pPr marL="0" indent="0">
              <a:buFont typeface="Arial" pitchFamily="34" charset="0"/>
              <a:buNone/>
              <a:defRPr sz="2100" b="0">
                <a:latin typeface="+mn-lt"/>
              </a:defRPr>
            </a:lvl5pPr>
            <a:lvl6pPr marL="0" indent="0">
              <a:spcBef>
                <a:spcPts val="0"/>
              </a:spcBef>
              <a:buNone/>
              <a:defRPr sz="2100"/>
            </a:lvl6pPr>
            <a:lvl7pPr marL="0" indent="0">
              <a:spcBef>
                <a:spcPts val="0"/>
              </a:spcBef>
              <a:buNone/>
              <a:defRPr sz="2100"/>
            </a:lvl7pPr>
            <a:lvl8pPr marL="0" indent="0">
              <a:spcBef>
                <a:spcPts val="0"/>
              </a:spcBef>
              <a:buNone/>
              <a:defRPr sz="2100"/>
            </a:lvl8pPr>
            <a:lvl9pPr marL="0" indent="0">
              <a:spcBef>
                <a:spcPts val="0"/>
              </a:spcBef>
              <a:buNone/>
              <a:defRPr sz="2100"/>
            </a:lvl9pPr>
          </a:lstStyle>
          <a:p>
            <a:pPr lvl="0"/>
            <a:r>
              <a:rPr lang="en-US"/>
              <a:t>Click to edit Master text styles</a:t>
            </a:r>
          </a:p>
        </p:txBody>
      </p:sp>
      <p:pic>
        <p:nvPicPr>
          <p:cNvPr id="13" name="Picture 12" descr="int_sae_vrt_dbl_rgb_pos.png"/>
          <p:cNvPicPr>
            <a:picLocks noChangeAspect="1"/>
          </p:cNvPicPr>
          <p:nvPr userDrawn="1"/>
        </p:nvPicPr>
        <p:blipFill>
          <a:blip r:embed="rId3" cstate="print"/>
          <a:stretch>
            <a:fillRect/>
          </a:stretch>
        </p:blipFill>
        <p:spPr bwMode="hidden">
          <a:xfrm>
            <a:off x="420624" y="4261104"/>
            <a:ext cx="920498" cy="609601"/>
          </a:xfrm>
          <a:prstGeom prst="rect">
            <a:avLst/>
          </a:prstGeom>
        </p:spPr>
      </p:pic>
      <p:sp>
        <p:nvSpPr>
          <p:cNvPr id="20" name="TextBox 19"/>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368075557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Agenda with Color Backgroun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658368"/>
            <a:ext cx="7620000" cy="548640"/>
          </a:xfrm>
          <a:prstGeom prst="rect">
            <a:avLst/>
          </a:prstGeom>
        </p:spPr>
        <p:txBody>
          <a:bodyPr>
            <a:noAutofit/>
          </a:bodyPr>
          <a:lstStyle>
            <a:lvl1pPr>
              <a:defRPr sz="3700" b="1">
                <a:solidFill>
                  <a:schemeClr val="bg1"/>
                </a:solidFill>
              </a:defRPr>
            </a:lvl1pPr>
          </a:lstStyle>
          <a:p>
            <a:r>
              <a:rPr lang="en-US"/>
              <a:t>CLICK TO EDIT HEADLINE</a:t>
            </a:r>
          </a:p>
        </p:txBody>
      </p:sp>
      <p:sp>
        <p:nvSpPr>
          <p:cNvPr id="10" name="Text Placeholder 9"/>
          <p:cNvSpPr>
            <a:spLocks noGrp="1"/>
          </p:cNvSpPr>
          <p:nvPr>
            <p:ph type="body" sz="quarter" idx="13" hasCustomPrompt="1"/>
          </p:nvPr>
        </p:nvSpPr>
        <p:spPr>
          <a:xfrm>
            <a:off x="762000" y="1428750"/>
            <a:ext cx="7620000" cy="2834640"/>
          </a:xfrm>
          <a:prstGeom prst="rect">
            <a:avLst/>
          </a:prstGeom>
        </p:spPr>
        <p:txBody>
          <a:bodyPr/>
          <a:lstStyle>
            <a:lvl1pPr marL="0" indent="0">
              <a:lnSpc>
                <a:spcPct val="100000"/>
              </a:lnSpc>
              <a:spcBef>
                <a:spcPts val="0"/>
              </a:spcBef>
              <a:buFontTx/>
              <a:buNone/>
              <a:defRPr b="0">
                <a:solidFill>
                  <a:schemeClr val="bg1"/>
                </a:solidFill>
              </a:defRPr>
            </a:lvl1pPr>
            <a:lvl2pPr marL="173038" indent="-173038">
              <a:lnSpc>
                <a:spcPct val="100000"/>
              </a:lnSpc>
              <a:spcBef>
                <a:spcPts val="0"/>
              </a:spcBef>
              <a:buFont typeface="Arial" pitchFamily="34" charset="0"/>
              <a:buChar char="•"/>
              <a:defRPr b="0">
                <a:solidFill>
                  <a:schemeClr val="bg1"/>
                </a:solidFill>
              </a:defRPr>
            </a:lvl2pPr>
            <a:lvl3pPr marL="460375" indent="-230188">
              <a:lnSpc>
                <a:spcPct val="100000"/>
              </a:lnSpc>
              <a:spcBef>
                <a:spcPts val="0"/>
              </a:spcBef>
              <a:buFont typeface="Arial" pitchFamily="34" charset="0"/>
              <a:buChar char="–"/>
              <a:defRPr b="0">
                <a:solidFill>
                  <a:schemeClr val="bg1"/>
                </a:solidFill>
              </a:defRPr>
            </a:lvl3pPr>
            <a:lvl4pPr marL="798513" indent="-171450">
              <a:lnSpc>
                <a:spcPct val="100000"/>
              </a:lnSpc>
              <a:spcBef>
                <a:spcPts val="0"/>
              </a:spcBef>
              <a:buFont typeface="Arial" pitchFamily="34" charset="0"/>
              <a:buChar char="•"/>
              <a:defRPr sz="1200" b="0">
                <a:solidFill>
                  <a:schemeClr val="bg1"/>
                </a:solidFill>
              </a:defRPr>
            </a:lvl4pPr>
            <a:lvl5pPr marL="798513" indent="-171450">
              <a:lnSpc>
                <a:spcPct val="100000"/>
              </a:lnSpc>
              <a:spcBef>
                <a:spcPts val="0"/>
              </a:spcBef>
              <a:buFont typeface="Arial" pitchFamily="34" charset="0"/>
              <a:buChar char="•"/>
              <a:defRPr sz="1200" b="0">
                <a:solidFill>
                  <a:schemeClr val="bg1"/>
                </a:solidFill>
              </a:defRPr>
            </a:lvl5pPr>
            <a:lvl6pPr marL="798513" indent="-171450">
              <a:lnSpc>
                <a:spcPct val="100000"/>
              </a:lnSpc>
              <a:spcBef>
                <a:spcPts val="0"/>
              </a:spcBef>
              <a:buFont typeface="Arial" pitchFamily="34" charset="0"/>
              <a:buChar char="•"/>
              <a:defRPr sz="1200" b="0">
                <a:solidFill>
                  <a:schemeClr val="bg1"/>
                </a:solidFill>
              </a:defRPr>
            </a:lvl6pPr>
            <a:lvl7pPr marL="798513" indent="-171450">
              <a:lnSpc>
                <a:spcPct val="100000"/>
              </a:lnSpc>
              <a:spcBef>
                <a:spcPts val="0"/>
              </a:spcBef>
              <a:buFont typeface="Arial" pitchFamily="34" charset="0"/>
              <a:buChar char="•"/>
              <a:defRPr sz="1200" b="0">
                <a:solidFill>
                  <a:schemeClr val="bg1"/>
                </a:solidFill>
              </a:defRPr>
            </a:lvl7pPr>
            <a:lvl8pPr marL="798513" indent="-171450">
              <a:lnSpc>
                <a:spcPct val="100000"/>
              </a:lnSpc>
              <a:spcBef>
                <a:spcPts val="0"/>
              </a:spcBef>
              <a:buFont typeface="Arial" pitchFamily="34" charset="0"/>
              <a:buChar char="•"/>
              <a:defRPr sz="1200" b="0">
                <a:solidFill>
                  <a:schemeClr val="bg1"/>
                </a:solidFill>
              </a:defRPr>
            </a:lvl8pPr>
            <a:lvl9pPr marL="798513" indent="-171450">
              <a:lnSpc>
                <a:spcPct val="100000"/>
              </a:lnSpc>
              <a:spcBef>
                <a:spcPts val="0"/>
              </a:spcBef>
              <a:buFont typeface="Arial" pitchFamily="34" charset="0"/>
              <a:buChar char="•"/>
              <a:defRPr sz="1200" b="0">
                <a:solidFill>
                  <a:schemeClr val="bg1"/>
                </a:solidFill>
              </a:defRPr>
            </a:lvl9pPr>
          </a:lstStyle>
          <a:p>
            <a:pPr lvl="0"/>
            <a:r>
              <a:rPr lang="en-US"/>
              <a:t>Click to edit text</a:t>
            </a:r>
          </a:p>
        </p:txBody>
      </p:sp>
      <p:sp>
        <p:nvSpPr>
          <p:cNvPr id="9" name="Freeform 8"/>
          <p:cNvSpPr/>
          <p:nvPr userDrawn="1"/>
        </p:nvSpPr>
        <p:spPr>
          <a:xfrm>
            <a:off x="460690" y="432769"/>
            <a:ext cx="8229600" cy="4139231"/>
          </a:xfrm>
          <a:custGeom>
            <a:avLst/>
            <a:gdLst>
              <a:gd name="connsiteX0" fmla="*/ 7950394 w 8229600"/>
              <a:gd name="connsiteY0" fmla="*/ 4139231 h 4139231"/>
              <a:gd name="connsiteX1" fmla="*/ 8229600 w 8229600"/>
              <a:gd name="connsiteY1" fmla="*/ 3692501 h 4139231"/>
              <a:gd name="connsiteX2" fmla="*/ 8222620 w 8229600"/>
              <a:gd name="connsiteY2" fmla="*/ 0 h 4139231"/>
              <a:gd name="connsiteX3" fmla="*/ 0 w 8229600"/>
              <a:gd name="connsiteY3" fmla="*/ 0 h 4139231"/>
              <a:gd name="connsiteX4" fmla="*/ 0 w 8229600"/>
              <a:gd name="connsiteY4" fmla="*/ 4139231 h 4139231"/>
              <a:gd name="connsiteX5" fmla="*/ 7950394 w 8229600"/>
              <a:gd name="connsiteY5" fmla="*/ 4139231 h 4139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9600" h="4139231">
                <a:moveTo>
                  <a:pt x="7950394" y="4139231"/>
                </a:moveTo>
                <a:lnTo>
                  <a:pt x="8229600" y="3692501"/>
                </a:lnTo>
                <a:cubicBezTo>
                  <a:pt x="8227273" y="2461667"/>
                  <a:pt x="8224947" y="1230834"/>
                  <a:pt x="8222620" y="0"/>
                </a:cubicBezTo>
                <a:lnTo>
                  <a:pt x="0" y="0"/>
                </a:lnTo>
                <a:lnTo>
                  <a:pt x="0" y="4139231"/>
                </a:lnTo>
                <a:lnTo>
                  <a:pt x="7950394" y="4139231"/>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ooter Placeholder 4"/>
          <p:cNvSpPr>
            <a:spLocks noGrp="1"/>
          </p:cNvSpPr>
          <p:nvPr>
            <p:ph type="ftr" sz="quarter" idx="11"/>
          </p:nvPr>
        </p:nvSpPr>
        <p:spPr>
          <a:xfrm>
            <a:off x="3124200" y="4805934"/>
            <a:ext cx="2895600" cy="128016"/>
          </a:xfrm>
          <a:prstGeom prst="rect">
            <a:avLst/>
          </a:prstGeom>
        </p:spPr>
        <p:txBody>
          <a:bodyPr/>
          <a:lstStyle>
            <a:lvl1pPr>
              <a:defRPr>
                <a:solidFill>
                  <a:schemeClr val="bg1"/>
                </a:solidFill>
              </a:defRPr>
            </a:lvl1pPr>
          </a:lstStyle>
          <a:p>
            <a:endParaRPr lang="en-US" dirty="0"/>
          </a:p>
        </p:txBody>
      </p:sp>
      <p:sp>
        <p:nvSpPr>
          <p:cNvPr id="17" name="Slide Number Placeholder 5"/>
          <p:cNvSpPr>
            <a:spLocks noGrp="1"/>
          </p:cNvSpPr>
          <p:nvPr>
            <p:ph type="sldNum" sz="quarter" idx="12"/>
          </p:nvPr>
        </p:nvSpPr>
        <p:spPr>
          <a:xfrm>
            <a:off x="6553200" y="4805934"/>
            <a:ext cx="2133600" cy="128016"/>
          </a:xfrm>
          <a:prstGeom prst="rect">
            <a:avLst/>
          </a:prstGeom>
        </p:spPr>
        <p:txBody>
          <a:bodyPr/>
          <a:lstStyle>
            <a:lvl1pPr>
              <a:defRPr>
                <a:solidFill>
                  <a:schemeClr val="bg1"/>
                </a:solidFill>
              </a:defRPr>
            </a:lvl1pPr>
          </a:lstStyle>
          <a:p>
            <a:fld id="{C5A2E38E-3676-4AC9-AE40-117CF2D4B3AC}" type="slidenum">
              <a:rPr lang="en-US" smtClean="0"/>
              <a:pPr/>
              <a:t>‹#›</a:t>
            </a:fld>
            <a:endParaRPr lang="en-US" dirty="0"/>
          </a:p>
        </p:txBody>
      </p:sp>
      <p:cxnSp>
        <p:nvCxnSpPr>
          <p:cNvPr id="18" name="Straight Connector 17"/>
          <p:cNvCxnSpPr/>
          <p:nvPr userDrawn="1"/>
        </p:nvCxnSpPr>
        <p:spPr>
          <a:xfrm>
            <a:off x="457200" y="4760214"/>
            <a:ext cx="8229600" cy="11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457200" y="4805934"/>
            <a:ext cx="2130552" cy="123111"/>
          </a:xfrm>
          <a:prstGeom prst="rect">
            <a:avLst/>
          </a:prstGeom>
          <a:noFill/>
        </p:spPr>
        <p:txBody>
          <a:bodyPr wrap="square" lIns="0" tIns="0" rIns="0" bIns="0" rtlCol="0">
            <a:spAutoFit/>
          </a:bodyPr>
          <a:lstStyle/>
          <a:p>
            <a:r>
              <a:rPr lang="en-US" sz="800" b="1" cap="all" baseline="0" dirty="0">
                <a:solidFill>
                  <a:schemeClr val="bg1"/>
                </a:solidFill>
                <a:latin typeface="+mj-lt"/>
              </a:rPr>
              <a:t>SAE INTERNATIONAL</a:t>
            </a:r>
            <a:r>
              <a:rPr lang="en-US" sz="800" b="1" cap="all" baseline="30000" dirty="0">
                <a:solidFill>
                  <a:schemeClr val="bg1"/>
                </a:solidFill>
                <a:latin typeface="+mj-lt"/>
              </a:rPr>
              <a:t>®</a:t>
            </a:r>
          </a:p>
        </p:txBody>
      </p:sp>
      <p:sp>
        <p:nvSpPr>
          <p:cNvPr id="20" name="TextBox 19"/>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rgbClr val="FFFFFF"/>
                </a:solidFill>
                <a:latin typeface="+mn-lt"/>
                <a:ea typeface="+mn-ea"/>
                <a:cs typeface="+mn-cs"/>
              </a:rPr>
              <a:t>Copyright </a:t>
            </a:r>
            <a:r>
              <a:rPr lang="en-US" sz="500" kern="1200" dirty="0">
                <a:solidFill>
                  <a:schemeClr val="bg1"/>
                </a:solidFill>
                <a:latin typeface="+mn-lt"/>
                <a:ea typeface="+mn-ea"/>
                <a:cs typeface="+mn-cs"/>
              </a:rPr>
              <a:t>© </a:t>
            </a:r>
            <a:r>
              <a:rPr lang="en-US" sz="500" kern="1200" dirty="0">
                <a:solidFill>
                  <a:srgbClr val="FFFFFF"/>
                </a:solidFill>
                <a:latin typeface="+mn-lt"/>
                <a:ea typeface="+mn-ea"/>
                <a:cs typeface="+mn-cs"/>
              </a:rPr>
              <a:t>SAE International.  Further use or distribution is not permitted without permission from SAE</a:t>
            </a:r>
            <a:endParaRPr lang="en-US" sz="500" dirty="0">
              <a:solidFill>
                <a:srgbClr val="FFFFFF"/>
              </a:solidFill>
            </a:endParaRPr>
          </a:p>
        </p:txBody>
      </p:sp>
    </p:spTree>
    <p:extLst>
      <p:ext uri="{BB962C8B-B14F-4D97-AF65-F5344CB8AC3E}">
        <p14:creationId xmlns:p14="http://schemas.microsoft.com/office/powerpoint/2010/main" val="120595283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Divider Slide Color Background">
    <p:bg>
      <p:bgPr>
        <a:solidFill>
          <a:schemeClr val="accent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3" hasCustomPrompt="1"/>
          </p:nvPr>
        </p:nvSpPr>
        <p:spPr>
          <a:xfrm>
            <a:off x="762000" y="657224"/>
            <a:ext cx="7620000" cy="3429000"/>
          </a:xfrm>
          <a:prstGeom prst="rect">
            <a:avLst/>
          </a:prstGeom>
        </p:spPr>
        <p:txBody>
          <a:bodyPr>
            <a:noAutofit/>
          </a:bodyPr>
          <a:lstStyle>
            <a:lvl1pPr marL="0" indent="0">
              <a:lnSpc>
                <a:spcPct val="100000"/>
              </a:lnSpc>
              <a:spcBef>
                <a:spcPts val="0"/>
              </a:spcBef>
              <a:spcAft>
                <a:spcPts val="0"/>
              </a:spcAft>
              <a:buFontTx/>
              <a:buNone/>
              <a:defRPr sz="3700" b="1" cap="all" baseline="0">
                <a:solidFill>
                  <a:schemeClr val="bg1"/>
                </a:solidFill>
                <a:latin typeface="+mj-lt"/>
              </a:defRPr>
            </a:lvl1pPr>
            <a:lvl2pPr marL="0" indent="0">
              <a:lnSpc>
                <a:spcPct val="100000"/>
              </a:lnSpc>
              <a:spcBef>
                <a:spcPts val="0"/>
              </a:spcBef>
              <a:buFontTx/>
              <a:buNone/>
              <a:defRPr sz="3700" b="0">
                <a:solidFill>
                  <a:schemeClr val="bg1"/>
                </a:solidFill>
              </a:defRPr>
            </a:lvl2pPr>
            <a:lvl3pPr marL="0" indent="0">
              <a:lnSpc>
                <a:spcPct val="100000"/>
              </a:lnSpc>
              <a:spcBef>
                <a:spcPts val="0"/>
              </a:spcBef>
              <a:buFontTx/>
              <a:buNone/>
              <a:defRPr sz="3700" b="0">
                <a:solidFill>
                  <a:schemeClr val="bg1"/>
                </a:solidFill>
              </a:defRPr>
            </a:lvl3pPr>
            <a:lvl4pPr marL="0" indent="0">
              <a:lnSpc>
                <a:spcPct val="100000"/>
              </a:lnSpc>
              <a:spcBef>
                <a:spcPts val="0"/>
              </a:spcBef>
              <a:buFontTx/>
              <a:buNone/>
              <a:defRPr sz="3700" b="0">
                <a:solidFill>
                  <a:schemeClr val="bg1"/>
                </a:solidFill>
              </a:defRPr>
            </a:lvl4pPr>
            <a:lvl5pPr marL="0" indent="0">
              <a:lnSpc>
                <a:spcPct val="100000"/>
              </a:lnSpc>
              <a:spcBef>
                <a:spcPts val="0"/>
              </a:spcBef>
              <a:buFontTx/>
              <a:buNone/>
              <a:defRPr sz="3700" b="0">
                <a:solidFill>
                  <a:schemeClr val="bg1"/>
                </a:solidFill>
              </a:defRPr>
            </a:lvl5pPr>
            <a:lvl6pPr marL="0" indent="0">
              <a:lnSpc>
                <a:spcPct val="100000"/>
              </a:lnSpc>
              <a:spcBef>
                <a:spcPts val="0"/>
              </a:spcBef>
              <a:buFontTx/>
              <a:buNone/>
              <a:defRPr sz="3700" b="0">
                <a:solidFill>
                  <a:schemeClr val="bg1"/>
                </a:solidFill>
              </a:defRPr>
            </a:lvl6pPr>
            <a:lvl7pPr marL="0" indent="0">
              <a:lnSpc>
                <a:spcPct val="100000"/>
              </a:lnSpc>
              <a:spcBef>
                <a:spcPts val="0"/>
              </a:spcBef>
              <a:buFontTx/>
              <a:buNone/>
              <a:defRPr sz="3700" b="0">
                <a:solidFill>
                  <a:schemeClr val="bg1"/>
                </a:solidFill>
              </a:defRPr>
            </a:lvl7pPr>
            <a:lvl8pPr marL="0" indent="0">
              <a:lnSpc>
                <a:spcPct val="100000"/>
              </a:lnSpc>
              <a:spcBef>
                <a:spcPts val="0"/>
              </a:spcBef>
              <a:buFontTx/>
              <a:buNone/>
              <a:defRPr sz="3700" b="0">
                <a:solidFill>
                  <a:schemeClr val="bg1"/>
                </a:solidFill>
              </a:defRPr>
            </a:lvl8pPr>
            <a:lvl9pPr marL="0" indent="0">
              <a:lnSpc>
                <a:spcPct val="100000"/>
              </a:lnSpc>
              <a:spcBef>
                <a:spcPts val="0"/>
              </a:spcBef>
              <a:buFontTx/>
              <a:buNone/>
              <a:defRPr sz="3700" b="0">
                <a:solidFill>
                  <a:schemeClr val="bg1"/>
                </a:solidFill>
              </a:defRPr>
            </a:lvl9pPr>
          </a:lstStyle>
          <a:p>
            <a:pPr lvl="0"/>
            <a:r>
              <a:rPr lang="en-US"/>
              <a:t>CLICK TO EDIT HEADLINE</a:t>
            </a:r>
          </a:p>
          <a:p>
            <a:pPr lvl="1"/>
            <a:r>
              <a:rPr lang="en-US"/>
              <a:t>Click to edit subhead</a:t>
            </a:r>
          </a:p>
        </p:txBody>
      </p:sp>
      <p:sp>
        <p:nvSpPr>
          <p:cNvPr id="9" name="Freeform 8"/>
          <p:cNvSpPr/>
          <p:nvPr userDrawn="1"/>
        </p:nvSpPr>
        <p:spPr>
          <a:xfrm>
            <a:off x="460690" y="432769"/>
            <a:ext cx="8229600" cy="4139231"/>
          </a:xfrm>
          <a:custGeom>
            <a:avLst/>
            <a:gdLst>
              <a:gd name="connsiteX0" fmla="*/ 7950394 w 8229600"/>
              <a:gd name="connsiteY0" fmla="*/ 4139231 h 4139231"/>
              <a:gd name="connsiteX1" fmla="*/ 8229600 w 8229600"/>
              <a:gd name="connsiteY1" fmla="*/ 3692501 h 4139231"/>
              <a:gd name="connsiteX2" fmla="*/ 8222620 w 8229600"/>
              <a:gd name="connsiteY2" fmla="*/ 0 h 4139231"/>
              <a:gd name="connsiteX3" fmla="*/ 0 w 8229600"/>
              <a:gd name="connsiteY3" fmla="*/ 0 h 4139231"/>
              <a:gd name="connsiteX4" fmla="*/ 0 w 8229600"/>
              <a:gd name="connsiteY4" fmla="*/ 4139231 h 4139231"/>
              <a:gd name="connsiteX5" fmla="*/ 7950394 w 8229600"/>
              <a:gd name="connsiteY5" fmla="*/ 4139231 h 4139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9600" h="4139231">
                <a:moveTo>
                  <a:pt x="7950394" y="4139231"/>
                </a:moveTo>
                <a:lnTo>
                  <a:pt x="8229600" y="3692501"/>
                </a:lnTo>
                <a:cubicBezTo>
                  <a:pt x="8227273" y="2461667"/>
                  <a:pt x="8224947" y="1230834"/>
                  <a:pt x="8222620" y="0"/>
                </a:cubicBezTo>
                <a:lnTo>
                  <a:pt x="0" y="0"/>
                </a:lnTo>
                <a:lnTo>
                  <a:pt x="0" y="4139231"/>
                </a:lnTo>
                <a:lnTo>
                  <a:pt x="7950394" y="4139231"/>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4"/>
          <p:cNvSpPr>
            <a:spLocks noGrp="1"/>
          </p:cNvSpPr>
          <p:nvPr>
            <p:ph type="ftr" sz="quarter" idx="11"/>
          </p:nvPr>
        </p:nvSpPr>
        <p:spPr>
          <a:xfrm>
            <a:off x="3124200" y="4805934"/>
            <a:ext cx="2895600" cy="128016"/>
          </a:xfrm>
          <a:prstGeom prst="rect">
            <a:avLst/>
          </a:prstGeom>
        </p:spPr>
        <p:txBody>
          <a:bodyPr/>
          <a:lstStyle>
            <a:lvl1pPr>
              <a:defRPr>
                <a:solidFill>
                  <a:schemeClr val="bg1"/>
                </a:solidFill>
              </a:defRPr>
            </a:lvl1pPr>
          </a:lstStyle>
          <a:p>
            <a:endParaRPr lang="en-US" dirty="0"/>
          </a:p>
        </p:txBody>
      </p:sp>
      <p:sp>
        <p:nvSpPr>
          <p:cNvPr id="13" name="Slide Number Placeholder 5"/>
          <p:cNvSpPr>
            <a:spLocks noGrp="1"/>
          </p:cNvSpPr>
          <p:nvPr>
            <p:ph type="sldNum" sz="quarter" idx="12"/>
          </p:nvPr>
        </p:nvSpPr>
        <p:spPr>
          <a:xfrm>
            <a:off x="6553200" y="4805934"/>
            <a:ext cx="2133600" cy="128016"/>
          </a:xfrm>
          <a:prstGeom prst="rect">
            <a:avLst/>
          </a:prstGeom>
        </p:spPr>
        <p:txBody>
          <a:bodyPr/>
          <a:lstStyle>
            <a:lvl1pPr>
              <a:defRPr>
                <a:solidFill>
                  <a:schemeClr val="bg1"/>
                </a:solidFill>
              </a:defRPr>
            </a:lvl1pPr>
          </a:lstStyle>
          <a:p>
            <a:fld id="{C5A2E38E-3676-4AC9-AE40-117CF2D4B3AC}" type="slidenum">
              <a:rPr lang="en-US" smtClean="0"/>
              <a:pPr/>
              <a:t>‹#›</a:t>
            </a:fld>
            <a:endParaRPr lang="en-US" dirty="0"/>
          </a:p>
        </p:txBody>
      </p:sp>
      <p:cxnSp>
        <p:nvCxnSpPr>
          <p:cNvPr id="14" name="Straight Connector 13"/>
          <p:cNvCxnSpPr/>
          <p:nvPr userDrawn="1"/>
        </p:nvCxnSpPr>
        <p:spPr>
          <a:xfrm>
            <a:off x="457200" y="4760214"/>
            <a:ext cx="8229600" cy="11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userDrawn="1"/>
        </p:nvSpPr>
        <p:spPr>
          <a:xfrm>
            <a:off x="457200" y="4805934"/>
            <a:ext cx="2130552" cy="123111"/>
          </a:xfrm>
          <a:prstGeom prst="rect">
            <a:avLst/>
          </a:prstGeom>
          <a:noFill/>
        </p:spPr>
        <p:txBody>
          <a:bodyPr wrap="square" lIns="0" tIns="0" rIns="0" bIns="0" rtlCol="0">
            <a:spAutoFit/>
          </a:bodyPr>
          <a:lstStyle/>
          <a:p>
            <a:r>
              <a:rPr lang="en-US" sz="800" b="1" kern="1200" cap="all" baseline="0" dirty="0">
                <a:solidFill>
                  <a:schemeClr val="bg1"/>
                </a:solidFill>
                <a:latin typeface="+mn-lt"/>
                <a:ea typeface="+mn-ea"/>
                <a:cs typeface="+mn-cs"/>
              </a:rPr>
              <a:t>SAE INTERNATIONAL</a:t>
            </a:r>
            <a:r>
              <a:rPr lang="en-US" sz="800" b="1" kern="1200" cap="all" baseline="30000" dirty="0">
                <a:solidFill>
                  <a:schemeClr val="bg1"/>
                </a:solidFill>
                <a:latin typeface="+mn-lt"/>
                <a:ea typeface="+mn-ea"/>
                <a:cs typeface="+mn-cs"/>
              </a:rPr>
              <a:t>®</a:t>
            </a:r>
          </a:p>
        </p:txBody>
      </p:sp>
      <p:sp>
        <p:nvSpPr>
          <p:cNvPr id="16" name="TextBox 15"/>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rgbClr val="FFFFFF"/>
                </a:solidFill>
                <a:latin typeface="+mn-lt"/>
                <a:ea typeface="+mn-ea"/>
                <a:cs typeface="+mn-cs"/>
              </a:rPr>
              <a:t>Copyright </a:t>
            </a:r>
            <a:r>
              <a:rPr lang="en-US" sz="500" kern="1200" dirty="0">
                <a:solidFill>
                  <a:schemeClr val="bg1"/>
                </a:solidFill>
                <a:latin typeface="+mn-lt"/>
                <a:ea typeface="+mn-ea"/>
                <a:cs typeface="+mn-cs"/>
              </a:rPr>
              <a:t>© </a:t>
            </a:r>
            <a:r>
              <a:rPr lang="en-US" sz="500" kern="1200" dirty="0">
                <a:solidFill>
                  <a:srgbClr val="FFFFFF"/>
                </a:solidFill>
                <a:latin typeface="+mn-lt"/>
                <a:ea typeface="+mn-ea"/>
                <a:cs typeface="+mn-cs"/>
              </a:rPr>
              <a:t>SAE International.  Further use or distribution is not permitted without permission from SAE</a:t>
            </a:r>
            <a:endParaRPr lang="en-US" sz="500" dirty="0">
              <a:solidFill>
                <a:srgbClr val="FFFFFF"/>
              </a:solidFill>
            </a:endParaRPr>
          </a:p>
        </p:txBody>
      </p:sp>
    </p:spTree>
    <p:extLst>
      <p:ext uri="{BB962C8B-B14F-4D97-AF65-F5344CB8AC3E}">
        <p14:creationId xmlns:p14="http://schemas.microsoft.com/office/powerpoint/2010/main" val="341240047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Content Slide">
    <p:bg>
      <p:bgPr>
        <a:solidFill>
          <a:schemeClr val="accent1"/>
        </a:solidFill>
        <a:effectLst/>
      </p:bgPr>
    </p:bg>
    <p:spTree>
      <p:nvGrpSpPr>
        <p:cNvPr id="1" name=""/>
        <p:cNvGrpSpPr/>
        <p:nvPr/>
      </p:nvGrpSpPr>
      <p:grpSpPr>
        <a:xfrm>
          <a:off x="0" y="0"/>
          <a:ext cx="0" cy="0"/>
          <a:chOff x="0" y="0"/>
          <a:chExt cx="0" cy="0"/>
        </a:xfrm>
      </p:grpSpPr>
      <p:sp>
        <p:nvSpPr>
          <p:cNvPr id="9" name="Freeform 8"/>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hasCustomPrompt="1"/>
          </p:nvPr>
        </p:nvSpPr>
        <p:spPr>
          <a:xfrm>
            <a:off x="457200" y="911224"/>
            <a:ext cx="8229600" cy="3657600"/>
          </a:xfrm>
          <a:prstGeom prst="rect">
            <a:avLst/>
          </a:prstGeom>
        </p:spPr>
        <p:txBody>
          <a:bodyPr/>
          <a:lstStyle>
            <a:lvl1pPr>
              <a:defRPr sz="1800"/>
            </a:lvl1pPr>
            <a:lvl2pPr>
              <a:defRPr sz="1800"/>
            </a:lvl2pPr>
            <a:lvl3pPr>
              <a:defRPr sz="1800"/>
            </a:lvl3pPr>
            <a:lvl4pPr>
              <a:defRPr sz="1800"/>
            </a:lvl4pPr>
            <a:lvl5pPr>
              <a:defRPr sz="1800"/>
            </a:lvl5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124200" y="4805934"/>
            <a:ext cx="2895600" cy="128016"/>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4805934"/>
            <a:ext cx="2133600" cy="128016"/>
          </a:xfrm>
          <a:prstGeom prst="rect">
            <a:avLst/>
          </a:prstGeom>
        </p:spPr>
        <p:txBody>
          <a:bodyPr/>
          <a:lstStyle/>
          <a:p>
            <a:fld id="{C5A2E38E-3676-4AC9-AE40-117CF2D4B3AC}" type="slidenum">
              <a:rPr lang="en-US" smtClean="0"/>
              <a:pPr/>
              <a:t>‹#›</a:t>
            </a:fld>
            <a:endParaRPr lang="en-US" dirty="0"/>
          </a:p>
        </p:txBody>
      </p:sp>
      <p:cxnSp>
        <p:nvCxnSpPr>
          <p:cNvPr id="8" name="Straight Connector 7"/>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457200" y="137160"/>
            <a:ext cx="8229600" cy="502920"/>
          </a:xfrm>
          <a:prstGeom prst="rect">
            <a:avLst/>
          </a:prstGeom>
        </p:spPr>
        <p:txBody>
          <a:bodyPr/>
          <a:lstStyle>
            <a:lvl1pPr>
              <a:defRPr sz="2000"/>
            </a:lvl1pPr>
          </a:lstStyle>
          <a:p>
            <a:r>
              <a:rPr lang="en-US"/>
              <a:t>Click to edit Master title style</a:t>
            </a:r>
          </a:p>
        </p:txBody>
      </p:sp>
      <p:sp>
        <p:nvSpPr>
          <p:cNvPr id="11" name="TextBox 10"/>
          <p:cNvSpPr txBox="1"/>
          <p:nvPr userDrawn="1"/>
        </p:nvSpPr>
        <p:spPr>
          <a:xfrm>
            <a:off x="457200" y="4805934"/>
            <a:ext cx="2130552" cy="123111"/>
          </a:xfrm>
          <a:prstGeom prst="rect">
            <a:avLst/>
          </a:prstGeom>
          <a:noFill/>
        </p:spPr>
        <p:txBody>
          <a:bodyPr wrap="square" lIns="0" tIns="0" rIns="0" bIns="0" rtlCol="0">
            <a:spAutoFit/>
          </a:bodyPr>
          <a:lstStyle/>
          <a:p>
            <a:r>
              <a:rPr lang="en-US" sz="800" b="1" cap="all" baseline="0" dirty="0">
                <a:latin typeface="+mj-lt"/>
              </a:rPr>
              <a:t>SAE INTERNATIONAL</a:t>
            </a:r>
            <a:r>
              <a:rPr lang="en-US" sz="800" b="1" kern="1200" cap="all" baseline="30000" dirty="0">
                <a:solidFill>
                  <a:schemeClr val="tx1"/>
                </a:solidFill>
                <a:latin typeface="+mn-lt"/>
                <a:ea typeface="+mn-ea"/>
                <a:cs typeface="+mn-cs"/>
              </a:rPr>
              <a:t>®</a:t>
            </a:r>
            <a:endParaRPr lang="en-US" sz="800" b="1" cap="all" baseline="30000" dirty="0">
              <a:solidFill>
                <a:schemeClr val="tx1"/>
              </a:solidFill>
              <a:latin typeface="+mj-lt"/>
            </a:endParaRPr>
          </a:p>
        </p:txBody>
      </p:sp>
      <p:sp>
        <p:nvSpPr>
          <p:cNvPr id="12" name="TextBox 11"/>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186355248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 One-third Slide">
    <p:bg>
      <p:bgPr>
        <a:solidFill>
          <a:schemeClr val="accent1"/>
        </a:solidFill>
        <a:effectLst/>
      </p:bgPr>
    </p:bg>
    <p:spTree>
      <p:nvGrpSpPr>
        <p:cNvPr id="1" name=""/>
        <p:cNvGrpSpPr/>
        <p:nvPr/>
      </p:nvGrpSpPr>
      <p:grpSpPr>
        <a:xfrm>
          <a:off x="0" y="0"/>
          <a:ext cx="0" cy="0"/>
          <a:chOff x="0" y="0"/>
          <a:chExt cx="0" cy="0"/>
        </a:xfrm>
      </p:grpSpPr>
      <p:sp>
        <p:nvSpPr>
          <p:cNvPr id="18" name="Freeform 17"/>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137160"/>
            <a:ext cx="8229600" cy="502920"/>
          </a:xfrm>
          <a:prstGeom prst="rect">
            <a:avLst/>
          </a:prstGeom>
        </p:spPr>
        <p:txBody>
          <a:bodyPr/>
          <a:lstStyle>
            <a:lvl1pPr>
              <a:defRPr sz="2000"/>
            </a:lvl1pPr>
          </a:lstStyle>
          <a:p>
            <a:r>
              <a:rPr lang="en-US"/>
              <a:t>Click to edit Master title style</a:t>
            </a:r>
          </a:p>
        </p:txBody>
      </p:sp>
      <p:sp>
        <p:nvSpPr>
          <p:cNvPr id="6" name="Content Placeholder 5"/>
          <p:cNvSpPr>
            <a:spLocks noGrp="1"/>
          </p:cNvSpPr>
          <p:nvPr>
            <p:ph sz="quarter" idx="12" hasCustomPrompt="1"/>
          </p:nvPr>
        </p:nvSpPr>
        <p:spPr>
          <a:xfrm>
            <a:off x="457200" y="911224"/>
            <a:ext cx="2651760" cy="36576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3" hasCustomPrompt="1"/>
          </p:nvPr>
        </p:nvSpPr>
        <p:spPr>
          <a:xfrm>
            <a:off x="3246120" y="911224"/>
            <a:ext cx="5440680" cy="36576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p:cNvSpPr>
            <a:spLocks noGrp="1"/>
          </p:cNvSpPr>
          <p:nvPr>
            <p:ph type="ftr" sz="quarter" idx="11"/>
          </p:nvPr>
        </p:nvSpPr>
        <p:spPr>
          <a:xfrm>
            <a:off x="3124200" y="4805934"/>
            <a:ext cx="2895600" cy="128016"/>
          </a:xfrm>
          <a:prstGeom prst="rect">
            <a:avLst/>
          </a:prstGeom>
        </p:spPr>
        <p:txBody>
          <a:bodyPr/>
          <a:lstStyle/>
          <a:p>
            <a:endParaRPr lang="en-US" dirty="0"/>
          </a:p>
        </p:txBody>
      </p:sp>
      <p:sp>
        <p:nvSpPr>
          <p:cNvPr id="13" name="Slide Number Placeholder 5"/>
          <p:cNvSpPr>
            <a:spLocks noGrp="1"/>
          </p:cNvSpPr>
          <p:nvPr>
            <p:ph type="sldNum" sz="quarter" idx="14"/>
          </p:nvPr>
        </p:nvSpPr>
        <p:spPr>
          <a:xfrm>
            <a:off x="6553200" y="4805934"/>
            <a:ext cx="2133600" cy="128016"/>
          </a:xfrm>
          <a:prstGeom prst="rect">
            <a:avLst/>
          </a:prstGeom>
        </p:spPr>
        <p:txBody>
          <a:bodyPr/>
          <a:lstStyle/>
          <a:p>
            <a:fld id="{C5A2E38E-3676-4AC9-AE40-117CF2D4B3AC}" type="slidenum">
              <a:rPr lang="en-US" smtClean="0"/>
              <a:pPr/>
              <a:t>‹#›</a:t>
            </a:fld>
            <a:endParaRPr lang="en-US" dirty="0"/>
          </a:p>
        </p:txBody>
      </p:sp>
      <p:cxnSp>
        <p:nvCxnSpPr>
          <p:cNvPr id="14" name="Straight Connector 13"/>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userDrawn="1"/>
        </p:nvSpPr>
        <p:spPr>
          <a:xfrm>
            <a:off x="457200" y="4805934"/>
            <a:ext cx="2130552" cy="123111"/>
          </a:xfrm>
          <a:prstGeom prst="rect">
            <a:avLst/>
          </a:prstGeom>
          <a:noFill/>
        </p:spPr>
        <p:txBody>
          <a:bodyPr wrap="square" lIns="0" tIns="0" rIns="0" bIns="0" rtlCol="0">
            <a:spAutoFit/>
          </a:bodyPr>
          <a:lstStyle/>
          <a:p>
            <a:r>
              <a:rPr lang="en-US" sz="800" b="1" kern="1200" cap="all" baseline="0" dirty="0">
                <a:solidFill>
                  <a:schemeClr val="tx1"/>
                </a:solidFill>
                <a:latin typeface="+mn-lt"/>
                <a:ea typeface="+mn-ea"/>
                <a:cs typeface="+mn-cs"/>
              </a:rPr>
              <a:t>SAE INTERNATIONAL</a:t>
            </a:r>
            <a:r>
              <a:rPr lang="en-US" sz="800" b="1" kern="1200" cap="all" baseline="30000" dirty="0">
                <a:solidFill>
                  <a:schemeClr val="tx1"/>
                </a:solidFill>
                <a:latin typeface="+mn-lt"/>
                <a:ea typeface="+mn-ea"/>
                <a:cs typeface="+mn-cs"/>
              </a:rPr>
              <a:t>®</a:t>
            </a:r>
          </a:p>
        </p:txBody>
      </p:sp>
      <p:sp>
        <p:nvSpPr>
          <p:cNvPr id="16" name="TextBox 15"/>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170838505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Content Two Columns Slide">
    <p:bg>
      <p:bgPr>
        <a:solidFill>
          <a:schemeClr val="accent1"/>
        </a:solidFill>
        <a:effectLst/>
      </p:bgPr>
    </p:bg>
    <p:spTree>
      <p:nvGrpSpPr>
        <p:cNvPr id="1" name=""/>
        <p:cNvGrpSpPr/>
        <p:nvPr/>
      </p:nvGrpSpPr>
      <p:grpSpPr>
        <a:xfrm>
          <a:off x="0" y="0"/>
          <a:ext cx="0" cy="0"/>
          <a:chOff x="0" y="0"/>
          <a:chExt cx="0" cy="0"/>
        </a:xfrm>
      </p:grpSpPr>
      <p:sp>
        <p:nvSpPr>
          <p:cNvPr id="12" name="Freeform 11"/>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137160"/>
            <a:ext cx="8229600" cy="502920"/>
          </a:xfrm>
          <a:prstGeom prst="rect">
            <a:avLst/>
          </a:prstGeom>
        </p:spPr>
        <p:txBody>
          <a:bodyPr/>
          <a:lstStyle>
            <a:lvl1pPr>
              <a:defRPr sz="2000"/>
            </a:lvl1pPr>
          </a:lstStyle>
          <a:p>
            <a:r>
              <a:rPr lang="en-US"/>
              <a:t>Click to edit Master title style</a:t>
            </a:r>
          </a:p>
        </p:txBody>
      </p:sp>
      <p:sp>
        <p:nvSpPr>
          <p:cNvPr id="6" name="Content Placeholder 5"/>
          <p:cNvSpPr>
            <a:spLocks noGrp="1"/>
          </p:cNvSpPr>
          <p:nvPr>
            <p:ph sz="quarter" idx="12" hasCustomPrompt="1"/>
          </p:nvPr>
        </p:nvSpPr>
        <p:spPr>
          <a:xfrm>
            <a:off x="457200" y="911224"/>
            <a:ext cx="4050792" cy="36576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3" hasCustomPrompt="1"/>
          </p:nvPr>
        </p:nvSpPr>
        <p:spPr>
          <a:xfrm>
            <a:off x="4636008" y="911224"/>
            <a:ext cx="4050792" cy="36576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p:cNvSpPr>
            <a:spLocks noGrp="1"/>
          </p:cNvSpPr>
          <p:nvPr>
            <p:ph type="ftr" sz="quarter" idx="11"/>
          </p:nvPr>
        </p:nvSpPr>
        <p:spPr>
          <a:xfrm>
            <a:off x="3124200" y="4805934"/>
            <a:ext cx="2895600" cy="128016"/>
          </a:xfrm>
          <a:prstGeom prst="rect">
            <a:avLst/>
          </a:prstGeom>
        </p:spPr>
        <p:txBody>
          <a:bodyPr/>
          <a:lstStyle/>
          <a:p>
            <a:endParaRPr lang="en-US" dirty="0"/>
          </a:p>
        </p:txBody>
      </p:sp>
      <p:sp>
        <p:nvSpPr>
          <p:cNvPr id="14" name="Slide Number Placeholder 5"/>
          <p:cNvSpPr>
            <a:spLocks noGrp="1"/>
          </p:cNvSpPr>
          <p:nvPr>
            <p:ph type="sldNum" sz="quarter" idx="14"/>
          </p:nvPr>
        </p:nvSpPr>
        <p:spPr>
          <a:xfrm>
            <a:off x="6553200" y="4805934"/>
            <a:ext cx="2133600" cy="128016"/>
          </a:xfrm>
          <a:prstGeom prst="rect">
            <a:avLst/>
          </a:prstGeom>
        </p:spPr>
        <p:txBody>
          <a:bodyPr/>
          <a:lstStyle/>
          <a:p>
            <a:fld id="{C5A2E38E-3676-4AC9-AE40-117CF2D4B3AC}" type="slidenum">
              <a:rPr lang="en-US" smtClean="0"/>
              <a:pPr/>
              <a:t>‹#›</a:t>
            </a:fld>
            <a:endParaRPr lang="en-US" dirty="0"/>
          </a:p>
        </p:txBody>
      </p:sp>
      <p:cxnSp>
        <p:nvCxnSpPr>
          <p:cNvPr id="15" name="Straight Connector 14"/>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457200" y="4805934"/>
            <a:ext cx="2130552" cy="123111"/>
          </a:xfrm>
          <a:prstGeom prst="rect">
            <a:avLst/>
          </a:prstGeom>
          <a:noFill/>
        </p:spPr>
        <p:txBody>
          <a:bodyPr wrap="square" lIns="0" tIns="0" rIns="0" bIns="0" rtlCol="0">
            <a:spAutoFit/>
          </a:bodyPr>
          <a:lstStyle/>
          <a:p>
            <a:r>
              <a:rPr lang="en-US" sz="800" b="1" kern="1200" cap="all" baseline="0" dirty="0">
                <a:solidFill>
                  <a:schemeClr val="tx1"/>
                </a:solidFill>
                <a:latin typeface="+mn-lt"/>
                <a:ea typeface="+mn-ea"/>
                <a:cs typeface="+mn-cs"/>
              </a:rPr>
              <a:t>SAE INTERNATIONAL</a:t>
            </a:r>
            <a:r>
              <a:rPr lang="en-US" sz="800" b="1" kern="1200" cap="all" baseline="30000" dirty="0">
                <a:solidFill>
                  <a:schemeClr val="tx1"/>
                </a:solidFill>
                <a:latin typeface="+mn-lt"/>
                <a:ea typeface="+mn-ea"/>
                <a:cs typeface="+mn-cs"/>
              </a:rPr>
              <a:t>®</a:t>
            </a:r>
          </a:p>
        </p:txBody>
      </p:sp>
      <p:sp>
        <p:nvSpPr>
          <p:cNvPr id="17" name="TextBox 16"/>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156985979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Content Two-thirds Slide">
    <p:bg>
      <p:bgPr>
        <a:solidFill>
          <a:schemeClr val="accent1"/>
        </a:solidFill>
        <a:effectLst/>
      </p:bgPr>
    </p:bg>
    <p:spTree>
      <p:nvGrpSpPr>
        <p:cNvPr id="1" name=""/>
        <p:cNvGrpSpPr/>
        <p:nvPr/>
      </p:nvGrpSpPr>
      <p:grpSpPr>
        <a:xfrm>
          <a:off x="0" y="0"/>
          <a:ext cx="0" cy="0"/>
          <a:chOff x="0" y="0"/>
          <a:chExt cx="0" cy="0"/>
        </a:xfrm>
      </p:grpSpPr>
      <p:sp>
        <p:nvSpPr>
          <p:cNvPr id="12" name="Freeform 11"/>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137160"/>
            <a:ext cx="8229600" cy="502920"/>
          </a:xfrm>
          <a:prstGeom prst="rect">
            <a:avLst/>
          </a:prstGeom>
        </p:spPr>
        <p:txBody>
          <a:bodyPr/>
          <a:lstStyle>
            <a:lvl1pPr>
              <a:defRPr sz="2000"/>
            </a:lvl1pPr>
          </a:lstStyle>
          <a:p>
            <a:r>
              <a:rPr lang="en-US"/>
              <a:t>Click to edit Master title style</a:t>
            </a:r>
          </a:p>
        </p:txBody>
      </p:sp>
      <p:sp>
        <p:nvSpPr>
          <p:cNvPr id="6" name="Content Placeholder 5"/>
          <p:cNvSpPr>
            <a:spLocks noGrp="1"/>
          </p:cNvSpPr>
          <p:nvPr>
            <p:ph sz="quarter" idx="12" hasCustomPrompt="1"/>
          </p:nvPr>
        </p:nvSpPr>
        <p:spPr>
          <a:xfrm>
            <a:off x="457200" y="911224"/>
            <a:ext cx="5440680" cy="36576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3" hasCustomPrompt="1"/>
          </p:nvPr>
        </p:nvSpPr>
        <p:spPr>
          <a:xfrm>
            <a:off x="6035040" y="911224"/>
            <a:ext cx="2651760" cy="36576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p:cNvSpPr>
            <a:spLocks noGrp="1"/>
          </p:cNvSpPr>
          <p:nvPr>
            <p:ph type="ftr" sz="quarter" idx="11"/>
          </p:nvPr>
        </p:nvSpPr>
        <p:spPr>
          <a:xfrm>
            <a:off x="3124200" y="4805934"/>
            <a:ext cx="2895600" cy="128016"/>
          </a:xfrm>
          <a:prstGeom prst="rect">
            <a:avLst/>
          </a:prstGeom>
        </p:spPr>
        <p:txBody>
          <a:bodyPr/>
          <a:lstStyle/>
          <a:p>
            <a:endParaRPr lang="en-US" dirty="0"/>
          </a:p>
        </p:txBody>
      </p:sp>
      <p:sp>
        <p:nvSpPr>
          <p:cNvPr id="14" name="Slide Number Placeholder 5"/>
          <p:cNvSpPr>
            <a:spLocks noGrp="1"/>
          </p:cNvSpPr>
          <p:nvPr>
            <p:ph type="sldNum" sz="quarter" idx="14"/>
          </p:nvPr>
        </p:nvSpPr>
        <p:spPr>
          <a:xfrm>
            <a:off x="6553200" y="4805934"/>
            <a:ext cx="2133600" cy="128016"/>
          </a:xfrm>
          <a:prstGeom prst="rect">
            <a:avLst/>
          </a:prstGeom>
        </p:spPr>
        <p:txBody>
          <a:bodyPr/>
          <a:lstStyle/>
          <a:p>
            <a:fld id="{C5A2E38E-3676-4AC9-AE40-117CF2D4B3AC}" type="slidenum">
              <a:rPr lang="en-US" smtClean="0"/>
              <a:pPr/>
              <a:t>‹#›</a:t>
            </a:fld>
            <a:endParaRPr lang="en-US" dirty="0"/>
          </a:p>
        </p:txBody>
      </p:sp>
      <p:cxnSp>
        <p:nvCxnSpPr>
          <p:cNvPr id="15" name="Straight Connector 14"/>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457200" y="4805934"/>
            <a:ext cx="2130552" cy="123111"/>
          </a:xfrm>
          <a:prstGeom prst="rect">
            <a:avLst/>
          </a:prstGeom>
          <a:noFill/>
        </p:spPr>
        <p:txBody>
          <a:bodyPr wrap="square" lIns="0" tIns="0" rIns="0" bIns="0" rtlCol="0">
            <a:spAutoFit/>
          </a:bodyPr>
          <a:lstStyle/>
          <a:p>
            <a:r>
              <a:rPr lang="en-US" sz="800" b="1" kern="1200" cap="all" baseline="0" dirty="0">
                <a:solidFill>
                  <a:schemeClr val="tx1"/>
                </a:solidFill>
                <a:latin typeface="+mn-lt"/>
                <a:ea typeface="+mn-ea"/>
                <a:cs typeface="+mn-cs"/>
              </a:rPr>
              <a:t>SAE INTERNATIONAL</a:t>
            </a:r>
            <a:r>
              <a:rPr lang="en-US" sz="800" b="1" kern="1200" cap="all" baseline="30000" dirty="0">
                <a:solidFill>
                  <a:schemeClr val="tx1"/>
                </a:solidFill>
                <a:latin typeface="+mn-lt"/>
                <a:ea typeface="+mn-ea"/>
                <a:cs typeface="+mn-cs"/>
              </a:rPr>
              <a:t>®</a:t>
            </a:r>
          </a:p>
        </p:txBody>
      </p:sp>
      <p:sp>
        <p:nvSpPr>
          <p:cNvPr id="17" name="TextBox 16"/>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100898579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hree Columns Slide">
    <p:bg>
      <p:bgPr>
        <a:solidFill>
          <a:schemeClr val="accent1"/>
        </a:solidFill>
        <a:effectLst/>
      </p:bgPr>
    </p:bg>
    <p:spTree>
      <p:nvGrpSpPr>
        <p:cNvPr id="1" name=""/>
        <p:cNvGrpSpPr/>
        <p:nvPr/>
      </p:nvGrpSpPr>
      <p:grpSpPr>
        <a:xfrm>
          <a:off x="0" y="0"/>
          <a:ext cx="0" cy="0"/>
          <a:chOff x="0" y="0"/>
          <a:chExt cx="0" cy="0"/>
        </a:xfrm>
      </p:grpSpPr>
      <p:sp>
        <p:nvSpPr>
          <p:cNvPr id="11" name="Freeform 10"/>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137160"/>
            <a:ext cx="8229600" cy="502920"/>
          </a:xfrm>
          <a:prstGeom prst="rect">
            <a:avLst/>
          </a:prstGeom>
        </p:spPr>
        <p:txBody>
          <a:bodyPr/>
          <a:lstStyle>
            <a:lvl1pPr>
              <a:defRPr sz="2000"/>
            </a:lvl1pPr>
          </a:lstStyle>
          <a:p>
            <a:r>
              <a:rPr lang="en-US"/>
              <a:t>Click to edit Master title style</a:t>
            </a:r>
          </a:p>
        </p:txBody>
      </p:sp>
      <p:sp>
        <p:nvSpPr>
          <p:cNvPr id="17" name="Content Placeholder 16"/>
          <p:cNvSpPr>
            <a:spLocks noGrp="1"/>
          </p:cNvSpPr>
          <p:nvPr>
            <p:ph sz="quarter" idx="13" hasCustomPrompt="1"/>
          </p:nvPr>
        </p:nvSpPr>
        <p:spPr>
          <a:xfrm>
            <a:off x="457200" y="914400"/>
            <a:ext cx="2651760" cy="36576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a:p>
            <a:pPr lvl="0"/>
            <a:endParaRPr lang="en-US"/>
          </a:p>
        </p:txBody>
      </p:sp>
      <p:sp>
        <p:nvSpPr>
          <p:cNvPr id="19" name="Content Placeholder 18"/>
          <p:cNvSpPr>
            <a:spLocks noGrp="1"/>
          </p:cNvSpPr>
          <p:nvPr>
            <p:ph sz="quarter" idx="14" hasCustomPrompt="1"/>
          </p:nvPr>
        </p:nvSpPr>
        <p:spPr>
          <a:xfrm>
            <a:off x="3246120" y="914400"/>
            <a:ext cx="2651760" cy="36576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p:cNvSpPr>
            <a:spLocks noGrp="1"/>
          </p:cNvSpPr>
          <p:nvPr>
            <p:ph sz="quarter" idx="15" hasCustomPrompt="1"/>
          </p:nvPr>
        </p:nvSpPr>
        <p:spPr>
          <a:xfrm>
            <a:off x="6035040" y="914400"/>
            <a:ext cx="2651760" cy="36576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p:cNvSpPr>
            <a:spLocks noGrp="1"/>
          </p:cNvSpPr>
          <p:nvPr>
            <p:ph type="ftr" sz="quarter" idx="11"/>
          </p:nvPr>
        </p:nvSpPr>
        <p:spPr>
          <a:xfrm>
            <a:off x="3124200" y="4805934"/>
            <a:ext cx="2895600" cy="128016"/>
          </a:xfrm>
          <a:prstGeom prst="rect">
            <a:avLst/>
          </a:prstGeom>
        </p:spPr>
        <p:txBody>
          <a:bodyPr/>
          <a:lstStyle/>
          <a:p>
            <a:endParaRPr lang="en-US" dirty="0"/>
          </a:p>
        </p:txBody>
      </p:sp>
      <p:sp>
        <p:nvSpPr>
          <p:cNvPr id="14" name="Slide Number Placeholder 5"/>
          <p:cNvSpPr>
            <a:spLocks noGrp="1"/>
          </p:cNvSpPr>
          <p:nvPr>
            <p:ph type="sldNum" sz="quarter" idx="12"/>
          </p:nvPr>
        </p:nvSpPr>
        <p:spPr>
          <a:xfrm>
            <a:off x="6553200" y="4805934"/>
            <a:ext cx="2133600" cy="128016"/>
          </a:xfrm>
          <a:prstGeom prst="rect">
            <a:avLst/>
          </a:prstGeom>
        </p:spPr>
        <p:txBody>
          <a:bodyPr/>
          <a:lstStyle/>
          <a:p>
            <a:fld id="{C5A2E38E-3676-4AC9-AE40-117CF2D4B3AC}" type="slidenum">
              <a:rPr lang="en-US" smtClean="0"/>
              <a:pPr/>
              <a:t>‹#›</a:t>
            </a:fld>
            <a:endParaRPr lang="en-US" dirty="0"/>
          </a:p>
        </p:txBody>
      </p:sp>
      <p:cxnSp>
        <p:nvCxnSpPr>
          <p:cNvPr id="15" name="Straight Connector 14"/>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457200" y="4805934"/>
            <a:ext cx="2130552" cy="123111"/>
          </a:xfrm>
          <a:prstGeom prst="rect">
            <a:avLst/>
          </a:prstGeom>
          <a:noFill/>
        </p:spPr>
        <p:txBody>
          <a:bodyPr wrap="square" lIns="0" tIns="0" rIns="0" bIns="0" rtlCol="0">
            <a:spAutoFit/>
          </a:bodyPr>
          <a:lstStyle/>
          <a:p>
            <a:r>
              <a:rPr lang="en-US" sz="800" b="1" kern="1200" cap="all" baseline="0" dirty="0">
                <a:solidFill>
                  <a:schemeClr val="tx1"/>
                </a:solidFill>
                <a:latin typeface="+mn-lt"/>
                <a:ea typeface="+mn-ea"/>
                <a:cs typeface="+mn-cs"/>
              </a:rPr>
              <a:t>SAE INTERNATIONAL</a:t>
            </a:r>
            <a:r>
              <a:rPr lang="en-US" sz="800" b="1" kern="1200" cap="all" baseline="30000" dirty="0">
                <a:solidFill>
                  <a:schemeClr val="tx1"/>
                </a:solidFill>
                <a:latin typeface="+mn-lt"/>
                <a:ea typeface="+mn-ea"/>
                <a:cs typeface="+mn-cs"/>
              </a:rPr>
              <a:t>®</a:t>
            </a:r>
          </a:p>
        </p:txBody>
      </p:sp>
      <p:sp>
        <p:nvSpPr>
          <p:cNvPr id="18" name="TextBox 17"/>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372221278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ntent with Bottom Two Columns Slide">
    <p:bg>
      <p:bgPr>
        <a:solidFill>
          <a:schemeClr val="accent1"/>
        </a:solidFill>
        <a:effectLst/>
      </p:bgPr>
    </p:bg>
    <p:spTree>
      <p:nvGrpSpPr>
        <p:cNvPr id="1" name=""/>
        <p:cNvGrpSpPr/>
        <p:nvPr/>
      </p:nvGrpSpPr>
      <p:grpSpPr>
        <a:xfrm>
          <a:off x="0" y="0"/>
          <a:ext cx="0" cy="0"/>
          <a:chOff x="0" y="0"/>
          <a:chExt cx="0" cy="0"/>
        </a:xfrm>
      </p:grpSpPr>
      <p:sp>
        <p:nvSpPr>
          <p:cNvPr id="11" name="Freeform 10"/>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137160"/>
            <a:ext cx="8229600" cy="502920"/>
          </a:xfrm>
          <a:prstGeom prst="rect">
            <a:avLst/>
          </a:prstGeom>
        </p:spPr>
        <p:txBody>
          <a:bodyPr/>
          <a:lstStyle>
            <a:lvl1pPr>
              <a:defRPr sz="2000"/>
            </a:lvl1pPr>
          </a:lstStyle>
          <a:p>
            <a:r>
              <a:rPr lang="en-US"/>
              <a:t>Click to edit Master title style</a:t>
            </a:r>
          </a:p>
        </p:txBody>
      </p:sp>
      <p:sp>
        <p:nvSpPr>
          <p:cNvPr id="3" name="Content Placeholder 2"/>
          <p:cNvSpPr>
            <a:spLocks noGrp="1"/>
          </p:cNvSpPr>
          <p:nvPr>
            <p:ph idx="1" hasCustomPrompt="1"/>
          </p:nvPr>
        </p:nvSpPr>
        <p:spPr>
          <a:xfrm>
            <a:off x="457200" y="911225"/>
            <a:ext cx="8229600" cy="1255903"/>
          </a:xfrm>
          <a:prstGeom prst="rect">
            <a:avLst/>
          </a:prstGeom>
        </p:spPr>
        <p:txBody>
          <a:bodyPr/>
          <a:lstStyle>
            <a:lvl1pPr>
              <a:defRPr/>
            </a:lvl1pPr>
          </a:lstStyle>
          <a:p>
            <a:pPr lvl="0"/>
            <a:r>
              <a:rPr lang="en-US"/>
              <a:t>Click to edit content</a:t>
            </a:r>
          </a:p>
          <a:p>
            <a:pPr lvl="1"/>
            <a:r>
              <a:rPr lang="en-US"/>
              <a:t>Second level</a:t>
            </a:r>
          </a:p>
          <a:p>
            <a:pPr lvl="2"/>
            <a:r>
              <a:rPr lang="en-US"/>
              <a:t>Third level</a:t>
            </a:r>
          </a:p>
        </p:txBody>
      </p:sp>
      <p:sp>
        <p:nvSpPr>
          <p:cNvPr id="14" name="Content Placeholder 13"/>
          <p:cNvSpPr>
            <a:spLocks noGrp="1"/>
          </p:cNvSpPr>
          <p:nvPr>
            <p:ph sz="quarter" idx="13" hasCustomPrompt="1"/>
          </p:nvPr>
        </p:nvSpPr>
        <p:spPr>
          <a:xfrm>
            <a:off x="457200" y="2286000"/>
            <a:ext cx="4050792" cy="22860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6"/>
          <p:cNvSpPr>
            <a:spLocks noGrp="1"/>
          </p:cNvSpPr>
          <p:nvPr>
            <p:ph sz="quarter" idx="14" hasCustomPrompt="1"/>
          </p:nvPr>
        </p:nvSpPr>
        <p:spPr>
          <a:xfrm>
            <a:off x="4636008" y="2286000"/>
            <a:ext cx="4050792" cy="228600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p:cNvSpPr>
            <a:spLocks noGrp="1"/>
          </p:cNvSpPr>
          <p:nvPr>
            <p:ph type="ftr" sz="quarter" idx="11"/>
          </p:nvPr>
        </p:nvSpPr>
        <p:spPr>
          <a:xfrm>
            <a:off x="3124200" y="4805934"/>
            <a:ext cx="2895600" cy="128016"/>
          </a:xfrm>
          <a:prstGeom prst="rect">
            <a:avLst/>
          </a:prstGeom>
        </p:spPr>
        <p:txBody>
          <a:bodyPr/>
          <a:lstStyle/>
          <a:p>
            <a:endParaRPr lang="en-US" dirty="0"/>
          </a:p>
        </p:txBody>
      </p:sp>
      <p:sp>
        <p:nvSpPr>
          <p:cNvPr id="15" name="Slide Number Placeholder 5"/>
          <p:cNvSpPr>
            <a:spLocks noGrp="1"/>
          </p:cNvSpPr>
          <p:nvPr>
            <p:ph type="sldNum" sz="quarter" idx="12"/>
          </p:nvPr>
        </p:nvSpPr>
        <p:spPr>
          <a:xfrm>
            <a:off x="6553200" y="4805934"/>
            <a:ext cx="2133600" cy="128016"/>
          </a:xfrm>
          <a:prstGeom prst="rect">
            <a:avLst/>
          </a:prstGeom>
        </p:spPr>
        <p:txBody>
          <a:bodyPr/>
          <a:lstStyle/>
          <a:p>
            <a:fld id="{C5A2E38E-3676-4AC9-AE40-117CF2D4B3AC}" type="slidenum">
              <a:rPr lang="en-US" smtClean="0"/>
              <a:pPr/>
              <a:t>‹#›</a:t>
            </a:fld>
            <a:endParaRPr lang="en-US" dirty="0"/>
          </a:p>
        </p:txBody>
      </p:sp>
      <p:cxnSp>
        <p:nvCxnSpPr>
          <p:cNvPr id="16" name="Straight Connector 15"/>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userDrawn="1"/>
        </p:nvSpPr>
        <p:spPr>
          <a:xfrm>
            <a:off x="457200" y="4805934"/>
            <a:ext cx="2130552" cy="123111"/>
          </a:xfrm>
          <a:prstGeom prst="rect">
            <a:avLst/>
          </a:prstGeom>
          <a:noFill/>
        </p:spPr>
        <p:txBody>
          <a:bodyPr wrap="square" lIns="0" tIns="0" rIns="0" bIns="0" rtlCol="0">
            <a:spAutoFit/>
          </a:bodyPr>
          <a:lstStyle/>
          <a:p>
            <a:r>
              <a:rPr lang="en-US" sz="800" b="1" kern="1200" cap="all" baseline="0" dirty="0">
                <a:solidFill>
                  <a:schemeClr val="tx1"/>
                </a:solidFill>
                <a:latin typeface="+mn-lt"/>
                <a:ea typeface="+mn-ea"/>
                <a:cs typeface="+mn-cs"/>
              </a:rPr>
              <a:t>SAE INTERNATIONAL</a:t>
            </a:r>
            <a:r>
              <a:rPr lang="en-US" sz="800" b="1" kern="1200" cap="all" baseline="30000" dirty="0">
                <a:solidFill>
                  <a:schemeClr val="tx1"/>
                </a:solidFill>
                <a:latin typeface="+mn-lt"/>
                <a:ea typeface="+mn-ea"/>
                <a:cs typeface="+mn-cs"/>
              </a:rPr>
              <a:t>®</a:t>
            </a:r>
          </a:p>
        </p:txBody>
      </p:sp>
      <p:sp>
        <p:nvSpPr>
          <p:cNvPr id="19" name="TextBox 18"/>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391784315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ontent with Bottom Three Columns Slide">
    <p:bg>
      <p:bgPr>
        <a:solidFill>
          <a:schemeClr val="accent1"/>
        </a:solidFill>
        <a:effectLst/>
      </p:bgPr>
    </p:bg>
    <p:spTree>
      <p:nvGrpSpPr>
        <p:cNvPr id="1" name=""/>
        <p:cNvGrpSpPr/>
        <p:nvPr/>
      </p:nvGrpSpPr>
      <p:grpSpPr>
        <a:xfrm>
          <a:off x="0" y="0"/>
          <a:ext cx="0" cy="0"/>
          <a:chOff x="0" y="0"/>
          <a:chExt cx="0" cy="0"/>
        </a:xfrm>
      </p:grpSpPr>
      <p:sp>
        <p:nvSpPr>
          <p:cNvPr id="12" name="Freeform 11"/>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137160"/>
            <a:ext cx="8229600" cy="502920"/>
          </a:xfrm>
          <a:prstGeom prst="rect">
            <a:avLst/>
          </a:prstGeom>
        </p:spPr>
        <p:txBody>
          <a:bodyPr/>
          <a:lstStyle>
            <a:lvl1pPr>
              <a:defRPr sz="2000"/>
            </a:lvl1pPr>
          </a:lstStyle>
          <a:p>
            <a:r>
              <a:rPr lang="en-US"/>
              <a:t>Click to edit Master title style</a:t>
            </a:r>
          </a:p>
        </p:txBody>
      </p:sp>
      <p:sp>
        <p:nvSpPr>
          <p:cNvPr id="3" name="Content Placeholder 2"/>
          <p:cNvSpPr>
            <a:spLocks noGrp="1"/>
          </p:cNvSpPr>
          <p:nvPr>
            <p:ph idx="1" hasCustomPrompt="1"/>
          </p:nvPr>
        </p:nvSpPr>
        <p:spPr>
          <a:xfrm>
            <a:off x="457200" y="911225"/>
            <a:ext cx="8229600" cy="1584325"/>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p:txBody>
      </p:sp>
      <p:sp>
        <p:nvSpPr>
          <p:cNvPr id="17" name="Content Placeholder 16"/>
          <p:cNvSpPr>
            <a:spLocks noGrp="1"/>
          </p:cNvSpPr>
          <p:nvPr>
            <p:ph sz="quarter" idx="13" hasCustomPrompt="1"/>
          </p:nvPr>
        </p:nvSpPr>
        <p:spPr>
          <a:xfrm>
            <a:off x="457200" y="2606040"/>
            <a:ext cx="2651760" cy="196596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4" hasCustomPrompt="1"/>
          </p:nvPr>
        </p:nvSpPr>
        <p:spPr>
          <a:xfrm>
            <a:off x="3246120" y="2606040"/>
            <a:ext cx="2651760" cy="196596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p:cNvSpPr>
            <a:spLocks noGrp="1"/>
          </p:cNvSpPr>
          <p:nvPr>
            <p:ph sz="quarter" idx="15" hasCustomPrompt="1"/>
          </p:nvPr>
        </p:nvSpPr>
        <p:spPr>
          <a:xfrm>
            <a:off x="6035040" y="2606040"/>
            <a:ext cx="2651760" cy="196596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p:cNvSpPr>
            <a:spLocks noGrp="1"/>
          </p:cNvSpPr>
          <p:nvPr>
            <p:ph type="ftr" sz="quarter" idx="11"/>
          </p:nvPr>
        </p:nvSpPr>
        <p:spPr>
          <a:xfrm>
            <a:off x="3124200" y="4805934"/>
            <a:ext cx="2895600" cy="128016"/>
          </a:xfrm>
          <a:prstGeom prst="rect">
            <a:avLst/>
          </a:prstGeom>
        </p:spPr>
        <p:txBody>
          <a:bodyPr/>
          <a:lstStyle/>
          <a:p>
            <a:endParaRPr lang="en-US" dirty="0"/>
          </a:p>
        </p:txBody>
      </p:sp>
      <p:sp>
        <p:nvSpPr>
          <p:cNvPr id="15" name="Slide Number Placeholder 5"/>
          <p:cNvSpPr>
            <a:spLocks noGrp="1"/>
          </p:cNvSpPr>
          <p:nvPr>
            <p:ph type="sldNum" sz="quarter" idx="12"/>
          </p:nvPr>
        </p:nvSpPr>
        <p:spPr>
          <a:xfrm>
            <a:off x="6553200" y="4805934"/>
            <a:ext cx="2133600" cy="128016"/>
          </a:xfrm>
          <a:prstGeom prst="rect">
            <a:avLst/>
          </a:prstGeom>
        </p:spPr>
        <p:txBody>
          <a:bodyPr/>
          <a:lstStyle/>
          <a:p>
            <a:fld id="{C5A2E38E-3676-4AC9-AE40-117CF2D4B3AC}" type="slidenum">
              <a:rPr lang="en-US" smtClean="0"/>
              <a:pPr/>
              <a:t>‹#›</a:t>
            </a:fld>
            <a:endParaRPr lang="en-US" dirty="0"/>
          </a:p>
        </p:txBody>
      </p:sp>
      <p:cxnSp>
        <p:nvCxnSpPr>
          <p:cNvPr id="16" name="Straight Connector 15"/>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userDrawn="1"/>
        </p:nvSpPr>
        <p:spPr>
          <a:xfrm>
            <a:off x="457200" y="4805934"/>
            <a:ext cx="2130552" cy="123111"/>
          </a:xfrm>
          <a:prstGeom prst="rect">
            <a:avLst/>
          </a:prstGeom>
          <a:noFill/>
        </p:spPr>
        <p:txBody>
          <a:bodyPr wrap="square" lIns="0" tIns="0" rIns="0" bIns="0" rtlCol="0">
            <a:spAutoFit/>
          </a:bodyPr>
          <a:lstStyle/>
          <a:p>
            <a:r>
              <a:rPr lang="en-US" sz="800" b="1" kern="1200" cap="all" baseline="0" dirty="0">
                <a:solidFill>
                  <a:schemeClr val="tx1"/>
                </a:solidFill>
                <a:latin typeface="+mn-lt"/>
                <a:ea typeface="+mn-ea"/>
                <a:cs typeface="+mn-cs"/>
              </a:rPr>
              <a:t>SAE INTERNATIONAL</a:t>
            </a:r>
            <a:r>
              <a:rPr lang="en-US" sz="800" b="1" kern="1200" cap="all" baseline="30000" dirty="0">
                <a:solidFill>
                  <a:schemeClr val="tx1"/>
                </a:solidFill>
                <a:latin typeface="+mn-lt"/>
                <a:ea typeface="+mn-ea"/>
                <a:cs typeface="+mn-cs"/>
              </a:rPr>
              <a:t>®</a:t>
            </a:r>
          </a:p>
        </p:txBody>
      </p:sp>
      <p:sp>
        <p:nvSpPr>
          <p:cNvPr id="20" name="TextBox 19"/>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380231329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x Columns with Captions Slide">
    <p:bg>
      <p:bgPr>
        <a:solidFill>
          <a:schemeClr val="accent1"/>
        </a:solidFill>
        <a:effectLst/>
      </p:bgPr>
    </p:bg>
    <p:spTree>
      <p:nvGrpSpPr>
        <p:cNvPr id="1" name=""/>
        <p:cNvGrpSpPr/>
        <p:nvPr/>
      </p:nvGrpSpPr>
      <p:grpSpPr>
        <a:xfrm>
          <a:off x="0" y="0"/>
          <a:ext cx="0" cy="0"/>
          <a:chOff x="0" y="0"/>
          <a:chExt cx="0" cy="0"/>
        </a:xfrm>
      </p:grpSpPr>
      <p:sp>
        <p:nvSpPr>
          <p:cNvPr id="11" name="Freeform 10"/>
          <p:cNvSpPr/>
          <p:nvPr userDrawn="1"/>
        </p:nvSpPr>
        <p:spPr bwMode="hidden">
          <a:xfrm>
            <a:off x="0" y="295748"/>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137160"/>
            <a:ext cx="8229600" cy="502920"/>
          </a:xfrm>
          <a:prstGeom prst="rect">
            <a:avLst/>
          </a:prstGeom>
        </p:spPr>
        <p:txBody>
          <a:bodyPr/>
          <a:lstStyle>
            <a:lvl1pPr>
              <a:defRPr sz="2000"/>
            </a:lvl1pPr>
          </a:lstStyle>
          <a:p>
            <a:r>
              <a:rPr lang="en-US"/>
              <a:t>Click to edit Master title style</a:t>
            </a:r>
          </a:p>
        </p:txBody>
      </p:sp>
      <p:sp>
        <p:nvSpPr>
          <p:cNvPr id="17" name="Content Placeholder 16"/>
          <p:cNvSpPr>
            <a:spLocks noGrp="1"/>
          </p:cNvSpPr>
          <p:nvPr>
            <p:ph sz="quarter" idx="13" hasCustomPrompt="1"/>
          </p:nvPr>
        </p:nvSpPr>
        <p:spPr>
          <a:xfrm>
            <a:off x="457200" y="914400"/>
            <a:ext cx="2651760" cy="128016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4" hasCustomPrompt="1"/>
          </p:nvPr>
        </p:nvSpPr>
        <p:spPr>
          <a:xfrm>
            <a:off x="3246120" y="914400"/>
            <a:ext cx="2651760" cy="128016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p:cNvSpPr>
            <a:spLocks noGrp="1"/>
          </p:cNvSpPr>
          <p:nvPr>
            <p:ph sz="quarter" idx="15" hasCustomPrompt="1"/>
          </p:nvPr>
        </p:nvSpPr>
        <p:spPr>
          <a:xfrm>
            <a:off x="6035040" y="914400"/>
            <a:ext cx="2651760" cy="128016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13"/>
          <p:cNvSpPr>
            <a:spLocks noGrp="1"/>
          </p:cNvSpPr>
          <p:nvPr>
            <p:ph type="body" sz="quarter" idx="16" hasCustomPrompt="1"/>
          </p:nvPr>
        </p:nvSpPr>
        <p:spPr>
          <a:xfrm>
            <a:off x="457200" y="2510790"/>
            <a:ext cx="2651760" cy="365760"/>
          </a:xfrm>
          <a:prstGeom prst="rect">
            <a:avLst/>
          </a:prstGeom>
        </p:spPr>
        <p:txBody>
          <a:bodyPr/>
          <a:lstStyle>
            <a:lvl1pPr marL="0" indent="0">
              <a:buFont typeface="Arial" pitchFamily="34" charset="0"/>
              <a:buNone/>
              <a:defRPr sz="1000" b="0"/>
            </a:lvl1pPr>
            <a:lvl2pPr marL="0" indent="0">
              <a:buFont typeface="Arial" pitchFamily="34" charset="0"/>
              <a:buNone/>
              <a:defRPr sz="1000" b="0"/>
            </a:lvl2pPr>
            <a:lvl3pPr marL="0" indent="0">
              <a:buNone/>
              <a:defRPr sz="1000" b="0"/>
            </a:lvl3pPr>
            <a:lvl4pPr marL="0" indent="0">
              <a:buNone/>
              <a:defRPr sz="1000" b="0"/>
            </a:lvl4pPr>
            <a:lvl5pPr marL="0" indent="0">
              <a:buNone/>
              <a:defRPr sz="1000" b="0"/>
            </a:lvl5pPr>
            <a:lvl6pPr marL="0" indent="0">
              <a:buNone/>
              <a:defRPr sz="1000"/>
            </a:lvl6pPr>
            <a:lvl8pPr marL="0" indent="0">
              <a:buNone/>
              <a:defRPr sz="1000"/>
            </a:lvl8pPr>
            <a:lvl9pPr marL="0" indent="0">
              <a:buNone/>
              <a:defRPr sz="1000"/>
            </a:lvl9pPr>
          </a:lstStyle>
          <a:p>
            <a:pPr lvl="0"/>
            <a:r>
              <a:rPr lang="en-US"/>
              <a:t>Click to edit master text styles</a:t>
            </a:r>
          </a:p>
        </p:txBody>
      </p:sp>
      <p:sp>
        <p:nvSpPr>
          <p:cNvPr id="16" name="Text Placeholder 13"/>
          <p:cNvSpPr>
            <a:spLocks noGrp="1"/>
          </p:cNvSpPr>
          <p:nvPr>
            <p:ph type="body" sz="quarter" idx="17" hasCustomPrompt="1"/>
          </p:nvPr>
        </p:nvSpPr>
        <p:spPr>
          <a:xfrm>
            <a:off x="3246120" y="2510790"/>
            <a:ext cx="2651760" cy="365760"/>
          </a:xfrm>
          <a:prstGeom prst="rect">
            <a:avLst/>
          </a:prstGeom>
        </p:spPr>
        <p:txBody>
          <a:bodyPr/>
          <a:lstStyle>
            <a:lvl1pPr marL="0" indent="0">
              <a:buFont typeface="Arial" pitchFamily="34" charset="0"/>
              <a:buNone/>
              <a:defRPr sz="1000" b="0"/>
            </a:lvl1pPr>
            <a:lvl2pPr marL="0" indent="0">
              <a:buFont typeface="Arial" pitchFamily="34" charset="0"/>
              <a:buNone/>
              <a:defRPr sz="1000" b="0"/>
            </a:lvl2pPr>
            <a:lvl3pPr marL="0" indent="0">
              <a:buNone/>
              <a:defRPr sz="1000" b="0"/>
            </a:lvl3pPr>
            <a:lvl4pPr marL="0" indent="0">
              <a:buNone/>
              <a:defRPr sz="1000" b="0"/>
            </a:lvl4pPr>
            <a:lvl5pPr marL="0" indent="0">
              <a:buNone/>
              <a:defRPr sz="1000" b="0"/>
            </a:lvl5pPr>
            <a:lvl6pPr marL="0" indent="0">
              <a:buNone/>
              <a:defRPr sz="1000"/>
            </a:lvl6pPr>
            <a:lvl8pPr marL="0" indent="0">
              <a:buNone/>
              <a:defRPr sz="1000"/>
            </a:lvl8pPr>
            <a:lvl9pPr marL="0" indent="0">
              <a:buNone/>
              <a:defRPr sz="1000"/>
            </a:lvl9pPr>
          </a:lstStyle>
          <a:p>
            <a:pPr lvl="0"/>
            <a:r>
              <a:rPr lang="en-US"/>
              <a:t>Click to edit master text styles</a:t>
            </a:r>
          </a:p>
        </p:txBody>
      </p:sp>
      <p:sp>
        <p:nvSpPr>
          <p:cNvPr id="18" name="Text Placeholder 13"/>
          <p:cNvSpPr>
            <a:spLocks noGrp="1"/>
          </p:cNvSpPr>
          <p:nvPr>
            <p:ph type="body" sz="quarter" idx="18" hasCustomPrompt="1"/>
          </p:nvPr>
        </p:nvSpPr>
        <p:spPr>
          <a:xfrm>
            <a:off x="6035040" y="2510790"/>
            <a:ext cx="2651760" cy="365760"/>
          </a:xfrm>
          <a:prstGeom prst="rect">
            <a:avLst/>
          </a:prstGeom>
        </p:spPr>
        <p:txBody>
          <a:bodyPr/>
          <a:lstStyle>
            <a:lvl1pPr marL="0" indent="0">
              <a:buFont typeface="Arial" pitchFamily="34" charset="0"/>
              <a:buNone/>
              <a:defRPr sz="1000" b="0"/>
            </a:lvl1pPr>
            <a:lvl2pPr marL="0" indent="0">
              <a:buFont typeface="Arial" pitchFamily="34" charset="0"/>
              <a:buNone/>
              <a:defRPr sz="1000" b="0"/>
            </a:lvl2pPr>
            <a:lvl3pPr marL="0" indent="0">
              <a:buNone/>
              <a:defRPr sz="1000" b="0"/>
            </a:lvl3pPr>
            <a:lvl4pPr marL="0" indent="0">
              <a:buNone/>
              <a:defRPr sz="1000" b="0"/>
            </a:lvl4pPr>
            <a:lvl5pPr marL="0" indent="0">
              <a:buNone/>
              <a:defRPr sz="1000" b="0"/>
            </a:lvl5pPr>
            <a:lvl6pPr marL="0" indent="0">
              <a:buNone/>
              <a:defRPr sz="1000"/>
            </a:lvl6pPr>
            <a:lvl8pPr marL="0" indent="0">
              <a:buNone/>
              <a:defRPr sz="1000"/>
            </a:lvl8pPr>
            <a:lvl9pPr marL="0" indent="0">
              <a:buNone/>
              <a:defRPr sz="1000"/>
            </a:lvl9pPr>
          </a:lstStyle>
          <a:p>
            <a:pPr lvl="0"/>
            <a:r>
              <a:rPr lang="en-US"/>
              <a:t>Click to edit master text styles</a:t>
            </a:r>
          </a:p>
        </p:txBody>
      </p:sp>
      <p:sp>
        <p:nvSpPr>
          <p:cNvPr id="20" name="Content Placeholder 16"/>
          <p:cNvSpPr>
            <a:spLocks noGrp="1"/>
          </p:cNvSpPr>
          <p:nvPr>
            <p:ph sz="quarter" idx="19" hasCustomPrompt="1"/>
          </p:nvPr>
        </p:nvSpPr>
        <p:spPr>
          <a:xfrm>
            <a:off x="457200" y="2854139"/>
            <a:ext cx="2651760" cy="128016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8"/>
          <p:cNvSpPr>
            <a:spLocks noGrp="1"/>
          </p:cNvSpPr>
          <p:nvPr>
            <p:ph sz="quarter" idx="20" hasCustomPrompt="1"/>
          </p:nvPr>
        </p:nvSpPr>
        <p:spPr>
          <a:xfrm>
            <a:off x="3246120" y="2854139"/>
            <a:ext cx="2651760" cy="128016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0"/>
          <p:cNvSpPr>
            <a:spLocks noGrp="1"/>
          </p:cNvSpPr>
          <p:nvPr>
            <p:ph sz="quarter" idx="21" hasCustomPrompt="1"/>
          </p:nvPr>
        </p:nvSpPr>
        <p:spPr>
          <a:xfrm>
            <a:off x="6035040" y="2854139"/>
            <a:ext cx="2651760" cy="1280160"/>
          </a:xfrm>
          <a:prstGeom prst="rect">
            <a:avLst/>
          </a:prstGeom>
        </p:spPr>
        <p:txBody>
          <a:bodyPr/>
          <a:lstStyle>
            <a:lvl1pPr>
              <a:defRPr/>
            </a:lvl1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24" name="Text Placeholder 13"/>
          <p:cNvSpPr>
            <a:spLocks noGrp="1"/>
          </p:cNvSpPr>
          <p:nvPr>
            <p:ph type="body" sz="quarter" idx="22" hasCustomPrompt="1"/>
          </p:nvPr>
        </p:nvSpPr>
        <p:spPr>
          <a:xfrm>
            <a:off x="457200" y="4491990"/>
            <a:ext cx="2651760" cy="365760"/>
          </a:xfrm>
          <a:prstGeom prst="rect">
            <a:avLst/>
          </a:prstGeom>
        </p:spPr>
        <p:txBody>
          <a:bodyPr/>
          <a:lstStyle>
            <a:lvl1pPr marL="0" indent="0">
              <a:buFont typeface="Arial" pitchFamily="34" charset="0"/>
              <a:buNone/>
              <a:defRPr sz="1000" b="0"/>
            </a:lvl1pPr>
            <a:lvl2pPr marL="0" indent="0">
              <a:buFont typeface="Arial" pitchFamily="34" charset="0"/>
              <a:buNone/>
              <a:defRPr sz="1000" b="0"/>
            </a:lvl2pPr>
            <a:lvl3pPr marL="0" indent="0">
              <a:buNone/>
              <a:defRPr sz="1000" b="0"/>
            </a:lvl3pPr>
            <a:lvl4pPr marL="0" indent="0">
              <a:buNone/>
              <a:defRPr sz="1000" b="0"/>
            </a:lvl4pPr>
            <a:lvl5pPr marL="0" indent="0">
              <a:buNone/>
              <a:defRPr sz="1000" b="0"/>
            </a:lvl5pPr>
            <a:lvl6pPr marL="0" indent="0">
              <a:buNone/>
              <a:defRPr sz="1000"/>
            </a:lvl6pPr>
            <a:lvl8pPr marL="0" indent="0">
              <a:buNone/>
              <a:defRPr sz="1000"/>
            </a:lvl8pPr>
            <a:lvl9pPr marL="0" indent="0">
              <a:buNone/>
              <a:defRPr sz="1000"/>
            </a:lvl9pPr>
          </a:lstStyle>
          <a:p>
            <a:pPr lvl="0"/>
            <a:r>
              <a:rPr lang="en-US"/>
              <a:t>Click to edit master text styles</a:t>
            </a:r>
          </a:p>
        </p:txBody>
      </p:sp>
      <p:sp>
        <p:nvSpPr>
          <p:cNvPr id="25" name="Text Placeholder 13"/>
          <p:cNvSpPr>
            <a:spLocks noGrp="1"/>
          </p:cNvSpPr>
          <p:nvPr>
            <p:ph type="body" sz="quarter" idx="23" hasCustomPrompt="1"/>
          </p:nvPr>
        </p:nvSpPr>
        <p:spPr>
          <a:xfrm>
            <a:off x="3246120" y="4491990"/>
            <a:ext cx="2651760" cy="365760"/>
          </a:xfrm>
          <a:prstGeom prst="rect">
            <a:avLst/>
          </a:prstGeom>
        </p:spPr>
        <p:txBody>
          <a:bodyPr/>
          <a:lstStyle>
            <a:lvl1pPr marL="0" indent="0">
              <a:buFont typeface="Arial" pitchFamily="34" charset="0"/>
              <a:buNone/>
              <a:defRPr sz="1000" b="0"/>
            </a:lvl1pPr>
            <a:lvl2pPr marL="0" indent="0">
              <a:buFont typeface="Arial" pitchFamily="34" charset="0"/>
              <a:buNone/>
              <a:defRPr sz="1000" b="0"/>
            </a:lvl2pPr>
            <a:lvl3pPr marL="0" indent="0">
              <a:buNone/>
              <a:defRPr sz="1000" b="0"/>
            </a:lvl3pPr>
            <a:lvl4pPr marL="0" indent="0">
              <a:buNone/>
              <a:defRPr sz="1000" b="0"/>
            </a:lvl4pPr>
            <a:lvl5pPr marL="0" indent="0">
              <a:buNone/>
              <a:defRPr sz="1000" b="0"/>
            </a:lvl5pPr>
            <a:lvl6pPr marL="0" indent="0">
              <a:buNone/>
              <a:defRPr sz="1000"/>
            </a:lvl6pPr>
            <a:lvl8pPr marL="0" indent="0">
              <a:buNone/>
              <a:defRPr sz="1000"/>
            </a:lvl8pPr>
            <a:lvl9pPr marL="0" indent="0">
              <a:buNone/>
              <a:defRPr sz="1000"/>
            </a:lvl9pPr>
          </a:lstStyle>
          <a:p>
            <a:pPr lvl="0"/>
            <a:r>
              <a:rPr lang="en-US"/>
              <a:t>Click to edit master text styles</a:t>
            </a:r>
          </a:p>
        </p:txBody>
      </p:sp>
      <p:sp>
        <p:nvSpPr>
          <p:cNvPr id="26" name="Text Placeholder 13"/>
          <p:cNvSpPr>
            <a:spLocks noGrp="1"/>
          </p:cNvSpPr>
          <p:nvPr>
            <p:ph type="body" sz="quarter" idx="24" hasCustomPrompt="1"/>
          </p:nvPr>
        </p:nvSpPr>
        <p:spPr>
          <a:xfrm>
            <a:off x="6035040" y="4491990"/>
            <a:ext cx="2651760" cy="365760"/>
          </a:xfrm>
          <a:prstGeom prst="rect">
            <a:avLst/>
          </a:prstGeom>
        </p:spPr>
        <p:txBody>
          <a:bodyPr/>
          <a:lstStyle>
            <a:lvl1pPr marL="0" indent="0">
              <a:buFont typeface="Arial" pitchFamily="34" charset="0"/>
              <a:buNone/>
              <a:defRPr sz="1000" b="0"/>
            </a:lvl1pPr>
            <a:lvl2pPr marL="0" indent="0">
              <a:buFont typeface="Arial" pitchFamily="34" charset="0"/>
              <a:buNone/>
              <a:defRPr sz="1000" b="0"/>
            </a:lvl2pPr>
            <a:lvl3pPr marL="0" indent="0">
              <a:buNone/>
              <a:defRPr sz="1000" b="0"/>
            </a:lvl3pPr>
            <a:lvl4pPr marL="0" indent="0">
              <a:buNone/>
              <a:defRPr sz="1000" b="0"/>
            </a:lvl4pPr>
            <a:lvl5pPr marL="0" indent="0">
              <a:buNone/>
              <a:defRPr sz="1000" b="0"/>
            </a:lvl5pPr>
            <a:lvl6pPr marL="0" indent="0">
              <a:buNone/>
              <a:defRPr sz="1000"/>
            </a:lvl6pPr>
            <a:lvl8pPr marL="0" indent="0">
              <a:buNone/>
              <a:defRPr sz="1000"/>
            </a:lvl8pPr>
            <a:lvl9pPr marL="0" indent="0">
              <a:buNone/>
              <a:defRPr sz="1000"/>
            </a:lvl9pPr>
          </a:lstStyle>
          <a:p>
            <a:pPr lvl="0"/>
            <a:r>
              <a:rPr lang="en-US"/>
              <a:t>Click to edit master text styles</a:t>
            </a:r>
          </a:p>
        </p:txBody>
      </p:sp>
      <p:sp>
        <p:nvSpPr>
          <p:cNvPr id="27" name="Footer Placeholder 4"/>
          <p:cNvSpPr>
            <a:spLocks noGrp="1"/>
          </p:cNvSpPr>
          <p:nvPr>
            <p:ph type="ftr" sz="quarter" idx="11"/>
          </p:nvPr>
        </p:nvSpPr>
        <p:spPr>
          <a:xfrm>
            <a:off x="3124200" y="4805934"/>
            <a:ext cx="2895600" cy="128016"/>
          </a:xfrm>
          <a:prstGeom prst="rect">
            <a:avLst/>
          </a:prstGeom>
        </p:spPr>
        <p:txBody>
          <a:bodyPr/>
          <a:lstStyle/>
          <a:p>
            <a:endParaRPr lang="en-US" dirty="0"/>
          </a:p>
        </p:txBody>
      </p:sp>
      <p:sp>
        <p:nvSpPr>
          <p:cNvPr id="28" name="Slide Number Placeholder 5"/>
          <p:cNvSpPr>
            <a:spLocks noGrp="1"/>
          </p:cNvSpPr>
          <p:nvPr>
            <p:ph type="sldNum" sz="quarter" idx="12"/>
          </p:nvPr>
        </p:nvSpPr>
        <p:spPr>
          <a:xfrm>
            <a:off x="6553200" y="4805934"/>
            <a:ext cx="2133600" cy="128016"/>
          </a:xfrm>
          <a:prstGeom prst="rect">
            <a:avLst/>
          </a:prstGeom>
        </p:spPr>
        <p:txBody>
          <a:bodyPr/>
          <a:lstStyle/>
          <a:p>
            <a:fld id="{C5A2E38E-3676-4AC9-AE40-117CF2D4B3AC}" type="slidenum">
              <a:rPr lang="en-US" smtClean="0"/>
              <a:pPr/>
              <a:t>‹#›</a:t>
            </a:fld>
            <a:endParaRPr lang="en-US" dirty="0"/>
          </a:p>
        </p:txBody>
      </p:sp>
      <p:cxnSp>
        <p:nvCxnSpPr>
          <p:cNvPr id="29" name="Straight Connector 28"/>
          <p:cNvCxnSpPr/>
          <p:nvPr userDrawn="1"/>
        </p:nvCxnSpPr>
        <p:spPr>
          <a:xfrm>
            <a:off x="457200" y="4760214"/>
            <a:ext cx="8229600" cy="1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userDrawn="1"/>
        </p:nvSpPr>
        <p:spPr>
          <a:xfrm>
            <a:off x="457200" y="4805934"/>
            <a:ext cx="2130552" cy="123111"/>
          </a:xfrm>
          <a:prstGeom prst="rect">
            <a:avLst/>
          </a:prstGeom>
          <a:noFill/>
        </p:spPr>
        <p:txBody>
          <a:bodyPr wrap="square" lIns="0" tIns="0" rIns="0" bIns="0" rtlCol="0">
            <a:spAutoFit/>
          </a:bodyPr>
          <a:lstStyle/>
          <a:p>
            <a:r>
              <a:rPr lang="en-US" sz="800" b="1" kern="1200" cap="all" baseline="0" dirty="0">
                <a:solidFill>
                  <a:schemeClr val="tx1"/>
                </a:solidFill>
                <a:latin typeface="+mn-lt"/>
                <a:ea typeface="+mn-ea"/>
                <a:cs typeface="+mn-cs"/>
              </a:rPr>
              <a:t>SAE INTERNATIONAL</a:t>
            </a:r>
            <a:r>
              <a:rPr lang="en-US" sz="800" b="1" kern="1200" cap="all" baseline="30000" dirty="0">
                <a:solidFill>
                  <a:schemeClr val="tx1"/>
                </a:solidFill>
                <a:latin typeface="+mn-lt"/>
                <a:ea typeface="+mn-ea"/>
                <a:cs typeface="+mn-cs"/>
              </a:rPr>
              <a:t>®</a:t>
            </a:r>
          </a:p>
        </p:txBody>
      </p:sp>
      <p:sp>
        <p:nvSpPr>
          <p:cNvPr id="31" name="TextBox 30"/>
          <p:cNvSpPr txBox="1"/>
          <p:nvPr userDrawn="1"/>
        </p:nvSpPr>
        <p:spPr>
          <a:xfrm>
            <a:off x="2286000" y="4917073"/>
            <a:ext cx="4572000" cy="169277"/>
          </a:xfrm>
          <a:prstGeom prst="rect">
            <a:avLst/>
          </a:prstGeom>
          <a:noFill/>
        </p:spPr>
        <p:txBody>
          <a:bodyPr wrap="square" rtlCol="0" anchor="b" anchorCtr="0">
            <a:spAutoFit/>
          </a:bodyPr>
          <a:lstStyle/>
          <a:p>
            <a:pPr algn="ctr"/>
            <a:r>
              <a:rPr lang="en-US" sz="500" kern="1200" dirty="0">
                <a:solidFill>
                  <a:schemeClr val="bg1">
                    <a:lumMod val="50000"/>
                  </a:schemeClr>
                </a:solidFill>
                <a:latin typeface="+mn-lt"/>
                <a:ea typeface="+mn-ea"/>
                <a:cs typeface="+mn-cs"/>
              </a:rPr>
              <a:t>Copyright © SAE International.  Further use or distribution is not permitted without permission from SAE</a:t>
            </a:r>
            <a:endParaRPr lang="en-US" sz="500" dirty="0">
              <a:solidFill>
                <a:schemeClr val="bg1">
                  <a:lumMod val="50000"/>
                </a:schemeClr>
              </a:solidFill>
            </a:endParaRPr>
          </a:p>
        </p:txBody>
      </p:sp>
    </p:spTree>
    <p:extLst>
      <p:ext uri="{BB962C8B-B14F-4D97-AF65-F5344CB8AC3E}">
        <p14:creationId xmlns:p14="http://schemas.microsoft.com/office/powerpoint/2010/main" val="335855591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2_Content Slide">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EB88DAD-A2CC-4869-92C4-F992173EF942}"/>
              </a:ext>
            </a:extLst>
          </p:cNvPr>
          <p:cNvSpPr/>
          <p:nvPr userDrawn="1"/>
        </p:nvSpPr>
        <p:spPr>
          <a:xfrm>
            <a:off x="0" y="3886200"/>
            <a:ext cx="9144000" cy="137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9" name="Group 8">
            <a:extLst>
              <a:ext uri="{FF2B5EF4-FFF2-40B4-BE49-F238E27FC236}">
                <a16:creationId xmlns:a16="http://schemas.microsoft.com/office/drawing/2014/main" id="{BC03DD7D-34F9-4057-8F53-D34559DDFAC6}"/>
              </a:ext>
            </a:extLst>
          </p:cNvPr>
          <p:cNvGrpSpPr/>
          <p:nvPr userDrawn="1"/>
        </p:nvGrpSpPr>
        <p:grpSpPr>
          <a:xfrm>
            <a:off x="0" y="285753"/>
            <a:ext cx="9144000" cy="3635815"/>
            <a:chOff x="0" y="333847"/>
            <a:chExt cx="12192000" cy="4847753"/>
          </a:xfrm>
        </p:grpSpPr>
        <p:sp>
          <p:nvSpPr>
            <p:cNvPr id="11" name="Freeform 11">
              <a:extLst>
                <a:ext uri="{FF2B5EF4-FFF2-40B4-BE49-F238E27FC236}">
                  <a16:creationId xmlns:a16="http://schemas.microsoft.com/office/drawing/2014/main" id="{AAF7CA1C-C81D-49C1-89D3-A68ABF847F0C}"/>
                </a:ext>
              </a:extLst>
            </p:cNvPr>
            <p:cNvSpPr/>
            <p:nvPr userDrawn="1"/>
          </p:nvSpPr>
          <p:spPr bwMode="hidden">
            <a:xfrm>
              <a:off x="3048000" y="333847"/>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2" name="Rectangle 11">
              <a:extLst>
                <a:ext uri="{FF2B5EF4-FFF2-40B4-BE49-F238E27FC236}">
                  <a16:creationId xmlns:a16="http://schemas.microsoft.com/office/drawing/2014/main" id="{01FA6DEA-D17B-4A5E-9595-D519AD0963C5}"/>
                </a:ext>
              </a:extLst>
            </p:cNvPr>
            <p:cNvSpPr/>
            <p:nvPr userDrawn="1"/>
          </p:nvSpPr>
          <p:spPr>
            <a:xfrm>
              <a:off x="0" y="797719"/>
              <a:ext cx="3276600" cy="43838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10" name="Title 1"/>
          <p:cNvSpPr>
            <a:spLocks noGrp="1"/>
          </p:cNvSpPr>
          <p:nvPr>
            <p:ph type="title" hasCustomPrompt="1"/>
          </p:nvPr>
        </p:nvSpPr>
        <p:spPr>
          <a:xfrm>
            <a:off x="457200" y="137160"/>
            <a:ext cx="8229600" cy="502920"/>
          </a:xfrm>
          <a:prstGeom prst="rect">
            <a:avLst/>
          </a:prstGeom>
        </p:spPr>
        <p:txBody>
          <a:bodyPr/>
          <a:lstStyle>
            <a:lvl1pPr>
              <a:defRPr sz="2400"/>
            </a:lvl1pPr>
          </a:lstStyle>
          <a:p>
            <a:r>
              <a:rPr lang="en-US"/>
              <a:t>Slide Title</a:t>
            </a:r>
          </a:p>
        </p:txBody>
      </p:sp>
      <p:sp>
        <p:nvSpPr>
          <p:cNvPr id="6" name="Content Placeholder 2"/>
          <p:cNvSpPr>
            <a:spLocks noGrp="1"/>
          </p:cNvSpPr>
          <p:nvPr>
            <p:ph idx="10" hasCustomPrompt="1"/>
          </p:nvPr>
        </p:nvSpPr>
        <p:spPr>
          <a:xfrm>
            <a:off x="457200" y="914400"/>
            <a:ext cx="8229600" cy="3657600"/>
          </a:xfrm>
          <a:prstGeom prst="rect">
            <a:avLst/>
          </a:prstGeom>
        </p:spPr>
        <p:txBody>
          <a:bodyPr/>
          <a:lstStyle>
            <a:lvl3pPr marL="171450" indent="-171450">
              <a:defRPr/>
            </a:lvl3pPr>
            <a:lvl4pPr marL="428625" indent="-254794">
              <a:buFont typeface="Courier New" panose="02070309020205020404" pitchFamily="49" charset="0"/>
              <a:buChar char="o"/>
              <a:defRPr/>
            </a:lvl4pPr>
          </a:lstStyle>
          <a:p>
            <a:pPr lvl="2"/>
            <a:r>
              <a:rPr lang="en-US" sz="2100"/>
              <a:t>First instructor point</a:t>
            </a:r>
          </a:p>
          <a:p>
            <a:pPr lvl="3"/>
            <a:r>
              <a:rPr lang="en-US" sz="1800"/>
              <a:t>Supporting Fact 1</a:t>
            </a:r>
          </a:p>
          <a:p>
            <a:pPr lvl="3"/>
            <a:r>
              <a:rPr lang="en-US" sz="1800"/>
              <a:t>Supporting Fact 2</a:t>
            </a:r>
          </a:p>
        </p:txBody>
      </p:sp>
      <p:sp>
        <p:nvSpPr>
          <p:cNvPr id="13" name="Slide Number Placeholder 4">
            <a:extLst>
              <a:ext uri="{FF2B5EF4-FFF2-40B4-BE49-F238E27FC236}">
                <a16:creationId xmlns:a16="http://schemas.microsoft.com/office/drawing/2014/main" id="{1F34D274-2B71-4A22-967A-9F315C3318F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6DB3CB8-7720-480B-8133-EC0C5BEF986A}" type="slidenum">
              <a:rPr lang="en-US" smtClean="0"/>
              <a:t>‹#›</a:t>
            </a:fld>
            <a:endParaRPr lang="en-US" dirty="0"/>
          </a:p>
        </p:txBody>
      </p:sp>
    </p:spTree>
    <p:custDataLst>
      <p:tags r:id="rId1"/>
    </p:custDataLst>
    <p:extLst>
      <p:ext uri="{BB962C8B-B14F-4D97-AF65-F5344CB8AC3E}">
        <p14:creationId xmlns:p14="http://schemas.microsoft.com/office/powerpoint/2010/main" val="148459271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1_Course Objectives">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DA8067-64D8-43B9-B282-742F316882F3}"/>
              </a:ext>
            </a:extLst>
          </p:cNvPr>
          <p:cNvSpPr/>
          <p:nvPr userDrawn="1"/>
        </p:nvSpPr>
        <p:spPr>
          <a:xfrm>
            <a:off x="0" y="3886200"/>
            <a:ext cx="9144000" cy="137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3" name="Group 2">
            <a:extLst>
              <a:ext uri="{FF2B5EF4-FFF2-40B4-BE49-F238E27FC236}">
                <a16:creationId xmlns:a16="http://schemas.microsoft.com/office/drawing/2014/main" id="{0655DB14-0E7B-40E9-9358-1EECEE2F6114}"/>
              </a:ext>
            </a:extLst>
          </p:cNvPr>
          <p:cNvGrpSpPr/>
          <p:nvPr userDrawn="1"/>
        </p:nvGrpSpPr>
        <p:grpSpPr>
          <a:xfrm>
            <a:off x="0" y="285753"/>
            <a:ext cx="9144000" cy="3635815"/>
            <a:chOff x="0" y="333847"/>
            <a:chExt cx="12192000" cy="4847753"/>
          </a:xfrm>
        </p:grpSpPr>
        <p:sp>
          <p:nvSpPr>
            <p:cNvPr id="8" name="Freeform 11">
              <a:extLst>
                <a:ext uri="{FF2B5EF4-FFF2-40B4-BE49-F238E27FC236}">
                  <a16:creationId xmlns:a16="http://schemas.microsoft.com/office/drawing/2014/main" id="{F1FDFFB0-61A9-4CAD-917E-D097A7D309EB}"/>
                </a:ext>
              </a:extLst>
            </p:cNvPr>
            <p:cNvSpPr/>
            <p:nvPr userDrawn="1"/>
          </p:nvSpPr>
          <p:spPr bwMode="hidden">
            <a:xfrm>
              <a:off x="3048000" y="333847"/>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 name="Rectangle 8">
              <a:extLst>
                <a:ext uri="{FF2B5EF4-FFF2-40B4-BE49-F238E27FC236}">
                  <a16:creationId xmlns:a16="http://schemas.microsoft.com/office/drawing/2014/main" id="{1CEE41A3-48EA-4CE3-8881-31D0AF3D53EA}"/>
                </a:ext>
              </a:extLst>
            </p:cNvPr>
            <p:cNvSpPr/>
            <p:nvPr userDrawn="1"/>
          </p:nvSpPr>
          <p:spPr>
            <a:xfrm>
              <a:off x="0" y="797719"/>
              <a:ext cx="3276600" cy="43838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10" name="Title 1"/>
          <p:cNvSpPr>
            <a:spLocks noGrp="1"/>
          </p:cNvSpPr>
          <p:nvPr>
            <p:ph type="title" hasCustomPrompt="1"/>
          </p:nvPr>
        </p:nvSpPr>
        <p:spPr>
          <a:xfrm>
            <a:off x="457200" y="137160"/>
            <a:ext cx="8229600" cy="502920"/>
          </a:xfrm>
          <a:prstGeom prst="rect">
            <a:avLst/>
          </a:prstGeom>
        </p:spPr>
        <p:txBody>
          <a:bodyPr/>
          <a:lstStyle>
            <a:lvl1pPr>
              <a:defRPr sz="1800"/>
            </a:lvl1pPr>
          </a:lstStyle>
          <a:p>
            <a:r>
              <a:rPr lang="en-US"/>
              <a:t>Course Objectives</a:t>
            </a:r>
          </a:p>
        </p:txBody>
      </p:sp>
      <p:sp>
        <p:nvSpPr>
          <p:cNvPr id="4" name="Content Placeholder 3"/>
          <p:cNvSpPr>
            <a:spLocks noGrp="1"/>
          </p:cNvSpPr>
          <p:nvPr>
            <p:ph sz="quarter" idx="10" hasCustomPrompt="1"/>
          </p:nvPr>
        </p:nvSpPr>
        <p:spPr>
          <a:xfrm>
            <a:off x="457200" y="912114"/>
            <a:ext cx="7315200" cy="3086100"/>
          </a:xfrm>
          <a:prstGeom prst="rect">
            <a:avLst/>
          </a:prstGeom>
        </p:spPr>
        <p:txBody>
          <a:bodyPr/>
          <a:lstStyle>
            <a:lvl1pPr marL="0" indent="0">
              <a:buFont typeface="Arial" pitchFamily="34" charset="0"/>
              <a:buNone/>
              <a:defRPr baseline="0"/>
            </a:lvl1pPr>
            <a:lvl3pPr marL="171450" indent="-171450">
              <a:buFont typeface="Arial" panose="020B0604020202020204" pitchFamily="34" charset="0"/>
              <a:buChar char="•"/>
              <a:defRPr/>
            </a:lvl3pPr>
          </a:lstStyle>
          <a:p>
            <a:pPr lvl="0"/>
            <a:r>
              <a:rPr lang="en-US"/>
              <a:t>By the end of this course you will be able to:</a:t>
            </a:r>
          </a:p>
          <a:p>
            <a:pPr lvl="2"/>
            <a:r>
              <a:rPr lang="en-US"/>
              <a:t>Objective 1</a:t>
            </a:r>
          </a:p>
          <a:p>
            <a:pPr lvl="2"/>
            <a:r>
              <a:rPr lang="en-US"/>
              <a:t>Objective 2</a:t>
            </a:r>
          </a:p>
        </p:txBody>
      </p:sp>
    </p:spTree>
    <p:custDataLst>
      <p:tags r:id="rId1"/>
    </p:custDataLst>
    <p:extLst>
      <p:ext uri="{BB962C8B-B14F-4D97-AF65-F5344CB8AC3E}">
        <p14:creationId xmlns:p14="http://schemas.microsoft.com/office/powerpoint/2010/main" val="20704509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1_Module Slide">
    <p:bg>
      <p:bgRef idx="1001">
        <a:schemeClr val="bg1"/>
      </p:bgRef>
    </p:bg>
    <p:spTree>
      <p:nvGrpSpPr>
        <p:cNvPr id="1" name=""/>
        <p:cNvGrpSpPr/>
        <p:nvPr/>
      </p:nvGrpSpPr>
      <p:grpSpPr>
        <a:xfrm>
          <a:off x="0" y="0"/>
          <a:ext cx="0" cy="0"/>
          <a:chOff x="0" y="0"/>
          <a:chExt cx="0" cy="0"/>
        </a:xfrm>
      </p:grpSpPr>
      <p:sp>
        <p:nvSpPr>
          <p:cNvPr id="10" name="Text Placeholder 9"/>
          <p:cNvSpPr>
            <a:spLocks noGrp="1"/>
          </p:cNvSpPr>
          <p:nvPr>
            <p:ph type="body" sz="quarter" idx="13" hasCustomPrompt="1"/>
          </p:nvPr>
        </p:nvSpPr>
        <p:spPr>
          <a:xfrm>
            <a:off x="762000" y="657224"/>
            <a:ext cx="7620000" cy="3429000"/>
          </a:xfrm>
          <a:prstGeom prst="rect">
            <a:avLst/>
          </a:prstGeom>
        </p:spPr>
        <p:txBody>
          <a:bodyPr>
            <a:noAutofit/>
          </a:bodyPr>
          <a:lstStyle>
            <a:lvl1pPr marL="0" indent="0">
              <a:lnSpc>
                <a:spcPct val="100000"/>
              </a:lnSpc>
              <a:spcBef>
                <a:spcPts val="0"/>
              </a:spcBef>
              <a:spcAft>
                <a:spcPts val="0"/>
              </a:spcAft>
              <a:buFontTx/>
              <a:buNone/>
              <a:defRPr sz="2775" b="1" cap="all" baseline="0">
                <a:solidFill>
                  <a:schemeClr val="accent1"/>
                </a:solidFill>
                <a:latin typeface="+mj-lt"/>
              </a:defRPr>
            </a:lvl1pPr>
            <a:lvl2pPr marL="0" indent="0">
              <a:lnSpc>
                <a:spcPct val="100000"/>
              </a:lnSpc>
              <a:spcBef>
                <a:spcPts val="0"/>
              </a:spcBef>
              <a:buFontTx/>
              <a:buNone/>
              <a:defRPr sz="2775" b="0">
                <a:solidFill>
                  <a:schemeClr val="accent1"/>
                </a:solidFill>
              </a:defRPr>
            </a:lvl2pPr>
            <a:lvl3pPr marL="0" indent="0">
              <a:lnSpc>
                <a:spcPct val="100000"/>
              </a:lnSpc>
              <a:spcBef>
                <a:spcPts val="0"/>
              </a:spcBef>
              <a:buFontTx/>
              <a:buNone/>
              <a:defRPr sz="2775" b="0">
                <a:solidFill>
                  <a:schemeClr val="bg1"/>
                </a:solidFill>
              </a:defRPr>
            </a:lvl3pPr>
            <a:lvl4pPr marL="0" indent="0">
              <a:lnSpc>
                <a:spcPct val="100000"/>
              </a:lnSpc>
              <a:spcBef>
                <a:spcPts val="0"/>
              </a:spcBef>
              <a:buFontTx/>
              <a:buNone/>
              <a:defRPr sz="2775" b="0">
                <a:solidFill>
                  <a:schemeClr val="bg1"/>
                </a:solidFill>
              </a:defRPr>
            </a:lvl4pPr>
            <a:lvl5pPr marL="0" indent="0">
              <a:lnSpc>
                <a:spcPct val="100000"/>
              </a:lnSpc>
              <a:spcBef>
                <a:spcPts val="0"/>
              </a:spcBef>
              <a:buFontTx/>
              <a:buNone/>
              <a:defRPr sz="2775" b="0">
                <a:solidFill>
                  <a:schemeClr val="bg1"/>
                </a:solidFill>
              </a:defRPr>
            </a:lvl5pPr>
            <a:lvl6pPr marL="0" indent="0">
              <a:lnSpc>
                <a:spcPct val="100000"/>
              </a:lnSpc>
              <a:spcBef>
                <a:spcPts val="0"/>
              </a:spcBef>
              <a:buFontTx/>
              <a:buNone/>
              <a:defRPr sz="2775" b="0">
                <a:solidFill>
                  <a:schemeClr val="bg1"/>
                </a:solidFill>
              </a:defRPr>
            </a:lvl6pPr>
            <a:lvl7pPr marL="0" indent="0">
              <a:lnSpc>
                <a:spcPct val="100000"/>
              </a:lnSpc>
              <a:spcBef>
                <a:spcPts val="0"/>
              </a:spcBef>
              <a:buFontTx/>
              <a:buNone/>
              <a:defRPr sz="2775" b="0">
                <a:solidFill>
                  <a:schemeClr val="bg1"/>
                </a:solidFill>
              </a:defRPr>
            </a:lvl7pPr>
            <a:lvl8pPr marL="0" indent="0">
              <a:lnSpc>
                <a:spcPct val="100000"/>
              </a:lnSpc>
              <a:spcBef>
                <a:spcPts val="0"/>
              </a:spcBef>
              <a:buFontTx/>
              <a:buNone/>
              <a:defRPr sz="2775" b="0">
                <a:solidFill>
                  <a:schemeClr val="bg1"/>
                </a:solidFill>
              </a:defRPr>
            </a:lvl8pPr>
            <a:lvl9pPr marL="0" indent="0">
              <a:lnSpc>
                <a:spcPct val="100000"/>
              </a:lnSpc>
              <a:spcBef>
                <a:spcPts val="0"/>
              </a:spcBef>
              <a:buFontTx/>
              <a:buNone/>
              <a:defRPr sz="2775" b="0">
                <a:solidFill>
                  <a:schemeClr val="bg1"/>
                </a:solidFill>
              </a:defRPr>
            </a:lvl9pPr>
          </a:lstStyle>
          <a:p>
            <a:pPr lvl="0"/>
            <a:r>
              <a:rPr lang="en-US"/>
              <a:t>Module x</a:t>
            </a:r>
          </a:p>
        </p:txBody>
      </p:sp>
    </p:spTree>
    <p:custDataLst>
      <p:tags r:id="rId1"/>
    </p:custDataLst>
    <p:extLst>
      <p:ext uri="{BB962C8B-B14F-4D97-AF65-F5344CB8AC3E}">
        <p14:creationId xmlns:p14="http://schemas.microsoft.com/office/powerpoint/2010/main" val="2661697419"/>
      </p:ext>
    </p:extLst>
  </p:cSld>
  <p:clrMapOvr>
    <a:overrideClrMapping bg1="lt1" tx1="dk1" bg2="lt2" tx2="dk2" accent1="accent1" accent2="accent2" accent3="accent3" accent4="accent4" accent5="accent5" accent6="accent6" hlink="hlink" folHlink="folHlink"/>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16_Content Slide">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EB88DAD-A2CC-4869-92C4-F992173EF942}"/>
              </a:ext>
            </a:extLst>
          </p:cNvPr>
          <p:cNvSpPr/>
          <p:nvPr userDrawn="1"/>
        </p:nvSpPr>
        <p:spPr>
          <a:xfrm>
            <a:off x="0" y="3886200"/>
            <a:ext cx="9144000" cy="137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9" name="Group 8">
            <a:extLst>
              <a:ext uri="{FF2B5EF4-FFF2-40B4-BE49-F238E27FC236}">
                <a16:creationId xmlns:a16="http://schemas.microsoft.com/office/drawing/2014/main" id="{BC03DD7D-34F9-4057-8F53-D34559DDFAC6}"/>
              </a:ext>
            </a:extLst>
          </p:cNvPr>
          <p:cNvGrpSpPr/>
          <p:nvPr userDrawn="1"/>
        </p:nvGrpSpPr>
        <p:grpSpPr>
          <a:xfrm>
            <a:off x="0" y="285753"/>
            <a:ext cx="9144000" cy="3635815"/>
            <a:chOff x="0" y="333847"/>
            <a:chExt cx="12192000" cy="4847753"/>
          </a:xfrm>
        </p:grpSpPr>
        <p:sp>
          <p:nvSpPr>
            <p:cNvPr id="11" name="Freeform 11">
              <a:extLst>
                <a:ext uri="{FF2B5EF4-FFF2-40B4-BE49-F238E27FC236}">
                  <a16:creationId xmlns:a16="http://schemas.microsoft.com/office/drawing/2014/main" id="{AAF7CA1C-C81D-49C1-89D3-A68ABF847F0C}"/>
                </a:ext>
              </a:extLst>
            </p:cNvPr>
            <p:cNvSpPr/>
            <p:nvPr userDrawn="1"/>
          </p:nvSpPr>
          <p:spPr bwMode="hidden">
            <a:xfrm>
              <a:off x="3048000" y="333847"/>
              <a:ext cx="9144000" cy="4847753"/>
            </a:xfrm>
            <a:custGeom>
              <a:avLst/>
              <a:gdLst>
                <a:gd name="connsiteX0" fmla="*/ 0 w 9144000"/>
                <a:gd name="connsiteY0" fmla="*/ 0 h 758952"/>
                <a:gd name="connsiteX1" fmla="*/ 9144000 w 9144000"/>
                <a:gd name="connsiteY1" fmla="*/ 0 h 758952"/>
                <a:gd name="connsiteX2" fmla="*/ 9144000 w 9144000"/>
                <a:gd name="connsiteY2" fmla="*/ 758952 h 758952"/>
                <a:gd name="connsiteX3" fmla="*/ 0 w 9144000"/>
                <a:gd name="connsiteY3" fmla="*/ 758952 h 758952"/>
                <a:gd name="connsiteX4" fmla="*/ 0 w 9144000"/>
                <a:gd name="connsiteY4" fmla="*/ 0 h 758952"/>
                <a:gd name="connsiteX0" fmla="*/ 0 w 9144000"/>
                <a:gd name="connsiteY0" fmla="*/ 0 h 760491"/>
                <a:gd name="connsiteX1" fmla="*/ 9144000 w 9144000"/>
                <a:gd name="connsiteY1" fmla="*/ 0 h 760491"/>
                <a:gd name="connsiteX2" fmla="*/ 9144000 w 9144000"/>
                <a:gd name="connsiteY2" fmla="*/ 758952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760491"/>
                <a:gd name="connsiteX1" fmla="*/ 9144000 w 9144000"/>
                <a:gd name="connsiteY1" fmla="*/ 0 h 760491"/>
                <a:gd name="connsiteX2" fmla="*/ 9144000 w 9144000"/>
                <a:gd name="connsiteY2" fmla="*/ 295747 h 760491"/>
                <a:gd name="connsiteX3" fmla="*/ 9144000 w 9144000"/>
                <a:gd name="connsiteY3" fmla="*/ 758952 h 760491"/>
                <a:gd name="connsiteX4" fmla="*/ 8872396 w 9144000"/>
                <a:gd name="connsiteY4" fmla="*/ 760491 h 760491"/>
                <a:gd name="connsiteX5" fmla="*/ 0 w 9144000"/>
                <a:gd name="connsiteY5" fmla="*/ 758952 h 760491"/>
                <a:gd name="connsiteX6" fmla="*/ 0 w 9144000"/>
                <a:gd name="connsiteY6" fmla="*/ 0 h 760491"/>
                <a:gd name="connsiteX0" fmla="*/ 0 w 9144000"/>
                <a:gd name="connsiteY0" fmla="*/ 0 h 760491"/>
                <a:gd name="connsiteX1" fmla="*/ 9144000 w 9144000"/>
                <a:gd name="connsiteY1" fmla="*/ 0 h 760491"/>
                <a:gd name="connsiteX2" fmla="*/ 9144000 w 9144000"/>
                <a:gd name="connsiteY2" fmla="*/ 295747 h 760491"/>
                <a:gd name="connsiteX3" fmla="*/ 8872396 w 9144000"/>
                <a:gd name="connsiteY3" fmla="*/ 760491 h 760491"/>
                <a:gd name="connsiteX4" fmla="*/ 0 w 9144000"/>
                <a:gd name="connsiteY4" fmla="*/ 758952 h 760491"/>
                <a:gd name="connsiteX5" fmla="*/ 0 w 9144000"/>
                <a:gd name="connsiteY5" fmla="*/ 0 h 760491"/>
                <a:gd name="connsiteX0" fmla="*/ 0 w 9144000"/>
                <a:gd name="connsiteY0" fmla="*/ 0 h 5143500"/>
                <a:gd name="connsiteX1" fmla="*/ 9144000 w 9144000"/>
                <a:gd name="connsiteY1" fmla="*/ 5143500 h 5143500"/>
                <a:gd name="connsiteX2" fmla="*/ 9144000 w 9144000"/>
                <a:gd name="connsiteY2" fmla="*/ 295747 h 5143500"/>
                <a:gd name="connsiteX3" fmla="*/ 8872396 w 9144000"/>
                <a:gd name="connsiteY3" fmla="*/ 760491 h 5143500"/>
                <a:gd name="connsiteX4" fmla="*/ 0 w 9144000"/>
                <a:gd name="connsiteY4" fmla="*/ 758952 h 5143500"/>
                <a:gd name="connsiteX5" fmla="*/ 0 w 9144000"/>
                <a:gd name="connsiteY5" fmla="*/ 0 h 5143500"/>
                <a:gd name="connsiteX0" fmla="*/ 0 w 9144000"/>
                <a:gd name="connsiteY0" fmla="*/ 4847753 h 4847753"/>
                <a:gd name="connsiteX1" fmla="*/ 9144000 w 9144000"/>
                <a:gd name="connsiteY1" fmla="*/ 4847753 h 4847753"/>
                <a:gd name="connsiteX2" fmla="*/ 9144000 w 9144000"/>
                <a:gd name="connsiteY2" fmla="*/ 0 h 4847753"/>
                <a:gd name="connsiteX3" fmla="*/ 8872396 w 9144000"/>
                <a:gd name="connsiteY3" fmla="*/ 464744 h 4847753"/>
                <a:gd name="connsiteX4" fmla="*/ 0 w 9144000"/>
                <a:gd name="connsiteY4" fmla="*/ 463205 h 4847753"/>
                <a:gd name="connsiteX5" fmla="*/ 0 w 9144000"/>
                <a:gd name="connsiteY5" fmla="*/ 4847753 h 484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4847753">
                  <a:moveTo>
                    <a:pt x="0" y="4847753"/>
                  </a:moveTo>
                  <a:lnTo>
                    <a:pt x="9144000" y="4847753"/>
                  </a:lnTo>
                  <a:lnTo>
                    <a:pt x="9144000" y="0"/>
                  </a:lnTo>
                  <a:lnTo>
                    <a:pt x="8872396" y="464744"/>
                  </a:lnTo>
                  <a:lnTo>
                    <a:pt x="0" y="463205"/>
                  </a:lnTo>
                  <a:lnTo>
                    <a:pt x="0" y="4847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2" name="Rectangle 11">
              <a:extLst>
                <a:ext uri="{FF2B5EF4-FFF2-40B4-BE49-F238E27FC236}">
                  <a16:creationId xmlns:a16="http://schemas.microsoft.com/office/drawing/2014/main" id="{01FA6DEA-D17B-4A5E-9595-D519AD0963C5}"/>
                </a:ext>
              </a:extLst>
            </p:cNvPr>
            <p:cNvSpPr/>
            <p:nvPr userDrawn="1"/>
          </p:nvSpPr>
          <p:spPr>
            <a:xfrm>
              <a:off x="0" y="797719"/>
              <a:ext cx="3276600" cy="43838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10" name="Title 1"/>
          <p:cNvSpPr>
            <a:spLocks noGrp="1"/>
          </p:cNvSpPr>
          <p:nvPr>
            <p:ph type="title" hasCustomPrompt="1"/>
          </p:nvPr>
        </p:nvSpPr>
        <p:spPr>
          <a:xfrm>
            <a:off x="457200" y="137160"/>
            <a:ext cx="8229600" cy="502920"/>
          </a:xfrm>
          <a:prstGeom prst="rect">
            <a:avLst/>
          </a:prstGeom>
        </p:spPr>
        <p:txBody>
          <a:bodyPr/>
          <a:lstStyle>
            <a:lvl1pPr>
              <a:defRPr sz="1800"/>
            </a:lvl1pPr>
          </a:lstStyle>
          <a:p>
            <a:r>
              <a:rPr lang="en-US"/>
              <a:t>Slide Title</a:t>
            </a:r>
          </a:p>
        </p:txBody>
      </p:sp>
      <p:sp>
        <p:nvSpPr>
          <p:cNvPr id="6" name="Content Placeholder 2"/>
          <p:cNvSpPr>
            <a:spLocks noGrp="1"/>
          </p:cNvSpPr>
          <p:nvPr>
            <p:ph idx="10" hasCustomPrompt="1"/>
          </p:nvPr>
        </p:nvSpPr>
        <p:spPr>
          <a:xfrm>
            <a:off x="457200" y="914400"/>
            <a:ext cx="8229600" cy="3657600"/>
          </a:xfrm>
          <a:prstGeom prst="rect">
            <a:avLst/>
          </a:prstGeom>
        </p:spPr>
        <p:txBody>
          <a:bodyPr/>
          <a:lstStyle>
            <a:lvl3pPr marL="171450" indent="-171450">
              <a:defRPr/>
            </a:lvl3pPr>
            <a:lvl4pPr marL="428625" indent="-254794">
              <a:buFont typeface="Courier New" panose="02070309020205020404" pitchFamily="49" charset="0"/>
              <a:buChar char="o"/>
              <a:defRPr/>
            </a:lvl4pPr>
          </a:lstStyle>
          <a:p>
            <a:pPr lvl="2"/>
            <a:r>
              <a:rPr lang="en-US" sz="2100"/>
              <a:t>First instructor point</a:t>
            </a:r>
          </a:p>
          <a:p>
            <a:pPr lvl="3"/>
            <a:r>
              <a:rPr lang="en-US" sz="1800"/>
              <a:t>Supporting Fact 1</a:t>
            </a:r>
          </a:p>
          <a:p>
            <a:pPr lvl="3"/>
            <a:r>
              <a:rPr lang="en-US" sz="1800"/>
              <a:t>Supporting Fact 2</a:t>
            </a:r>
          </a:p>
        </p:txBody>
      </p:sp>
      <p:sp>
        <p:nvSpPr>
          <p:cNvPr id="13" name="Slide Number Placeholder 3">
            <a:extLst>
              <a:ext uri="{FF2B5EF4-FFF2-40B4-BE49-F238E27FC236}">
                <a16:creationId xmlns:a16="http://schemas.microsoft.com/office/drawing/2014/main" id="{8728C4EF-8AEF-4B6C-ACBA-0A4FB5AF1614}"/>
              </a:ext>
            </a:extLst>
          </p:cNvPr>
          <p:cNvSpPr>
            <a:spLocks noGrp="1"/>
          </p:cNvSpPr>
          <p:nvPr>
            <p:ph type="sldNum" sz="quarter" idx="4"/>
          </p:nvPr>
        </p:nvSpPr>
        <p:spPr>
          <a:xfrm>
            <a:off x="6629400" y="4732497"/>
            <a:ext cx="2057400" cy="273844"/>
          </a:xfrm>
          <a:prstGeom prst="rect">
            <a:avLst/>
          </a:prstGeom>
        </p:spPr>
        <p:txBody>
          <a:bodyPr vert="horz" lIns="91440" tIns="45720" rIns="91440" bIns="45720" rtlCol="0" anchor="ctr"/>
          <a:lstStyle>
            <a:lvl1pPr algn="r">
              <a:defRPr sz="900">
                <a:solidFill>
                  <a:schemeClr val="tx1"/>
                </a:solidFill>
              </a:defRPr>
            </a:lvl1pPr>
          </a:lstStyle>
          <a:p>
            <a:fld id="{6A4A1F37-3168-459C-ACB2-88C8010462A1}" type="slidenum">
              <a:rPr lang="en-US" smtClean="0"/>
              <a:pPr/>
              <a:t>‹#›</a:t>
            </a:fld>
            <a:endParaRPr lang="en-US" dirty="0"/>
          </a:p>
        </p:txBody>
      </p:sp>
    </p:spTree>
    <p:custDataLst>
      <p:tags r:id="rId1"/>
    </p:custDataLst>
    <p:extLst>
      <p:ext uri="{BB962C8B-B14F-4D97-AF65-F5344CB8AC3E}">
        <p14:creationId xmlns:p14="http://schemas.microsoft.com/office/powerpoint/2010/main" val="15912409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4" name="Titre 3"/>
          <p:cNvSpPr>
            <a:spLocks noGrp="1"/>
          </p:cNvSpPr>
          <p:nvPr>
            <p:ph type="title"/>
          </p:nvPr>
        </p:nvSpPr>
        <p:spPr bwMode="gray">
          <a:xfrm>
            <a:off x="457200" y="137160"/>
            <a:ext cx="8229600" cy="502920"/>
          </a:xfrm>
          <a:prstGeom prst="rect">
            <a:avLst/>
          </a:prstGeom>
        </p:spPr>
        <p:txBody>
          <a:bodyPr/>
          <a:lstStyle/>
          <a:p>
            <a:endParaRPr lang="fr-FR"/>
          </a:p>
        </p:txBody>
      </p:sp>
      <p:sp>
        <p:nvSpPr>
          <p:cNvPr id="5" name="Espace réservé de la date 4"/>
          <p:cNvSpPr>
            <a:spLocks noGrp="1"/>
          </p:cNvSpPr>
          <p:nvPr>
            <p:ph type="dt" sz="half" idx="10"/>
          </p:nvPr>
        </p:nvSpPr>
        <p:spPr bwMode="gray"/>
        <p:txBody>
          <a:bodyPr/>
          <a:lstStyle/>
          <a:p>
            <a:endParaRPr lang="fr-FR" dirty="0"/>
          </a:p>
        </p:txBody>
      </p:sp>
      <p:sp>
        <p:nvSpPr>
          <p:cNvPr id="6" name="Espace réservé du pied de page 5"/>
          <p:cNvSpPr>
            <a:spLocks noGrp="1"/>
          </p:cNvSpPr>
          <p:nvPr>
            <p:ph type="ftr" sz="quarter" idx="11"/>
          </p:nvPr>
        </p:nvSpPr>
        <p:spPr bwMode="gray">
          <a:xfrm>
            <a:off x="3246120" y="4873752"/>
            <a:ext cx="2895600" cy="128016"/>
          </a:xfrm>
          <a:prstGeom prst="rect">
            <a:avLst/>
          </a:prstGeom>
        </p:spPr>
        <p:txBody>
          <a:bodyPr/>
          <a:lstStyle/>
          <a:p>
            <a:pPr algn="l"/>
            <a:endParaRPr lang="fr-FR" dirty="0"/>
          </a:p>
        </p:txBody>
      </p:sp>
      <p:sp>
        <p:nvSpPr>
          <p:cNvPr id="7" name="Espace réservé du numéro de diapositive 6"/>
          <p:cNvSpPr>
            <a:spLocks noGrp="1"/>
          </p:cNvSpPr>
          <p:nvPr>
            <p:ph type="sldNum" sz="quarter" idx="12"/>
          </p:nvPr>
        </p:nvSpPr>
        <p:spPr bwMode="gray">
          <a:xfrm>
            <a:off x="6553200" y="4873752"/>
            <a:ext cx="2133600" cy="128016"/>
          </a:xfrm>
          <a:prstGeom prst="rect">
            <a:avLst/>
          </a:prstGeom>
        </p:spPr>
        <p:txBody>
          <a:bodyPr/>
          <a:lstStyle/>
          <a:p>
            <a:fld id="{733122C9-A0B9-462F-8757-0847AD287B63}" type="slidenum">
              <a:rPr lang="fr-FR" smtClean="0"/>
              <a:pPr/>
              <a:t>‹#›</a:t>
            </a:fld>
            <a:endParaRPr lang="fr-FR" dirty="0"/>
          </a:p>
        </p:txBody>
      </p:sp>
    </p:spTree>
    <p:extLst>
      <p:ext uri="{BB962C8B-B14F-4D97-AF65-F5344CB8AC3E}">
        <p14:creationId xmlns:p14="http://schemas.microsoft.com/office/powerpoint/2010/main" val="54089245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BE4E-AE1F-985F-A8DB-9DCC7358C70A}"/>
              </a:ext>
            </a:extLst>
          </p:cNvPr>
          <p:cNvSpPr>
            <a:spLocks noGrp="1"/>
          </p:cNvSpPr>
          <p:nvPr>
            <p:ph type="title"/>
          </p:nvPr>
        </p:nvSpPr>
        <p:spPr>
          <a:xfrm>
            <a:off x="628651" y="701568"/>
            <a:ext cx="6525683" cy="573615"/>
          </a:xfrm>
        </p:spPr>
        <p:txBody>
          <a:bodyPr lIns="0" tIns="0" rIns="0" bIns="0">
            <a:normAutofit/>
          </a:bodyPr>
          <a:lstStyle>
            <a:lvl1pPr>
              <a:defRPr sz="1798" b="1" i="0">
                <a:solidFill>
                  <a:srgbClr val="5B646D"/>
                </a:solidFill>
                <a:latin typeface="Verdana Pro" panose="020B0604030504040204" pitchFamily="34" charset="0"/>
              </a:defRPr>
            </a:lvl1pPr>
          </a:lstStyle>
          <a:p>
            <a:r>
              <a:rPr lang="en-US"/>
              <a:t>Click to edit Master title style</a:t>
            </a:r>
          </a:p>
        </p:txBody>
      </p:sp>
      <p:sp>
        <p:nvSpPr>
          <p:cNvPr id="7" name="Text Placeholder 3">
            <a:extLst>
              <a:ext uri="{FF2B5EF4-FFF2-40B4-BE49-F238E27FC236}">
                <a16:creationId xmlns:a16="http://schemas.microsoft.com/office/drawing/2014/main" id="{49955113-DDDD-B5A0-E7CF-1BF2A98AEB9F}"/>
              </a:ext>
            </a:extLst>
          </p:cNvPr>
          <p:cNvSpPr>
            <a:spLocks noGrp="1"/>
          </p:cNvSpPr>
          <p:nvPr>
            <p:ph type="body" sz="quarter" idx="11"/>
          </p:nvPr>
        </p:nvSpPr>
        <p:spPr>
          <a:xfrm>
            <a:off x="638498" y="1280879"/>
            <a:ext cx="5447181" cy="2279361"/>
          </a:xfrm>
          <a:prstGeom prst="rect">
            <a:avLst/>
          </a:prstGeom>
        </p:spPr>
        <p:txBody>
          <a:bodyPr lIns="0" tIns="0" rIns="0" bIns="0"/>
          <a:lstStyle>
            <a:lvl1pPr>
              <a:defRPr sz="1500" b="0" i="0">
                <a:solidFill>
                  <a:srgbClr val="5B646D"/>
                </a:solidFill>
                <a:latin typeface="Verdana Pro Light" panose="020B0304030504040204" pitchFamily="34" charset="0"/>
              </a:defRPr>
            </a:lvl1pPr>
            <a:lvl2pPr>
              <a:defRPr sz="1499" b="0" i="0">
                <a:solidFill>
                  <a:srgbClr val="5B646D"/>
                </a:solidFill>
                <a:latin typeface="Verdana Pro Light" panose="020B0304030504040204" pitchFamily="34" charset="0"/>
              </a:defRPr>
            </a:lvl2pPr>
            <a:lvl3pPr>
              <a:defRPr sz="1299" b="0" i="0">
                <a:solidFill>
                  <a:srgbClr val="5B646D"/>
                </a:solidFill>
                <a:latin typeface="Verdana Pro Light" panose="020B0304030504040204" pitchFamily="34" charset="0"/>
              </a:defRPr>
            </a:lvl3pPr>
            <a:lvl4pPr>
              <a:defRPr sz="1149" b="0" i="0">
                <a:solidFill>
                  <a:srgbClr val="5B646D"/>
                </a:solidFill>
                <a:latin typeface="Verdana Pro Light" panose="020B0304030504040204" pitchFamily="34" charset="0"/>
              </a:defRPr>
            </a:lvl4pPr>
            <a:lvl5pPr>
              <a:defRPr sz="949" b="0" i="0">
                <a:solidFill>
                  <a:srgbClr val="5B646D"/>
                </a:solidFill>
                <a:latin typeface="Verdana Pro Light" panose="020B03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759264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Header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p:txBody>
          <a:bodyPr/>
          <a:lstStyle>
            <a:lvl1pPr>
              <a:defRPr/>
            </a:lvl1pPr>
          </a:lstStyle>
          <a:p>
            <a:r>
              <a:rPr lang="en-US"/>
              <a:t>Header only – Verdana reg 24pt</a:t>
            </a:r>
          </a:p>
        </p:txBody>
      </p:sp>
    </p:spTree>
    <p:extLst>
      <p:ext uri="{BB962C8B-B14F-4D97-AF65-F5344CB8AC3E}">
        <p14:creationId xmlns:p14="http://schemas.microsoft.com/office/powerpoint/2010/main" val="421065377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Header_1column_no_sub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a:xfrm>
            <a:off x="308318" y="259084"/>
            <a:ext cx="8043203" cy="548637"/>
          </a:xfrm>
        </p:spPr>
        <p:txBody>
          <a:bodyPr/>
          <a:lstStyle/>
          <a:p>
            <a:r>
              <a:rPr lang="en-US"/>
              <a:t>1 column/no </a:t>
            </a:r>
            <a:r>
              <a:rPr lang="en-US" err="1"/>
              <a:t>subheader</a:t>
            </a:r>
            <a:r>
              <a:rPr lang="en-US"/>
              <a:t>/no art - Verdana reg 24pt</a:t>
            </a:r>
          </a:p>
        </p:txBody>
      </p:sp>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308317" y="1097280"/>
            <a:ext cx="8046720" cy="3703320"/>
          </a:xfrm>
          <a:prstGeom prst="rect">
            <a:avLst/>
          </a:prstGeom>
        </p:spPr>
        <p:txBody>
          <a:bodyPr lIns="0" tIns="0" rIns="0" bIns="0"/>
          <a:lstStyle>
            <a:lvl1pPr marL="0" indent="0">
              <a:lnSpc>
                <a:spcPct val="110000"/>
              </a:lnSpc>
              <a:spcBef>
                <a:spcPts val="375"/>
              </a:spcBef>
              <a:spcAft>
                <a:spcPts val="150"/>
              </a:spcAft>
              <a:buFontTx/>
              <a:buNone/>
              <a:tabLst/>
              <a:defRPr sz="1400" b="0" i="0">
                <a:latin typeface="Verdana" panose="020B0604030504040204" pitchFamily="34" charset="0"/>
                <a:ea typeface="Verdana" panose="020B0604030504040204" pitchFamily="34" charset="0"/>
                <a:cs typeface="Verdana" panose="020B0604030504040204" pitchFamily="34" charset="0"/>
              </a:defRPr>
            </a:lvl1pPr>
            <a:lvl2pPr marL="285743" indent="0">
              <a:lnSpc>
                <a:spcPct val="110000"/>
              </a:lnSpc>
              <a:buFontTx/>
              <a:buNone/>
              <a:tabLst/>
              <a:defRPr sz="1400" b="0" i="0"/>
            </a:lvl2pPr>
            <a:lvl3pPr marL="528624" indent="0">
              <a:lnSpc>
                <a:spcPct val="110000"/>
              </a:lnSpc>
              <a:buFontTx/>
              <a:buNone/>
              <a:tabLst/>
              <a:defRPr sz="1400" b="0" i="0"/>
            </a:lvl3pPr>
            <a:lvl4pPr marL="1200060" indent="-171438">
              <a:buFont typeface="Courier New" panose="02070309020205020404" pitchFamily="49" charset="0"/>
              <a:buChar char="o"/>
              <a:defRPr/>
            </a:lvl4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r>
              <a:rPr lang="en-US"/>
              <a:t> </a:t>
            </a:r>
            <a:r>
              <a:rPr lang="en-US" err="1"/>
              <a:t>scelerisque</a:t>
            </a:r>
            <a:r>
              <a:rPr lang="en-US"/>
              <a:t>.</a:t>
            </a:r>
            <a:endParaRPr lang="en-US" b="1">
              <a:ea typeface="Verdana" panose="020B0604030504040204" pitchFamily="34" charset="0"/>
              <a:cs typeface="Verdana" panose="020B0604030504040204" pitchFamily="34" charset="0"/>
            </a:endParaRPr>
          </a:p>
          <a:p>
            <a:pPr marL="0" indent="0">
              <a:spcBef>
                <a:spcPts val="500"/>
              </a:spcBef>
              <a:spcAft>
                <a:spcPts val="200"/>
              </a:spcAft>
              <a:buNone/>
            </a:pPr>
            <a:r>
              <a:rPr lang="en-US" b="1">
                <a:ea typeface="Verdana" panose="020B0604030504040204" pitchFamily="34" charset="0"/>
                <a:cs typeface="Verdana" panose="020B0604030504040204" pitchFamily="34" charset="0"/>
              </a:rPr>
              <a:t>Long-term occupational exposure to noise </a:t>
            </a:r>
          </a:p>
          <a:p>
            <a:pPr marL="0" indent="0">
              <a:spcBef>
                <a:spcPts val="500"/>
              </a:spcBef>
              <a:spcAft>
                <a:spcPts val="200"/>
              </a:spcAft>
              <a:buNone/>
            </a:pPr>
            <a:r>
              <a:rPr lang="en-US"/>
              <a:t>especially high-frequency noise -&gt; leads to hearing </a:t>
            </a:r>
            <a:r>
              <a:rPr lang="en-US" err="1"/>
              <a:t>loss.can</a:t>
            </a:r>
            <a:r>
              <a:rPr lang="en-US"/>
              <a:t> lead to stress-related conditions such as hypertension</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p:txBody>
      </p:sp>
    </p:spTree>
    <p:extLst>
      <p:ext uri="{BB962C8B-B14F-4D97-AF65-F5344CB8AC3E}">
        <p14:creationId xmlns:p14="http://schemas.microsoft.com/office/powerpoint/2010/main" val="311717817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Blank ">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393953"/>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Blank ">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311037"/>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p:txBody>
          <a:bodyPr/>
          <a:lstStyle>
            <a:lvl1pPr>
              <a:defRPr/>
            </a:lvl1pPr>
          </a:lstStyle>
          <a:p>
            <a:r>
              <a:rPr lang="en-US"/>
              <a:t>Header only – Verdana reg 24pt</a:t>
            </a:r>
          </a:p>
        </p:txBody>
      </p:sp>
    </p:spTree>
    <p:extLst>
      <p:ext uri="{BB962C8B-B14F-4D97-AF65-F5344CB8AC3E}">
        <p14:creationId xmlns:p14="http://schemas.microsoft.com/office/powerpoint/2010/main" val="128940264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Header_subheader_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a:xfrm>
            <a:off x="308317" y="259083"/>
            <a:ext cx="8043203" cy="548637"/>
          </a:xfrm>
        </p:spPr>
        <p:txBody>
          <a:bodyPr/>
          <a:lstStyle/>
          <a:p>
            <a:r>
              <a:rPr lang="en-US"/>
              <a:t>1 column/</a:t>
            </a:r>
            <a:r>
              <a:rPr lang="en-US" err="1"/>
              <a:t>subheader</a:t>
            </a:r>
            <a:r>
              <a:rPr lang="en-US"/>
              <a:t>/no art - Verdana reg 24pt</a:t>
            </a:r>
          </a:p>
        </p:txBody>
      </p:sp>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308317" y="1493520"/>
            <a:ext cx="8046720" cy="3307080"/>
          </a:xfrm>
          <a:prstGeom prst="rect">
            <a:avLst/>
          </a:prstGeom>
        </p:spPr>
        <p:txBody>
          <a:bodyPr lIns="0" tIns="0" rIns="0" bIns="0"/>
          <a:lstStyle>
            <a:lvl1pPr marL="0" indent="0">
              <a:lnSpc>
                <a:spcPct val="110000"/>
              </a:lnSpc>
              <a:spcBef>
                <a:spcPts val="600"/>
              </a:spcBef>
              <a:spcAft>
                <a:spcPts val="600"/>
              </a:spcAft>
              <a:buFontTx/>
              <a:buNone/>
              <a:tabLst/>
              <a:defRPr sz="1400" b="0"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r>
              <a:rPr lang="en-US"/>
              <a:t> </a:t>
            </a:r>
            <a:r>
              <a:rPr lang="en-US" err="1"/>
              <a:t>scelerisque</a:t>
            </a:r>
            <a:r>
              <a:rPr lang="en-US"/>
              <a:t>.</a:t>
            </a:r>
            <a:endParaRPr lang="en-US" b="1">
              <a:ea typeface="Verdana" panose="020B0604030504040204" pitchFamily="34" charset="0"/>
              <a:cs typeface="Verdana" panose="020B0604030504040204" pitchFamily="34" charset="0"/>
            </a:endParaRPr>
          </a:p>
          <a:p>
            <a:pPr marL="0" indent="0">
              <a:spcBef>
                <a:spcPts val="500"/>
              </a:spcBef>
              <a:spcAft>
                <a:spcPts val="200"/>
              </a:spcAft>
              <a:buNone/>
            </a:pPr>
            <a:r>
              <a:rPr lang="en-US" b="1">
                <a:ea typeface="Verdana" panose="020B0604030504040204" pitchFamily="34" charset="0"/>
                <a:cs typeface="Verdana" panose="020B0604030504040204" pitchFamily="34" charset="0"/>
              </a:rPr>
              <a:t>Long-term occupational exposure to noise </a:t>
            </a:r>
          </a:p>
          <a:p>
            <a:pPr marL="0" indent="0">
              <a:spcBef>
                <a:spcPts val="500"/>
              </a:spcBef>
              <a:spcAft>
                <a:spcPts val="200"/>
              </a:spcAft>
              <a:buNone/>
            </a:pPr>
            <a:r>
              <a:rPr lang="en-US"/>
              <a:t>especially high-frequency noise -&gt; leads to hearing </a:t>
            </a:r>
            <a:r>
              <a:rPr lang="en-US" err="1"/>
              <a:t>loss.can</a:t>
            </a:r>
            <a:r>
              <a:rPr lang="en-US"/>
              <a:t> lead to stress-related conditions such as hypertension</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p:txBody>
      </p:sp>
      <p:sp>
        <p:nvSpPr>
          <p:cNvPr id="8" name="Text Placeholder 7">
            <a:extLst>
              <a:ext uri="{FF2B5EF4-FFF2-40B4-BE49-F238E27FC236}">
                <a16:creationId xmlns:a16="http://schemas.microsoft.com/office/drawing/2014/main" id="{8A61577B-BD20-F454-7AA7-9213110ACC5C}"/>
              </a:ext>
            </a:extLst>
          </p:cNvPr>
          <p:cNvSpPr>
            <a:spLocks noGrp="1"/>
          </p:cNvSpPr>
          <p:nvPr>
            <p:ph type="body" sz="quarter" idx="11" hasCustomPrompt="1"/>
          </p:nvPr>
        </p:nvSpPr>
        <p:spPr>
          <a:xfrm>
            <a:off x="308316" y="975678"/>
            <a:ext cx="8043203" cy="380682"/>
          </a:xfrm>
          <a:prstGeom prst="rect">
            <a:avLst/>
          </a:prstGeom>
        </p:spPr>
        <p:txBody>
          <a:bodyPr lIns="0" tIns="0" rIns="0" bIns="0" anchor="ctr"/>
          <a:lstStyle>
            <a:lvl1pPr marL="0" indent="0">
              <a:buFontTx/>
              <a:buNone/>
              <a:defRPr sz="1600" b="1" i="0">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err="1"/>
              <a:t>Subheader</a:t>
            </a:r>
            <a:endParaRPr lang="en-US"/>
          </a:p>
        </p:txBody>
      </p:sp>
    </p:spTree>
    <p:extLst>
      <p:ext uri="{BB962C8B-B14F-4D97-AF65-F5344CB8AC3E}">
        <p14:creationId xmlns:p14="http://schemas.microsoft.com/office/powerpoint/2010/main" val="45340872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Header_1column_no_sub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a:xfrm>
            <a:off x="308317" y="259083"/>
            <a:ext cx="8043203" cy="548637"/>
          </a:xfrm>
        </p:spPr>
        <p:txBody>
          <a:bodyPr/>
          <a:lstStyle/>
          <a:p>
            <a:r>
              <a:rPr lang="en-US"/>
              <a:t>1 column/no </a:t>
            </a:r>
            <a:r>
              <a:rPr lang="en-US" err="1"/>
              <a:t>subheader</a:t>
            </a:r>
            <a:r>
              <a:rPr lang="en-US"/>
              <a:t>/no art - Verdana reg 24pt</a:t>
            </a:r>
          </a:p>
        </p:txBody>
      </p:sp>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308317" y="1097280"/>
            <a:ext cx="8046720" cy="3703320"/>
          </a:xfrm>
          <a:prstGeom prst="rect">
            <a:avLst/>
          </a:prstGeom>
        </p:spPr>
        <p:txBody>
          <a:bodyPr lIns="0" tIns="0" rIns="0" bIns="0"/>
          <a:lstStyle>
            <a:lvl1pPr marL="0" indent="0">
              <a:lnSpc>
                <a:spcPct val="110000"/>
              </a:lnSpc>
              <a:spcBef>
                <a:spcPts val="0"/>
              </a:spcBef>
              <a:spcAft>
                <a:spcPts val="600"/>
              </a:spcAft>
              <a:buFontTx/>
              <a:buNone/>
              <a:tabLst/>
              <a:defRPr sz="1400" b="0"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r>
              <a:rPr lang="en-US"/>
              <a:t> </a:t>
            </a:r>
            <a:r>
              <a:rPr lang="en-US" err="1"/>
              <a:t>scelerisque</a:t>
            </a:r>
            <a:r>
              <a:rPr lang="en-US"/>
              <a:t>.</a:t>
            </a:r>
            <a:endParaRPr lang="en-US" b="1">
              <a:ea typeface="Verdana" panose="020B0604030504040204" pitchFamily="34" charset="0"/>
              <a:cs typeface="Verdana" panose="020B0604030504040204" pitchFamily="34" charset="0"/>
            </a:endParaRPr>
          </a:p>
          <a:p>
            <a:pPr marL="0" indent="0">
              <a:spcBef>
                <a:spcPts val="500"/>
              </a:spcBef>
              <a:spcAft>
                <a:spcPts val="200"/>
              </a:spcAft>
              <a:buNone/>
            </a:pPr>
            <a:r>
              <a:rPr lang="en-US" b="1">
                <a:ea typeface="Verdana" panose="020B0604030504040204" pitchFamily="34" charset="0"/>
                <a:cs typeface="Verdana" panose="020B0604030504040204" pitchFamily="34" charset="0"/>
              </a:rPr>
              <a:t>Long-term occupational exposure to noise </a:t>
            </a:r>
          </a:p>
          <a:p>
            <a:pPr marL="0" indent="0">
              <a:spcBef>
                <a:spcPts val="500"/>
              </a:spcBef>
              <a:spcAft>
                <a:spcPts val="200"/>
              </a:spcAft>
              <a:buNone/>
            </a:pPr>
            <a:r>
              <a:rPr lang="en-US"/>
              <a:t>especially high-frequency noise -&gt; leads to hearing </a:t>
            </a:r>
            <a:r>
              <a:rPr lang="en-US" err="1"/>
              <a:t>loss.can</a:t>
            </a:r>
            <a:r>
              <a:rPr lang="en-US"/>
              <a:t> lead to stress-related conditions such as hypertension</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p:txBody>
      </p:sp>
    </p:spTree>
    <p:extLst>
      <p:ext uri="{BB962C8B-B14F-4D97-AF65-F5344CB8AC3E}">
        <p14:creationId xmlns:p14="http://schemas.microsoft.com/office/powerpoint/2010/main" val="342411151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Header_subheader_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p:txBody>
          <a:bodyPr/>
          <a:lstStyle/>
          <a:p>
            <a:r>
              <a:rPr lang="en-US"/>
              <a:t>2 column/</a:t>
            </a:r>
            <a:r>
              <a:rPr lang="en-US" err="1"/>
              <a:t>subheader</a:t>
            </a:r>
            <a:r>
              <a:rPr lang="en-US"/>
              <a:t>/no art - Verdana reg 24pt</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6" y="975678"/>
            <a:ext cx="8058443" cy="380682"/>
          </a:xfrm>
          <a:prstGeom prst="rect">
            <a:avLst/>
          </a:prstGeom>
        </p:spPr>
        <p:txBody>
          <a:bodyPr lIns="0" tIns="0" rIns="0" bIns="0" anchor="ctr"/>
          <a:lstStyle>
            <a:lvl1pPr marL="0" indent="0">
              <a:buFontTx/>
              <a:buNone/>
              <a:defRPr sz="1600" b="1" i="0">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err="1"/>
              <a:t>Subheader</a:t>
            </a:r>
            <a:endParaRPr lang="en-US"/>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324802" y="1584642"/>
            <a:ext cx="8087678" cy="3160078"/>
          </a:xfrm>
          <a:prstGeom prst="rect">
            <a:avLst/>
          </a:prstGeom>
        </p:spPr>
        <p:txBody>
          <a:bodyPr lIns="0" tIns="0" rIns="0" bIns="0" numCol="2" spcCol="457200"/>
          <a:lstStyle>
            <a:lvl1pPr>
              <a:lnSpc>
                <a:spcPct val="110000"/>
              </a:lnSpc>
              <a:spcBef>
                <a:spcPts val="0"/>
              </a:spcBef>
              <a:defRPr sz="1400"/>
            </a:lvl1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r>
              <a:rPr lang="en-US"/>
              <a:t> </a:t>
            </a:r>
            <a:r>
              <a:rPr lang="en-US" err="1"/>
              <a:t>scelerisque</a:t>
            </a:r>
            <a:r>
              <a:rPr lang="en-US"/>
              <a:t>.</a:t>
            </a:r>
            <a:endParaRPr lang="en-US" b="1">
              <a:ea typeface="Verdana" panose="020B0604030504040204" pitchFamily="34" charset="0"/>
              <a:cs typeface="Verdana" panose="020B0604030504040204" pitchFamily="34" charset="0"/>
            </a:endParaRPr>
          </a:p>
          <a:p>
            <a:pPr marL="0" indent="0">
              <a:spcBef>
                <a:spcPts val="500"/>
              </a:spcBef>
              <a:spcAft>
                <a:spcPts val="200"/>
              </a:spcAft>
              <a:buNone/>
            </a:pPr>
            <a:r>
              <a:rPr lang="en-US" b="1">
                <a:ea typeface="Verdana" panose="020B0604030504040204" pitchFamily="34" charset="0"/>
                <a:cs typeface="Verdana" panose="020B0604030504040204" pitchFamily="34" charset="0"/>
              </a:rPr>
              <a:t>Long-term occupational exposure to</a:t>
            </a:r>
          </a:p>
          <a:p>
            <a:pPr marL="0" indent="0">
              <a:spcBef>
                <a:spcPts val="500"/>
              </a:spcBef>
              <a:spcAft>
                <a:spcPts val="200"/>
              </a:spcAft>
              <a:buNone/>
            </a:pPr>
            <a:r>
              <a:rPr lang="en-US"/>
              <a:t>especially high-frequency noise -&gt; leads to hearing </a:t>
            </a:r>
            <a:r>
              <a:rPr lang="en-US" err="1"/>
              <a:t>loss.can</a:t>
            </a:r>
            <a:r>
              <a:rPr lang="en-US"/>
              <a:t> lead to stress-related conditions such as hypertension</a:t>
            </a:r>
          </a:p>
          <a:p>
            <a:pPr marL="0" indent="0">
              <a:spcBef>
                <a:spcPts val="500"/>
              </a:spcBef>
              <a:spcAft>
                <a:spcPts val="200"/>
              </a:spcAft>
              <a:buNone/>
            </a:pPr>
            <a:endParaRPr lang="en-US" b="1">
              <a:ea typeface="Verdana" panose="020B0604030504040204" pitchFamily="34" charset="0"/>
              <a:cs typeface="Verdana" panose="020B0604030504040204" pitchFamily="34" charset="0"/>
            </a:endParaRP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marL="0" indent="0">
              <a:spcBef>
                <a:spcPts val="500"/>
              </a:spcBef>
              <a:spcAft>
                <a:spcPts val="200"/>
              </a:spcAft>
              <a:buNone/>
            </a:pPr>
            <a:r>
              <a:rPr lang="en-US" err="1"/>
              <a:t>ess</a:t>
            </a:r>
            <a:r>
              <a:rPr lang="en-US"/>
              <a:t> productive and have higher accident rates than quieter workplaces.</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a:p>
            <a:pPr>
              <a:spcBef>
                <a:spcPts val="500"/>
              </a:spcBef>
            </a:pPr>
            <a:endParaRPr lang="en-US"/>
          </a:p>
        </p:txBody>
      </p:sp>
    </p:spTree>
    <p:extLst>
      <p:ext uri="{BB962C8B-B14F-4D97-AF65-F5344CB8AC3E}">
        <p14:creationId xmlns:p14="http://schemas.microsoft.com/office/powerpoint/2010/main" val="320460318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Header_2column_no_sub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p:txBody>
          <a:bodyPr/>
          <a:lstStyle/>
          <a:p>
            <a:r>
              <a:rPr lang="en-US"/>
              <a:t>2 column/no </a:t>
            </a:r>
            <a:r>
              <a:rPr lang="en-US" err="1"/>
              <a:t>subheader</a:t>
            </a:r>
            <a:r>
              <a:rPr lang="en-US"/>
              <a:t>/no art - Verdana reg 24pt</a:t>
            </a:r>
          </a:p>
        </p:txBody>
      </p:sp>
      <p:sp>
        <p:nvSpPr>
          <p:cNvPr id="3" name="Text Placeholder 5">
            <a:extLst>
              <a:ext uri="{FF2B5EF4-FFF2-40B4-BE49-F238E27FC236}">
                <a16:creationId xmlns:a16="http://schemas.microsoft.com/office/drawing/2014/main" id="{193A67C6-FE89-F031-3E45-186EB4DB08A4}"/>
              </a:ext>
            </a:extLst>
          </p:cNvPr>
          <p:cNvSpPr>
            <a:spLocks noGrp="1"/>
          </p:cNvSpPr>
          <p:nvPr>
            <p:ph type="body" sz="quarter" idx="10" hasCustomPrompt="1"/>
          </p:nvPr>
        </p:nvSpPr>
        <p:spPr>
          <a:xfrm>
            <a:off x="308317" y="1082040"/>
            <a:ext cx="8046720" cy="3657600"/>
          </a:xfrm>
          <a:prstGeom prst="rect">
            <a:avLst/>
          </a:prstGeom>
        </p:spPr>
        <p:txBody>
          <a:bodyPr lIns="0" tIns="0" rIns="0" bIns="0" numCol="2" spcCol="457200"/>
          <a:lstStyle>
            <a:lvl1pPr marL="0" indent="0" algn="l">
              <a:lnSpc>
                <a:spcPct val="110000"/>
              </a:lnSpc>
              <a:spcBef>
                <a:spcPts val="0"/>
              </a:spcBef>
              <a:spcAft>
                <a:spcPts val="600"/>
              </a:spcAft>
              <a:buFontTx/>
              <a:buNone/>
              <a:tabLst/>
              <a:defRPr sz="1400" b="0" i="0">
                <a:latin typeface="Verdana" panose="020B0604030504040204" pitchFamily="34" charset="0"/>
                <a:ea typeface="Verdana" panose="020B0604030504040204" pitchFamily="34" charset="0"/>
                <a:cs typeface="Verdana" panose="020B0604030504040204" pitchFamily="34" charset="0"/>
              </a:defRPr>
            </a:lvl1pPr>
            <a:lvl2pPr marL="285750" indent="0" algn="l">
              <a:lnSpc>
                <a:spcPct val="110000"/>
              </a:lnSpc>
              <a:buFontTx/>
              <a:buNone/>
              <a:tabLst/>
              <a:defRPr sz="1400" b="0" i="0"/>
            </a:lvl2pPr>
            <a:lvl3pPr marL="528637" indent="0" algn="l">
              <a:lnSpc>
                <a:spcPct val="110000"/>
              </a:lnSpc>
              <a:buFontTx/>
              <a:buNone/>
              <a:tabLst/>
              <a:defRPr sz="1400" b="0" i="0"/>
            </a:lvl3pPr>
            <a:lvl4pPr marL="1200090" indent="-171442">
              <a:buFont typeface="Courier New" panose="02070309020205020404" pitchFamily="49" charset="0"/>
              <a:buChar char="o"/>
              <a:defRPr/>
            </a:lvl4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r>
              <a:rPr lang="en-US"/>
              <a:t> </a:t>
            </a:r>
            <a:r>
              <a:rPr lang="en-US" err="1"/>
              <a:t>scelerisque</a:t>
            </a:r>
            <a:r>
              <a:rPr lang="en-US"/>
              <a:t>.</a:t>
            </a:r>
            <a:endParaRPr lang="en-US" b="1">
              <a:ea typeface="Verdana" panose="020B0604030504040204" pitchFamily="34" charset="0"/>
              <a:cs typeface="Verdana" panose="020B0604030504040204" pitchFamily="34" charset="0"/>
            </a:endParaRPr>
          </a:p>
          <a:p>
            <a:pPr marL="0" indent="0">
              <a:spcBef>
                <a:spcPts val="500"/>
              </a:spcBef>
              <a:spcAft>
                <a:spcPts val="200"/>
              </a:spcAft>
              <a:buNone/>
            </a:pPr>
            <a:r>
              <a:rPr lang="en-US" b="1">
                <a:ea typeface="Verdana" panose="020B0604030504040204" pitchFamily="34" charset="0"/>
                <a:cs typeface="Verdana" panose="020B0604030504040204" pitchFamily="34" charset="0"/>
              </a:rPr>
              <a:t>Long-term occupational exposure to noise </a:t>
            </a:r>
          </a:p>
          <a:p>
            <a:pPr marL="0" indent="0">
              <a:spcBef>
                <a:spcPts val="500"/>
              </a:spcBef>
              <a:spcAft>
                <a:spcPts val="200"/>
              </a:spcAft>
              <a:buNone/>
            </a:pPr>
            <a:r>
              <a:rPr lang="en-US"/>
              <a:t>especially high-frequency noise -&gt; leads to hearing </a:t>
            </a:r>
            <a:r>
              <a:rPr lang="en-US" err="1"/>
              <a:t>loss.can</a:t>
            </a:r>
            <a:r>
              <a:rPr lang="en-US"/>
              <a:t> lead to stress-related conditions such as hypertension</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p:txBody>
      </p:sp>
    </p:spTree>
    <p:extLst>
      <p:ext uri="{BB962C8B-B14F-4D97-AF65-F5344CB8AC3E}">
        <p14:creationId xmlns:p14="http://schemas.microsoft.com/office/powerpoint/2010/main" val="324789876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Header_subheader_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p:txBody>
          <a:bodyPr/>
          <a:lstStyle/>
          <a:p>
            <a:r>
              <a:rPr lang="en-US"/>
              <a:t>3 column/</a:t>
            </a:r>
            <a:r>
              <a:rPr lang="en-US" err="1"/>
              <a:t>subheader</a:t>
            </a:r>
            <a:r>
              <a:rPr lang="en-US"/>
              <a:t>/no art - Verdana reg 24pt</a:t>
            </a:r>
          </a:p>
        </p:txBody>
      </p:sp>
      <p:sp>
        <p:nvSpPr>
          <p:cNvPr id="3" name="Text Placeholder 5">
            <a:extLst>
              <a:ext uri="{FF2B5EF4-FFF2-40B4-BE49-F238E27FC236}">
                <a16:creationId xmlns:a16="http://schemas.microsoft.com/office/drawing/2014/main" id="{193A67C6-FE89-F031-3E45-186EB4DB08A4}"/>
              </a:ext>
            </a:extLst>
          </p:cNvPr>
          <p:cNvSpPr>
            <a:spLocks noGrp="1"/>
          </p:cNvSpPr>
          <p:nvPr>
            <p:ph type="body" sz="quarter" idx="10" hasCustomPrompt="1"/>
          </p:nvPr>
        </p:nvSpPr>
        <p:spPr>
          <a:xfrm>
            <a:off x="308317" y="1493520"/>
            <a:ext cx="8046720" cy="3307080"/>
          </a:xfrm>
          <a:prstGeom prst="rect">
            <a:avLst/>
          </a:prstGeom>
        </p:spPr>
        <p:txBody>
          <a:bodyPr lIns="0" tIns="0" rIns="0" bIns="0" numCol="3" spcCol="457200"/>
          <a:lstStyle>
            <a:lvl1pPr marL="0" indent="0">
              <a:lnSpc>
                <a:spcPct val="110000"/>
              </a:lnSpc>
              <a:spcBef>
                <a:spcPts val="0"/>
              </a:spcBef>
              <a:spcAft>
                <a:spcPts val="600"/>
              </a:spcAft>
              <a:buFontTx/>
              <a:buNone/>
              <a:tabLst/>
              <a:defRPr sz="1400" b="0" i="0">
                <a:latin typeface="Verdana" panose="020B0604030504040204" pitchFamily="34" charset="0"/>
                <a:ea typeface="Verdana" panose="020B0604030504040204" pitchFamily="34" charset="0"/>
                <a:cs typeface="Verdana" panose="020B0604030504040204" pitchFamily="34" charset="0"/>
              </a:defRPr>
            </a:lvl1pPr>
            <a:lvl2pPr marL="0" indent="0">
              <a:lnSpc>
                <a:spcPct val="110000"/>
              </a:lnSpc>
              <a:buFontTx/>
              <a:buNone/>
              <a:tabLst/>
              <a:defRPr sz="1400" b="0" i="0"/>
            </a:lvl2pPr>
            <a:lvl3pPr marL="0" indent="0">
              <a:lnSpc>
                <a:spcPct val="110000"/>
              </a:lnSpc>
              <a:buFontTx/>
              <a:buNone/>
              <a:tabLst/>
              <a:defRPr sz="1400" b="0" i="0"/>
            </a:lvl3pPr>
            <a:lvl4pPr marL="1200090" indent="-171442">
              <a:buFont typeface="Courier New" panose="02070309020205020404" pitchFamily="49" charset="0"/>
              <a:buChar char="o"/>
              <a:defRPr/>
            </a:lvl4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r>
              <a:rPr lang="en-US"/>
              <a:t> </a:t>
            </a:r>
            <a:r>
              <a:rPr lang="en-US" err="1"/>
              <a:t>scelerisque</a:t>
            </a:r>
            <a:r>
              <a:rPr lang="en-US"/>
              <a:t>.</a:t>
            </a:r>
            <a:endParaRPr lang="en-US" b="1">
              <a:ea typeface="Verdana" panose="020B0604030504040204" pitchFamily="34" charset="0"/>
              <a:cs typeface="Verdana" panose="020B0604030504040204" pitchFamily="34" charset="0"/>
            </a:endParaRPr>
          </a:p>
          <a:p>
            <a:pPr marL="0" indent="0">
              <a:spcBef>
                <a:spcPts val="500"/>
              </a:spcBef>
              <a:spcAft>
                <a:spcPts val="200"/>
              </a:spcAft>
              <a:buNone/>
            </a:pPr>
            <a:endParaRPr lang="en-US" b="1">
              <a:ea typeface="Verdana" panose="020B0604030504040204" pitchFamily="34" charset="0"/>
              <a:cs typeface="Verdana" panose="020B0604030504040204" pitchFamily="34" charset="0"/>
            </a:endParaRPr>
          </a:p>
          <a:p>
            <a:pPr marL="0" indent="0">
              <a:spcBef>
                <a:spcPts val="500"/>
              </a:spcBef>
              <a:spcAft>
                <a:spcPts val="200"/>
              </a:spcAft>
              <a:buNone/>
            </a:pPr>
            <a:r>
              <a:rPr lang="en-US" b="1">
                <a:ea typeface="Verdana" panose="020B0604030504040204" pitchFamily="34" charset="0"/>
                <a:cs typeface="Verdana" panose="020B0604030504040204" pitchFamily="34" charset="0"/>
              </a:rPr>
              <a:t>Long-term occupational exposure to noise </a:t>
            </a:r>
          </a:p>
          <a:p>
            <a:pPr marL="0" indent="0">
              <a:spcBef>
                <a:spcPts val="500"/>
              </a:spcBef>
              <a:spcAft>
                <a:spcPts val="200"/>
              </a:spcAft>
              <a:buNone/>
            </a:pPr>
            <a:r>
              <a:rPr lang="en-US"/>
              <a:t>especially high-frequency noise -&gt; leads to hearing </a:t>
            </a:r>
            <a:r>
              <a:rPr lang="en-US" err="1"/>
              <a:t>loss.can</a:t>
            </a:r>
            <a:r>
              <a:rPr lang="en-US"/>
              <a:t> lead to stress-related conditions such as hypertension</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a:p>
            <a:pPr>
              <a:spcBef>
                <a:spcPts val="500"/>
              </a:spcBef>
            </a:pPr>
            <a:endParaRPr lang="en-US"/>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6" y="975678"/>
            <a:ext cx="8058443" cy="380682"/>
          </a:xfrm>
          <a:prstGeom prst="rect">
            <a:avLst/>
          </a:prstGeom>
        </p:spPr>
        <p:txBody>
          <a:bodyPr lIns="0" tIns="0" rIns="0" bIns="0" anchor="ctr"/>
          <a:lstStyle>
            <a:lvl1pPr marL="0" indent="0">
              <a:buFontTx/>
              <a:buNone/>
              <a:defRPr sz="1600" b="1" i="0">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err="1"/>
              <a:t>Subheader</a:t>
            </a:r>
            <a:endParaRPr lang="en-US"/>
          </a:p>
        </p:txBody>
      </p:sp>
    </p:spTree>
    <p:extLst>
      <p:ext uri="{BB962C8B-B14F-4D97-AF65-F5344CB8AC3E}">
        <p14:creationId xmlns:p14="http://schemas.microsoft.com/office/powerpoint/2010/main" val="176064335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Header_3column_no_sub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p:txBody>
          <a:bodyPr/>
          <a:lstStyle/>
          <a:p>
            <a:r>
              <a:rPr lang="en-US"/>
              <a:t>3 column/no </a:t>
            </a:r>
            <a:r>
              <a:rPr lang="en-US" err="1"/>
              <a:t>subheader</a:t>
            </a:r>
            <a:r>
              <a:rPr lang="en-US"/>
              <a:t>/no art - Verdana reg 24pt</a:t>
            </a:r>
          </a:p>
        </p:txBody>
      </p:sp>
      <p:sp>
        <p:nvSpPr>
          <p:cNvPr id="3" name="Text Placeholder 5">
            <a:extLst>
              <a:ext uri="{FF2B5EF4-FFF2-40B4-BE49-F238E27FC236}">
                <a16:creationId xmlns:a16="http://schemas.microsoft.com/office/drawing/2014/main" id="{193A67C6-FE89-F031-3E45-186EB4DB08A4}"/>
              </a:ext>
            </a:extLst>
          </p:cNvPr>
          <p:cNvSpPr>
            <a:spLocks noGrp="1"/>
          </p:cNvSpPr>
          <p:nvPr>
            <p:ph type="body" sz="quarter" idx="10" hasCustomPrompt="1"/>
          </p:nvPr>
        </p:nvSpPr>
        <p:spPr>
          <a:xfrm>
            <a:off x="308317" y="1066800"/>
            <a:ext cx="8046720" cy="3810000"/>
          </a:xfrm>
          <a:prstGeom prst="rect">
            <a:avLst/>
          </a:prstGeom>
        </p:spPr>
        <p:txBody>
          <a:bodyPr lIns="0" tIns="0" rIns="0" bIns="0" numCol="3" spcCol="457200"/>
          <a:lstStyle>
            <a:lvl1pPr marL="0" indent="0">
              <a:lnSpc>
                <a:spcPct val="110000"/>
              </a:lnSpc>
              <a:spcBef>
                <a:spcPts val="0"/>
              </a:spcBef>
              <a:spcAft>
                <a:spcPts val="600"/>
              </a:spcAft>
              <a:buFontTx/>
              <a:buNone/>
              <a:tabLst/>
              <a:defRPr sz="1400" b="0"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r>
              <a:rPr lang="en-US"/>
              <a:t> </a:t>
            </a:r>
            <a:r>
              <a:rPr lang="en-US" err="1"/>
              <a:t>scelerisque</a:t>
            </a:r>
            <a:r>
              <a:rPr lang="en-US"/>
              <a:t>.</a:t>
            </a:r>
            <a:endParaRPr lang="en-US" b="1">
              <a:ea typeface="Verdana" panose="020B0604030504040204" pitchFamily="34" charset="0"/>
              <a:cs typeface="Verdana" panose="020B0604030504040204" pitchFamily="34" charset="0"/>
            </a:endParaRPr>
          </a:p>
          <a:p>
            <a:pPr marL="0" indent="0">
              <a:spcBef>
                <a:spcPts val="500"/>
              </a:spcBef>
              <a:spcAft>
                <a:spcPts val="200"/>
              </a:spcAft>
              <a:buNone/>
            </a:pPr>
            <a:r>
              <a:rPr lang="en-US" b="1">
                <a:ea typeface="Verdana" panose="020B0604030504040204" pitchFamily="34" charset="0"/>
                <a:cs typeface="Verdana" panose="020B0604030504040204" pitchFamily="34" charset="0"/>
              </a:rPr>
              <a:t>Long-term occupational exposure</a:t>
            </a:r>
          </a:p>
          <a:p>
            <a:pPr marL="0" indent="0">
              <a:spcBef>
                <a:spcPts val="500"/>
              </a:spcBef>
              <a:spcAft>
                <a:spcPts val="200"/>
              </a:spcAft>
              <a:buNone/>
            </a:pPr>
            <a:r>
              <a:rPr lang="en-US"/>
              <a:t>especially high-frequency noise -&gt; leads to hearing </a:t>
            </a:r>
            <a:r>
              <a:rPr lang="en-US" err="1"/>
              <a:t>loss.can</a:t>
            </a:r>
            <a:r>
              <a:rPr lang="en-US"/>
              <a:t> lead to stress-related conditions such as hypertension</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a:p>
            <a:pPr>
              <a:spcBef>
                <a:spcPts val="500"/>
              </a:spcBef>
            </a:pPr>
            <a:endParaRPr lang="en-US"/>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a:p>
            <a:pPr marL="0" indent="0">
              <a:spcBef>
                <a:spcPts val="500"/>
              </a:spcBef>
              <a:spcAft>
                <a:spcPts val="200"/>
              </a:spcAft>
              <a:buNone/>
            </a:pPr>
            <a:r>
              <a:rPr lang="en-US" b="1">
                <a:ea typeface="Verdana" panose="020B0604030504040204" pitchFamily="34" charset="0"/>
                <a:cs typeface="Verdana" panose="020B0604030504040204" pitchFamily="34" charset="0"/>
              </a:rPr>
              <a:t>Noisy workplaces:</a:t>
            </a:r>
          </a:p>
          <a:p>
            <a:pPr>
              <a:spcBef>
                <a:spcPts val="500"/>
              </a:spcBef>
            </a:pPr>
            <a:r>
              <a:rPr lang="en-US" err="1"/>
              <a:t>ess</a:t>
            </a:r>
            <a:r>
              <a:rPr lang="en-US"/>
              <a:t> productive and have higher accident rates than quieter workplaces.</a:t>
            </a:r>
          </a:p>
          <a:p>
            <a:pPr>
              <a:spcBef>
                <a:spcPts val="500"/>
              </a:spcBef>
            </a:pPr>
            <a:endParaRPr lang="en-US"/>
          </a:p>
        </p:txBody>
      </p:sp>
    </p:spTree>
    <p:extLst>
      <p:ext uri="{BB962C8B-B14F-4D97-AF65-F5344CB8AC3E}">
        <p14:creationId xmlns:p14="http://schemas.microsoft.com/office/powerpoint/2010/main" val="241096567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able Template">
    <p:spTree>
      <p:nvGrpSpPr>
        <p:cNvPr id="1" name=""/>
        <p:cNvGrpSpPr/>
        <p:nvPr/>
      </p:nvGrpSpPr>
      <p:grpSpPr>
        <a:xfrm>
          <a:off x="0" y="0"/>
          <a:ext cx="0" cy="0"/>
          <a:chOff x="0" y="0"/>
          <a:chExt cx="0" cy="0"/>
        </a:xfrm>
      </p:grpSpPr>
      <p:sp>
        <p:nvSpPr>
          <p:cNvPr id="3" name="Table Placeholder 2">
            <a:extLst>
              <a:ext uri="{FF2B5EF4-FFF2-40B4-BE49-F238E27FC236}">
                <a16:creationId xmlns:a16="http://schemas.microsoft.com/office/drawing/2014/main" id="{DCCB1896-1A05-54F1-B208-BC9F99E015D5}"/>
              </a:ext>
            </a:extLst>
          </p:cNvPr>
          <p:cNvSpPr>
            <a:spLocks noGrp="1"/>
          </p:cNvSpPr>
          <p:nvPr>
            <p:ph type="tbl" sz="quarter" idx="10"/>
          </p:nvPr>
        </p:nvSpPr>
        <p:spPr>
          <a:xfrm>
            <a:off x="965200" y="1117600"/>
            <a:ext cx="6362700" cy="3657600"/>
          </a:xfrm>
          <a:prstGeom prst="rect">
            <a:avLst/>
          </a:prstGeom>
        </p:spPr>
        <p:txBody>
          <a:bodyPr/>
          <a:lstStyle/>
          <a:p>
            <a:endParaRPr lang="en-US" dirty="0"/>
          </a:p>
        </p:txBody>
      </p:sp>
      <p:sp>
        <p:nvSpPr>
          <p:cNvPr id="6" name="Title 1">
            <a:extLst>
              <a:ext uri="{FF2B5EF4-FFF2-40B4-BE49-F238E27FC236}">
                <a16:creationId xmlns:a16="http://schemas.microsoft.com/office/drawing/2014/main" id="{017EA71E-876C-B734-8C26-B708C7008FA7}"/>
              </a:ext>
            </a:extLst>
          </p:cNvPr>
          <p:cNvSpPr>
            <a:spLocks noGrp="1"/>
          </p:cNvSpPr>
          <p:nvPr>
            <p:ph type="title" hasCustomPrompt="1"/>
          </p:nvPr>
        </p:nvSpPr>
        <p:spPr>
          <a:xfrm>
            <a:off x="308317" y="259083"/>
            <a:ext cx="8043203" cy="548637"/>
          </a:xfrm>
        </p:spPr>
        <p:txBody>
          <a:bodyPr/>
          <a:lstStyle/>
          <a:p>
            <a:r>
              <a:rPr lang="en-US"/>
              <a:t>Table template</a:t>
            </a:r>
          </a:p>
        </p:txBody>
      </p:sp>
    </p:spTree>
    <p:extLst>
      <p:ext uri="{BB962C8B-B14F-4D97-AF65-F5344CB8AC3E}">
        <p14:creationId xmlns:p14="http://schemas.microsoft.com/office/powerpoint/2010/main" val="1490725838"/>
      </p:ext>
    </p:extLst>
  </p:cSld>
  <p:clrMapOvr>
    <a:masterClrMapping/>
  </p:clrMapOvr>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ctivity_Blue">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3450" y="-2647950"/>
            <a:ext cx="508000" cy="7454900"/>
          </a:xfrm>
          <a:prstGeom prst="rect">
            <a:avLst/>
          </a:prstGeom>
          <a:gradFill>
            <a:gsLst>
              <a:gs pos="100000">
                <a:schemeClr val="accent5">
                  <a:lumMod val="25000"/>
                </a:schemeClr>
              </a:gs>
              <a:gs pos="35000">
                <a:srgbClr val="085269">
                  <a:alpha val="41000"/>
                </a:srgbClr>
              </a:gs>
              <a:gs pos="6000">
                <a:srgbClr val="085269"/>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3"/>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a:t>Activity</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7" y="828942"/>
            <a:ext cx="4162084" cy="504558"/>
          </a:xfrm>
          <a:prstGeom prst="rect">
            <a:avLst/>
          </a:prstGeom>
        </p:spPr>
        <p:txBody>
          <a:bodyPr lIns="0" tIns="0" rIns="0" bIns="0" anchor="ctr"/>
          <a:lstStyle>
            <a:lvl1pPr marL="0" indent="0">
              <a:buFontTx/>
              <a:buNone/>
              <a:defRPr sz="16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2" y="1587500"/>
            <a:ext cx="6837998" cy="3157220"/>
          </a:xfrm>
          <a:prstGeom prst="rect">
            <a:avLst/>
          </a:prstGeom>
        </p:spPr>
        <p:txBody>
          <a:bodyPr lIns="0" tIns="0" rIns="0" bIns="0" numCol="1" spcCol="457200" anchor="t"/>
          <a:lstStyle>
            <a:lvl1pPr>
              <a:lnSpc>
                <a:spcPct val="110000"/>
              </a:lnSpc>
              <a:spcBef>
                <a:spcPts val="0"/>
              </a:spcBef>
              <a:defRPr sz="1400"/>
            </a:lvl1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endParaRPr lang="en-US"/>
          </a:p>
        </p:txBody>
      </p:sp>
      <p:sp>
        <p:nvSpPr>
          <p:cNvPr id="8" name="Picture Placeholder 28">
            <a:extLst>
              <a:ext uri="{FF2B5EF4-FFF2-40B4-BE49-F238E27FC236}">
                <a16:creationId xmlns:a16="http://schemas.microsoft.com/office/drawing/2014/main" id="{60FFE3F7-E446-FF36-0F8A-42165C7D5D89}"/>
              </a:ext>
            </a:extLst>
          </p:cNvPr>
          <p:cNvSpPr>
            <a:spLocks noGrp="1"/>
          </p:cNvSpPr>
          <p:nvPr>
            <p:ph type="pic" sz="quarter" idx="25"/>
          </p:nvPr>
        </p:nvSpPr>
        <p:spPr>
          <a:xfrm>
            <a:off x="7444418" y="3631023"/>
            <a:ext cx="1098102" cy="1074326"/>
          </a:xfrm>
          <a:prstGeom prst="rect">
            <a:avLst/>
          </a:prstGeom>
        </p:spPr>
        <p:txBody>
          <a:bodyPr/>
          <a:lstStyle>
            <a:lvl1pPr>
              <a:defRPr sz="900"/>
            </a:lvl1pPr>
          </a:lstStyle>
          <a:p>
            <a:endParaRPr lang="en-US" dirty="0"/>
          </a:p>
        </p:txBody>
      </p:sp>
      <p:sp>
        <p:nvSpPr>
          <p:cNvPr id="9" name="Picture Placeholder 28">
            <a:extLst>
              <a:ext uri="{FF2B5EF4-FFF2-40B4-BE49-F238E27FC236}">
                <a16:creationId xmlns:a16="http://schemas.microsoft.com/office/drawing/2014/main" id="{00619165-3676-03B9-94B9-FDC17E37B136}"/>
              </a:ext>
            </a:extLst>
          </p:cNvPr>
          <p:cNvSpPr>
            <a:spLocks noGrp="1"/>
          </p:cNvSpPr>
          <p:nvPr>
            <p:ph type="pic" sz="quarter" idx="26"/>
          </p:nvPr>
        </p:nvSpPr>
        <p:spPr>
          <a:xfrm>
            <a:off x="7431718" y="2284823"/>
            <a:ext cx="1098102" cy="1074326"/>
          </a:xfrm>
          <a:prstGeom prst="rect">
            <a:avLst/>
          </a:prstGeom>
        </p:spPr>
        <p:txBody>
          <a:bodyPr/>
          <a:lstStyle>
            <a:lvl1pPr>
              <a:defRPr sz="900"/>
            </a:lvl1pPr>
          </a:lstStyle>
          <a:p>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6" y="365226"/>
            <a:ext cx="1367327" cy="1367327"/>
          </a:xfrm>
          <a:prstGeom prst="ellipse">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212320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Activity_Red">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3450" y="-2647950"/>
            <a:ext cx="508000" cy="7454900"/>
          </a:xfrm>
          <a:prstGeom prst="rect">
            <a:avLst/>
          </a:prstGeom>
          <a:gradFill>
            <a:gsLst>
              <a:gs pos="85000">
                <a:srgbClr val="94130E"/>
              </a:gs>
              <a:gs pos="27000">
                <a:srgbClr val="94130E">
                  <a:alpha val="57008"/>
                </a:srgbClr>
              </a:gs>
              <a:gs pos="7000">
                <a:srgbClr val="94130E"/>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3"/>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a:t>Activity</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7" y="828942"/>
            <a:ext cx="4162084" cy="504558"/>
          </a:xfrm>
          <a:prstGeom prst="rect">
            <a:avLst/>
          </a:prstGeom>
        </p:spPr>
        <p:txBody>
          <a:bodyPr lIns="0" tIns="0" rIns="0" bIns="0" anchor="ctr"/>
          <a:lstStyle>
            <a:lvl1pPr marL="0" indent="0">
              <a:buFontTx/>
              <a:buNone/>
              <a:defRPr sz="16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2" y="1587500"/>
            <a:ext cx="6837998" cy="3157220"/>
          </a:xfrm>
          <a:prstGeom prst="rect">
            <a:avLst/>
          </a:prstGeom>
        </p:spPr>
        <p:txBody>
          <a:bodyPr lIns="0" tIns="0" rIns="0" bIns="0" numCol="1" spcCol="457200" anchor="t"/>
          <a:lstStyle>
            <a:lvl1pPr>
              <a:lnSpc>
                <a:spcPct val="110000"/>
              </a:lnSpc>
              <a:spcBef>
                <a:spcPts val="0"/>
              </a:spcBef>
              <a:defRPr sz="1400"/>
            </a:lvl1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endParaRPr lang="en-US"/>
          </a:p>
        </p:txBody>
      </p:sp>
      <p:sp>
        <p:nvSpPr>
          <p:cNvPr id="8" name="Picture Placeholder 28">
            <a:extLst>
              <a:ext uri="{FF2B5EF4-FFF2-40B4-BE49-F238E27FC236}">
                <a16:creationId xmlns:a16="http://schemas.microsoft.com/office/drawing/2014/main" id="{60FFE3F7-E446-FF36-0F8A-42165C7D5D89}"/>
              </a:ext>
            </a:extLst>
          </p:cNvPr>
          <p:cNvSpPr>
            <a:spLocks noGrp="1"/>
          </p:cNvSpPr>
          <p:nvPr>
            <p:ph type="pic" sz="quarter" idx="25"/>
          </p:nvPr>
        </p:nvSpPr>
        <p:spPr>
          <a:xfrm>
            <a:off x="7444418" y="3631023"/>
            <a:ext cx="1098102" cy="1074326"/>
          </a:xfrm>
          <a:prstGeom prst="rect">
            <a:avLst/>
          </a:prstGeom>
        </p:spPr>
        <p:txBody>
          <a:bodyPr/>
          <a:lstStyle>
            <a:lvl1pPr>
              <a:defRPr sz="900"/>
            </a:lvl1pPr>
          </a:lstStyle>
          <a:p>
            <a:endParaRPr lang="en-US" dirty="0"/>
          </a:p>
        </p:txBody>
      </p:sp>
      <p:sp>
        <p:nvSpPr>
          <p:cNvPr id="9" name="Picture Placeholder 28">
            <a:extLst>
              <a:ext uri="{FF2B5EF4-FFF2-40B4-BE49-F238E27FC236}">
                <a16:creationId xmlns:a16="http://schemas.microsoft.com/office/drawing/2014/main" id="{00619165-3676-03B9-94B9-FDC17E37B136}"/>
              </a:ext>
            </a:extLst>
          </p:cNvPr>
          <p:cNvSpPr>
            <a:spLocks noGrp="1"/>
          </p:cNvSpPr>
          <p:nvPr>
            <p:ph type="pic" sz="quarter" idx="26"/>
          </p:nvPr>
        </p:nvSpPr>
        <p:spPr>
          <a:xfrm>
            <a:off x="7431718" y="2284823"/>
            <a:ext cx="1098102" cy="1074326"/>
          </a:xfrm>
          <a:prstGeom prst="rect">
            <a:avLst/>
          </a:prstGeom>
        </p:spPr>
        <p:txBody>
          <a:bodyPr/>
          <a:lstStyle>
            <a:lvl1pPr>
              <a:defRPr sz="900"/>
            </a:lvl1pPr>
          </a:lstStyle>
          <a:p>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6" y="365226"/>
            <a:ext cx="1367327" cy="1367327"/>
          </a:xfrm>
          <a:prstGeom prst="ellipse">
            <a:avLst/>
          </a:prstGeom>
          <a:solidFill>
            <a:srgbClr val="9413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7814558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Activity_Green">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3450" y="-2647950"/>
            <a:ext cx="508000" cy="7454900"/>
          </a:xfrm>
          <a:prstGeom prst="rect">
            <a:avLst/>
          </a:prstGeom>
          <a:gradFill>
            <a:gsLst>
              <a:gs pos="75000">
                <a:srgbClr val="009487"/>
              </a:gs>
              <a:gs pos="36000">
                <a:srgbClr val="009487">
                  <a:alpha val="40740"/>
                </a:srgbClr>
              </a:gs>
              <a:gs pos="0">
                <a:srgbClr val="009487"/>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3"/>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a:t>Activity</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7" y="828942"/>
            <a:ext cx="4162084" cy="504558"/>
          </a:xfrm>
          <a:prstGeom prst="rect">
            <a:avLst/>
          </a:prstGeom>
        </p:spPr>
        <p:txBody>
          <a:bodyPr lIns="0" tIns="0" rIns="0" bIns="0" anchor="ctr"/>
          <a:lstStyle>
            <a:lvl1pPr marL="0" indent="0">
              <a:buFontTx/>
              <a:buNone/>
              <a:defRPr sz="16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2" y="1587500"/>
            <a:ext cx="6837998" cy="3157220"/>
          </a:xfrm>
          <a:prstGeom prst="rect">
            <a:avLst/>
          </a:prstGeom>
        </p:spPr>
        <p:txBody>
          <a:bodyPr lIns="0" tIns="0" rIns="0" bIns="0" numCol="1" spcCol="457200" anchor="t"/>
          <a:lstStyle>
            <a:lvl1pPr>
              <a:lnSpc>
                <a:spcPct val="110000"/>
              </a:lnSpc>
              <a:spcBef>
                <a:spcPts val="0"/>
              </a:spcBef>
              <a:defRPr sz="1400"/>
            </a:lvl1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endParaRPr lang="en-US"/>
          </a:p>
        </p:txBody>
      </p:sp>
      <p:sp>
        <p:nvSpPr>
          <p:cNvPr id="8" name="Picture Placeholder 28">
            <a:extLst>
              <a:ext uri="{FF2B5EF4-FFF2-40B4-BE49-F238E27FC236}">
                <a16:creationId xmlns:a16="http://schemas.microsoft.com/office/drawing/2014/main" id="{60FFE3F7-E446-FF36-0F8A-42165C7D5D89}"/>
              </a:ext>
            </a:extLst>
          </p:cNvPr>
          <p:cNvSpPr>
            <a:spLocks noGrp="1"/>
          </p:cNvSpPr>
          <p:nvPr>
            <p:ph type="pic" sz="quarter" idx="25"/>
          </p:nvPr>
        </p:nvSpPr>
        <p:spPr>
          <a:xfrm>
            <a:off x="7444418" y="3631023"/>
            <a:ext cx="1098102" cy="1074326"/>
          </a:xfrm>
          <a:prstGeom prst="rect">
            <a:avLst/>
          </a:prstGeom>
        </p:spPr>
        <p:txBody>
          <a:bodyPr/>
          <a:lstStyle>
            <a:lvl1pPr>
              <a:defRPr sz="900"/>
            </a:lvl1pPr>
          </a:lstStyle>
          <a:p>
            <a:endParaRPr lang="en-US" dirty="0"/>
          </a:p>
        </p:txBody>
      </p:sp>
      <p:sp>
        <p:nvSpPr>
          <p:cNvPr id="9" name="Picture Placeholder 28">
            <a:extLst>
              <a:ext uri="{FF2B5EF4-FFF2-40B4-BE49-F238E27FC236}">
                <a16:creationId xmlns:a16="http://schemas.microsoft.com/office/drawing/2014/main" id="{00619165-3676-03B9-94B9-FDC17E37B136}"/>
              </a:ext>
            </a:extLst>
          </p:cNvPr>
          <p:cNvSpPr>
            <a:spLocks noGrp="1"/>
          </p:cNvSpPr>
          <p:nvPr>
            <p:ph type="pic" sz="quarter" idx="26"/>
          </p:nvPr>
        </p:nvSpPr>
        <p:spPr>
          <a:xfrm>
            <a:off x="7431718" y="2284823"/>
            <a:ext cx="1098102" cy="1074326"/>
          </a:xfrm>
          <a:prstGeom prst="rect">
            <a:avLst/>
          </a:prstGeom>
        </p:spPr>
        <p:txBody>
          <a:bodyPr/>
          <a:lstStyle>
            <a:lvl1pPr>
              <a:defRPr sz="900"/>
            </a:lvl1pPr>
          </a:lstStyle>
          <a:p>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6" y="365226"/>
            <a:ext cx="1367327" cy="1367327"/>
          </a:xfrm>
          <a:prstGeom prst="ellipse">
            <a:avLst/>
          </a:prstGeom>
          <a:solidFill>
            <a:srgbClr val="009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91556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Activity_LightBlue">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478835" y="-2653336"/>
            <a:ext cx="508000" cy="7465671"/>
          </a:xfrm>
          <a:prstGeom prst="rect">
            <a:avLst/>
          </a:prstGeom>
          <a:gradFill>
            <a:gsLst>
              <a:gs pos="74000">
                <a:schemeClr val="accent5">
                  <a:lumMod val="90000"/>
                </a:schemeClr>
              </a:gs>
              <a:gs pos="36000">
                <a:schemeClr val="accent5">
                  <a:lumMod val="90000"/>
                  <a:alpha val="32880"/>
                </a:schemeClr>
              </a:gs>
              <a:gs pos="0">
                <a:schemeClr val="accent5">
                  <a:lumMod val="9000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3"/>
            <a:ext cx="8043203" cy="426717"/>
          </a:xfrm>
        </p:spPr>
        <p:txBody>
          <a:bodyPr anchor="ctr"/>
          <a:lstStyle>
            <a:lvl1pPr>
              <a:defRPr b="1"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a:t>Activity</a:t>
            </a:r>
          </a:p>
        </p:txBody>
      </p:sp>
      <p:sp>
        <p:nvSpPr>
          <p:cNvPr id="4" name="Text Placeholder 7">
            <a:extLst>
              <a:ext uri="{FF2B5EF4-FFF2-40B4-BE49-F238E27FC236}">
                <a16:creationId xmlns:a16="http://schemas.microsoft.com/office/drawing/2014/main" id="{1BC7642F-0776-E115-26D2-E37C96150F09}"/>
              </a:ext>
            </a:extLst>
          </p:cNvPr>
          <p:cNvSpPr>
            <a:spLocks noGrp="1"/>
          </p:cNvSpPr>
          <p:nvPr>
            <p:ph type="body" sz="quarter" idx="11" hasCustomPrompt="1"/>
          </p:nvPr>
        </p:nvSpPr>
        <p:spPr>
          <a:xfrm>
            <a:off x="308317" y="828942"/>
            <a:ext cx="4162084" cy="504558"/>
          </a:xfrm>
          <a:prstGeom prst="rect">
            <a:avLst/>
          </a:prstGeom>
        </p:spPr>
        <p:txBody>
          <a:bodyPr lIns="0" tIns="0" rIns="0" bIns="0" anchor="ctr"/>
          <a:lstStyle>
            <a:lvl1pPr marL="0" indent="0">
              <a:buFontTx/>
              <a:buNone/>
              <a:defRPr sz="1600" b="1"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a:t>Activity Name</a:t>
            </a:r>
          </a:p>
        </p:txBody>
      </p:sp>
      <p:sp>
        <p:nvSpPr>
          <p:cNvPr id="6" name="Text Placeholder 5">
            <a:extLst>
              <a:ext uri="{FF2B5EF4-FFF2-40B4-BE49-F238E27FC236}">
                <a16:creationId xmlns:a16="http://schemas.microsoft.com/office/drawing/2014/main" id="{CEF7ABCD-6B66-86EA-7A3C-8B03B3A6BFA1}"/>
              </a:ext>
            </a:extLst>
          </p:cNvPr>
          <p:cNvSpPr>
            <a:spLocks noGrp="1"/>
          </p:cNvSpPr>
          <p:nvPr>
            <p:ph type="body" sz="quarter" idx="12" hasCustomPrompt="1"/>
          </p:nvPr>
        </p:nvSpPr>
        <p:spPr>
          <a:xfrm>
            <a:off x="299402" y="1587500"/>
            <a:ext cx="6837998" cy="3157220"/>
          </a:xfrm>
          <a:prstGeom prst="rect">
            <a:avLst/>
          </a:prstGeom>
        </p:spPr>
        <p:txBody>
          <a:bodyPr lIns="0" tIns="0" rIns="0" bIns="0" numCol="1" spcCol="457200" anchor="t"/>
          <a:lstStyle>
            <a:lvl1pPr>
              <a:lnSpc>
                <a:spcPct val="110000"/>
              </a:lnSpc>
              <a:spcBef>
                <a:spcPts val="0"/>
              </a:spcBef>
              <a:defRPr sz="1400"/>
            </a:lvl1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 Aenean </a:t>
            </a:r>
            <a:r>
              <a:rPr lang="en-US" err="1"/>
              <a:t>aliquet</a:t>
            </a:r>
            <a:r>
              <a:rPr lang="en-US"/>
              <a:t> </a:t>
            </a:r>
            <a:r>
              <a:rPr lang="en-US" err="1"/>
              <a:t>est</a:t>
            </a:r>
            <a:r>
              <a:rPr lang="en-US"/>
              <a:t> </a:t>
            </a:r>
            <a:r>
              <a:rPr lang="en-US" err="1"/>
              <a:t>elit</a:t>
            </a:r>
            <a:r>
              <a:rPr lang="en-US"/>
              <a:t>, sed </a:t>
            </a:r>
            <a:r>
              <a:rPr lang="en-US" err="1"/>
              <a:t>dapibus</a:t>
            </a:r>
            <a:r>
              <a:rPr lang="en-US"/>
              <a:t> </a:t>
            </a:r>
            <a:r>
              <a:rPr lang="en-US" err="1"/>
              <a:t>odio</a:t>
            </a:r>
            <a:r>
              <a:rPr lang="en-US"/>
              <a:t> pulvinar sit </a:t>
            </a:r>
            <a:r>
              <a:rPr lang="en-US" err="1"/>
              <a:t>amet</a:t>
            </a:r>
            <a:r>
              <a:rPr lang="en-US"/>
              <a:t>. </a:t>
            </a:r>
            <a:r>
              <a:rPr lang="en-US" err="1"/>
              <a:t>Suspendisse</a:t>
            </a:r>
            <a:r>
              <a:rPr lang="en-US"/>
              <a:t> </a:t>
            </a:r>
            <a:r>
              <a:rPr lang="en-US" err="1"/>
              <a:t>blandit</a:t>
            </a:r>
            <a:r>
              <a:rPr lang="en-US"/>
              <a:t> </a:t>
            </a:r>
            <a:r>
              <a:rPr lang="en-US" err="1"/>
              <a:t>nulla</a:t>
            </a:r>
            <a:r>
              <a:rPr lang="en-US"/>
              <a:t> non </a:t>
            </a:r>
            <a:r>
              <a:rPr lang="en-US" err="1"/>
              <a:t>tristique</a:t>
            </a:r>
            <a:endParaRPr lang="en-US"/>
          </a:p>
        </p:txBody>
      </p:sp>
      <p:sp>
        <p:nvSpPr>
          <p:cNvPr id="8" name="Picture Placeholder 28">
            <a:extLst>
              <a:ext uri="{FF2B5EF4-FFF2-40B4-BE49-F238E27FC236}">
                <a16:creationId xmlns:a16="http://schemas.microsoft.com/office/drawing/2014/main" id="{60FFE3F7-E446-FF36-0F8A-42165C7D5D89}"/>
              </a:ext>
            </a:extLst>
          </p:cNvPr>
          <p:cNvSpPr>
            <a:spLocks noGrp="1"/>
          </p:cNvSpPr>
          <p:nvPr>
            <p:ph type="pic" sz="quarter" idx="25"/>
          </p:nvPr>
        </p:nvSpPr>
        <p:spPr>
          <a:xfrm>
            <a:off x="7444418" y="3631023"/>
            <a:ext cx="1098102" cy="1074326"/>
          </a:xfrm>
          <a:prstGeom prst="rect">
            <a:avLst/>
          </a:prstGeom>
        </p:spPr>
        <p:txBody>
          <a:bodyPr/>
          <a:lstStyle>
            <a:lvl1pPr>
              <a:defRPr sz="900"/>
            </a:lvl1pPr>
          </a:lstStyle>
          <a:p>
            <a:endParaRPr lang="en-US" dirty="0"/>
          </a:p>
        </p:txBody>
      </p:sp>
      <p:sp>
        <p:nvSpPr>
          <p:cNvPr id="9" name="Picture Placeholder 28">
            <a:extLst>
              <a:ext uri="{FF2B5EF4-FFF2-40B4-BE49-F238E27FC236}">
                <a16:creationId xmlns:a16="http://schemas.microsoft.com/office/drawing/2014/main" id="{00619165-3676-03B9-94B9-FDC17E37B136}"/>
              </a:ext>
            </a:extLst>
          </p:cNvPr>
          <p:cNvSpPr>
            <a:spLocks noGrp="1"/>
          </p:cNvSpPr>
          <p:nvPr>
            <p:ph type="pic" sz="quarter" idx="26"/>
          </p:nvPr>
        </p:nvSpPr>
        <p:spPr>
          <a:xfrm>
            <a:off x="7431718" y="2284823"/>
            <a:ext cx="1098102" cy="1074326"/>
          </a:xfrm>
          <a:prstGeom prst="rect">
            <a:avLst/>
          </a:prstGeom>
        </p:spPr>
        <p:txBody>
          <a:bodyPr/>
          <a:lstStyle>
            <a:lvl1pPr>
              <a:defRPr sz="900"/>
            </a:lvl1pPr>
          </a:lstStyle>
          <a:p>
            <a:endParaRPr lang="en-US" dirty="0"/>
          </a:p>
        </p:txBody>
      </p:sp>
      <p:sp>
        <p:nvSpPr>
          <p:cNvPr id="11" name="Oval 10">
            <a:extLst>
              <a:ext uri="{FF2B5EF4-FFF2-40B4-BE49-F238E27FC236}">
                <a16:creationId xmlns:a16="http://schemas.microsoft.com/office/drawing/2014/main" id="{950A34B6-1F0E-35C5-C279-C41F7CC6FB41}"/>
              </a:ext>
            </a:extLst>
          </p:cNvPr>
          <p:cNvSpPr/>
          <p:nvPr userDrawn="1"/>
        </p:nvSpPr>
        <p:spPr>
          <a:xfrm>
            <a:off x="7311276" y="365226"/>
            <a:ext cx="1367327" cy="1367327"/>
          </a:xfrm>
          <a:prstGeom prst="ellipse">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965358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Activity2_LightBlue">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3"/>
            <a:ext cx="8043203" cy="426717"/>
          </a:xfrm>
        </p:spPr>
        <p:txBody>
          <a:bodyPr anchor="ctr"/>
          <a:lstStyle>
            <a:lvl1pPr>
              <a:defRPr sz="24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a:t>Activity</a:t>
            </a: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737840" y="-2977372"/>
            <a:ext cx="195121" cy="7670802"/>
          </a:xfrm>
          <a:prstGeom prst="rect">
            <a:avLst/>
          </a:prstGeom>
          <a:gradFill>
            <a:gsLst>
              <a:gs pos="100000">
                <a:srgbClr val="9EE3F8">
                  <a:lumMod val="84335"/>
                </a:srgbClr>
              </a:gs>
              <a:gs pos="50000">
                <a:srgbClr val="9EE3F8">
                  <a:alpha val="58000"/>
                </a:srgbClr>
              </a:gs>
              <a:gs pos="0">
                <a:schemeClr val="bg2">
                  <a:lumMod val="80914"/>
                  <a:lumOff val="19086"/>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11" name="Oval 10">
            <a:extLst>
              <a:ext uri="{FF2B5EF4-FFF2-40B4-BE49-F238E27FC236}">
                <a16:creationId xmlns:a16="http://schemas.microsoft.com/office/drawing/2014/main" id="{950A34B6-1F0E-35C5-C279-C41F7CC6FB41}"/>
              </a:ext>
            </a:extLst>
          </p:cNvPr>
          <p:cNvSpPr/>
          <p:nvPr userDrawn="1"/>
        </p:nvSpPr>
        <p:spPr>
          <a:xfrm>
            <a:off x="7504317" y="165803"/>
            <a:ext cx="1212964" cy="121296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8088144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Activity2_LightBlue">
    <p:spTree>
      <p:nvGrpSpPr>
        <p:cNvPr id="1" name=""/>
        <p:cNvGrpSpPr/>
        <p:nvPr/>
      </p:nvGrpSpPr>
      <p:grpSpPr>
        <a:xfrm>
          <a:off x="0" y="0"/>
          <a:ext cx="0" cy="0"/>
          <a:chOff x="0" y="0"/>
          <a:chExt cx="0" cy="0"/>
        </a:xfrm>
      </p:grpSpPr>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3"/>
            <a:ext cx="8043203" cy="426717"/>
          </a:xfrm>
        </p:spPr>
        <p:txBody>
          <a:bodyPr anchor="ctr"/>
          <a:lstStyle>
            <a:lvl1pPr>
              <a:defRPr sz="24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a:t>Activity</a:t>
            </a:r>
          </a:p>
        </p:txBody>
      </p:sp>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4160383" y="-3399916"/>
            <a:ext cx="191639" cy="8512407"/>
          </a:xfrm>
          <a:prstGeom prst="rect">
            <a:avLst/>
          </a:prstGeom>
          <a:gradFill>
            <a:gsLst>
              <a:gs pos="100000">
                <a:srgbClr val="9EE3F8">
                  <a:lumMod val="84335"/>
                </a:srgbClr>
              </a:gs>
              <a:gs pos="34000">
                <a:srgbClr val="9EE3F8">
                  <a:alpha val="58000"/>
                </a:srgbClr>
              </a:gs>
              <a:gs pos="0">
                <a:schemeClr val="bg2">
                  <a:lumMod val="80914"/>
                  <a:lumOff val="19086"/>
                  <a:alpha val="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228444387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Remembe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422618" y="1554483"/>
            <a:ext cx="3793782" cy="312417"/>
          </a:xfrm>
        </p:spPr>
        <p:txBody>
          <a:bodyPr/>
          <a:lstStyle>
            <a:lvl1pPr>
              <a:defRPr sz="1800" b="1" i="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Learning Objectives</a:t>
            </a:r>
          </a:p>
        </p:txBody>
      </p:sp>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422617" y="2040199"/>
            <a:ext cx="3895383" cy="1579302"/>
          </a:xfrm>
          <a:prstGeom prst="rect">
            <a:avLst/>
          </a:prstGeom>
        </p:spPr>
        <p:txBody>
          <a:bodyPr lIns="0" tIns="0" rIns="0" bIns="0"/>
          <a:lstStyle>
            <a:lvl1pPr marL="230188" indent="-230188">
              <a:lnSpc>
                <a:spcPct val="110000"/>
              </a:lnSpc>
              <a:spcBef>
                <a:spcPts val="500"/>
              </a:spcBef>
              <a:spcAft>
                <a:spcPts val="0"/>
              </a:spcAft>
              <a:buFont typeface="Arial" panose="020B0604020202020204" pitchFamily="34" charset="0"/>
              <a:buChar char="•"/>
              <a:tabLst/>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p>
          <a:p>
            <a:pPr lvl="0"/>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a:t>
            </a:r>
          </a:p>
          <a:p>
            <a:pPr lvl="0"/>
            <a:r>
              <a:rPr lang="en-US"/>
              <a:t>Aenean ex, lacinia at dolor </a:t>
            </a:r>
            <a:r>
              <a:rPr lang="en-US" err="1"/>
              <a:t>accumsan</a:t>
            </a:r>
            <a:r>
              <a:rPr lang="en-US"/>
              <a:t>, </a:t>
            </a:r>
            <a:r>
              <a:rPr lang="en-US" err="1"/>
              <a:t>tincidunt</a:t>
            </a:r>
            <a:r>
              <a:rPr lang="en-US"/>
              <a:t> </a:t>
            </a:r>
            <a:r>
              <a:rPr lang="en-US" err="1"/>
              <a:t>iaculis</a:t>
            </a:r>
            <a:r>
              <a:rPr lang="en-US"/>
              <a:t> </a:t>
            </a:r>
            <a:r>
              <a:rPr lang="en-US" err="1"/>
              <a:t>urna</a:t>
            </a:r>
            <a:r>
              <a:rPr lang="en-US"/>
              <a:t>. Vestibulum </a:t>
            </a:r>
          </a:p>
        </p:txBody>
      </p:sp>
    </p:spTree>
    <p:extLst>
      <p:ext uri="{BB962C8B-B14F-4D97-AF65-F5344CB8AC3E}">
        <p14:creationId xmlns:p14="http://schemas.microsoft.com/office/powerpoint/2010/main" val="13865886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Discussion_Poi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7990690-9403-9395-4041-E9B72ED4C862}"/>
              </a:ext>
            </a:extLst>
          </p:cNvPr>
          <p:cNvSpPr>
            <a:spLocks noGrp="1"/>
          </p:cNvSpPr>
          <p:nvPr>
            <p:ph type="title" hasCustomPrompt="1"/>
          </p:nvPr>
        </p:nvSpPr>
        <p:spPr>
          <a:xfrm>
            <a:off x="422618" y="1529083"/>
            <a:ext cx="3793782" cy="312417"/>
          </a:xfrm>
        </p:spPr>
        <p:txBody>
          <a:bodyPr/>
          <a:lstStyle>
            <a:lvl1pPr>
              <a:defRPr sz="1800" b="1" i="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Discussion Point:</a:t>
            </a:r>
          </a:p>
        </p:txBody>
      </p:sp>
      <p:sp>
        <p:nvSpPr>
          <p:cNvPr id="4" name="Text Placeholder 5">
            <a:extLst>
              <a:ext uri="{FF2B5EF4-FFF2-40B4-BE49-F238E27FC236}">
                <a16:creationId xmlns:a16="http://schemas.microsoft.com/office/drawing/2014/main" id="{C52864C8-14CD-8A3E-559E-874FC6F2B887}"/>
              </a:ext>
            </a:extLst>
          </p:cNvPr>
          <p:cNvSpPr>
            <a:spLocks noGrp="1"/>
          </p:cNvSpPr>
          <p:nvPr>
            <p:ph type="body" sz="quarter" idx="10" hasCustomPrompt="1"/>
          </p:nvPr>
        </p:nvSpPr>
        <p:spPr>
          <a:xfrm>
            <a:off x="422617" y="2040199"/>
            <a:ext cx="3895383" cy="804601"/>
          </a:xfrm>
          <a:prstGeom prst="rect">
            <a:avLst/>
          </a:prstGeom>
        </p:spPr>
        <p:txBody>
          <a:bodyPr lIns="0" tIns="0" rIns="0" bIns="0"/>
          <a:lstStyle>
            <a:lvl1pPr marL="0" indent="0">
              <a:lnSpc>
                <a:spcPct val="110000"/>
              </a:lnSpc>
              <a:spcBef>
                <a:spcPts val="500"/>
              </a:spcBef>
              <a:spcAft>
                <a:spcPts val="0"/>
              </a:spcAft>
              <a:buFontTx/>
              <a:buNone/>
              <a:tabLst/>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a:t>
            </a:r>
          </a:p>
        </p:txBody>
      </p:sp>
      <p:sp>
        <p:nvSpPr>
          <p:cNvPr id="6" name="Text Placeholder 5">
            <a:extLst>
              <a:ext uri="{FF2B5EF4-FFF2-40B4-BE49-F238E27FC236}">
                <a16:creationId xmlns:a16="http://schemas.microsoft.com/office/drawing/2014/main" id="{8731073C-C429-6CAF-F7D8-3723E7896125}"/>
              </a:ext>
            </a:extLst>
          </p:cNvPr>
          <p:cNvSpPr>
            <a:spLocks noGrp="1"/>
          </p:cNvSpPr>
          <p:nvPr>
            <p:ph type="body" sz="quarter" idx="11" hasCustomPrompt="1"/>
          </p:nvPr>
        </p:nvSpPr>
        <p:spPr>
          <a:xfrm>
            <a:off x="435317" y="3043499"/>
            <a:ext cx="3895383" cy="639501"/>
          </a:xfrm>
          <a:prstGeom prst="rect">
            <a:avLst/>
          </a:prstGeom>
        </p:spPr>
        <p:txBody>
          <a:bodyPr lIns="0" tIns="0" rIns="0" bIns="0"/>
          <a:lstStyle>
            <a:lvl1pPr marL="0" indent="0">
              <a:lnSpc>
                <a:spcPct val="110000"/>
              </a:lnSpc>
              <a:spcBef>
                <a:spcPts val="500"/>
              </a:spcBef>
              <a:spcAft>
                <a:spcPts val="0"/>
              </a:spcAft>
              <a:buFontTx/>
              <a:buNone/>
              <a:tabLst>
                <a:tab pos="393700" algn="l"/>
              </a:tabLst>
              <a:defRPr sz="1700" b="0" i="1">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Q: Question Lorem ipsum dolor 	sit </a:t>
            </a:r>
            <a:r>
              <a:rPr lang="en-US" err="1"/>
              <a:t>amet</a:t>
            </a:r>
            <a:r>
              <a:rPr lang="en-US"/>
              <a:t>?</a:t>
            </a:r>
          </a:p>
        </p:txBody>
      </p:sp>
    </p:spTree>
    <p:extLst>
      <p:ext uri="{BB962C8B-B14F-4D97-AF65-F5344CB8AC3E}">
        <p14:creationId xmlns:p14="http://schemas.microsoft.com/office/powerpoint/2010/main" val="300246872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792D4-7936-FF0C-F724-EFEE8D19E49D}"/>
              </a:ext>
            </a:extLst>
          </p:cNvPr>
          <p:cNvSpPr>
            <a:spLocks noGrp="1"/>
          </p:cNvSpPr>
          <p:nvPr>
            <p:ph type="title" hasCustomPrompt="1"/>
          </p:nvPr>
        </p:nvSpPr>
        <p:spPr>
          <a:xfrm>
            <a:off x="422618" y="1516383"/>
            <a:ext cx="3793782" cy="312417"/>
          </a:xfrm>
        </p:spPr>
        <p:txBody>
          <a:bodyPr/>
          <a:lstStyle>
            <a:lvl1pPr>
              <a:defRPr sz="2200" b="1" i="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Remember!</a:t>
            </a:r>
          </a:p>
        </p:txBody>
      </p:sp>
      <p:sp>
        <p:nvSpPr>
          <p:cNvPr id="6" name="Text Placeholder 5">
            <a:extLst>
              <a:ext uri="{FF2B5EF4-FFF2-40B4-BE49-F238E27FC236}">
                <a16:creationId xmlns:a16="http://schemas.microsoft.com/office/drawing/2014/main" id="{18DF91E6-A9F9-17FE-0EBA-3A7931769890}"/>
              </a:ext>
            </a:extLst>
          </p:cNvPr>
          <p:cNvSpPr>
            <a:spLocks noGrp="1"/>
          </p:cNvSpPr>
          <p:nvPr>
            <p:ph type="body" sz="quarter" idx="10" hasCustomPrompt="1"/>
          </p:nvPr>
        </p:nvSpPr>
        <p:spPr>
          <a:xfrm>
            <a:off x="422617" y="2065599"/>
            <a:ext cx="3895383" cy="1579302"/>
          </a:xfrm>
          <a:prstGeom prst="rect">
            <a:avLst/>
          </a:prstGeom>
        </p:spPr>
        <p:txBody>
          <a:bodyPr lIns="0" tIns="0" rIns="0" bIns="0"/>
          <a:lstStyle>
            <a:lvl1pPr marL="0" indent="0">
              <a:lnSpc>
                <a:spcPct val="110000"/>
              </a:lnSpc>
              <a:spcBef>
                <a:spcPts val="500"/>
              </a:spcBef>
              <a:spcAft>
                <a:spcPts val="0"/>
              </a:spcAft>
              <a:buFontTx/>
              <a:buNone/>
              <a:tabLst/>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p>
          <a:p>
            <a:pPr lvl="0"/>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efficitur</a:t>
            </a:r>
            <a:r>
              <a:rPr lang="en-US"/>
              <a:t> </a:t>
            </a:r>
            <a:r>
              <a:rPr lang="en-US" err="1"/>
              <a:t>faucibus</a:t>
            </a:r>
            <a:r>
              <a:rPr lang="en-US"/>
              <a:t>.</a:t>
            </a:r>
          </a:p>
          <a:p>
            <a:pPr lvl="0"/>
            <a:r>
              <a:rPr lang="en-US"/>
              <a:t>Aenean ex, lacinia at dolor </a:t>
            </a:r>
            <a:r>
              <a:rPr lang="en-US" err="1"/>
              <a:t>accumsan</a:t>
            </a:r>
            <a:r>
              <a:rPr lang="en-US"/>
              <a:t>, </a:t>
            </a:r>
            <a:r>
              <a:rPr lang="en-US" err="1"/>
              <a:t>tincidunt</a:t>
            </a:r>
            <a:r>
              <a:rPr lang="en-US"/>
              <a:t> </a:t>
            </a:r>
            <a:r>
              <a:rPr lang="en-US" err="1"/>
              <a:t>iaculis</a:t>
            </a:r>
            <a:r>
              <a:rPr lang="en-US"/>
              <a:t> </a:t>
            </a:r>
            <a:r>
              <a:rPr lang="en-US" err="1"/>
              <a:t>urna</a:t>
            </a:r>
            <a:r>
              <a:rPr lang="en-US"/>
              <a:t>. Vestibulum </a:t>
            </a:r>
          </a:p>
        </p:txBody>
      </p:sp>
    </p:spTree>
    <p:extLst>
      <p:ext uri="{BB962C8B-B14F-4D97-AF65-F5344CB8AC3E}">
        <p14:creationId xmlns:p14="http://schemas.microsoft.com/office/powerpoint/2010/main" val="314318228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Infographic_Style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8D97BA3-89EA-6FA3-E147-8ACB8225C02A}"/>
              </a:ext>
            </a:extLst>
          </p:cNvPr>
          <p:cNvSpPr/>
          <p:nvPr userDrawn="1"/>
        </p:nvSpPr>
        <p:spPr>
          <a:xfrm>
            <a:off x="0" y="1477926"/>
            <a:ext cx="8715737" cy="3205284"/>
          </a:xfrm>
          <a:prstGeom prst="rect">
            <a:avLst/>
          </a:prstGeom>
          <a:solidFill>
            <a:srgbClr val="9EE3F8">
              <a:alpha val="7725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Picture Placeholder 32">
            <a:extLst>
              <a:ext uri="{FF2B5EF4-FFF2-40B4-BE49-F238E27FC236}">
                <a16:creationId xmlns:a16="http://schemas.microsoft.com/office/drawing/2014/main" id="{F0248D0C-05DB-58FC-5A75-9013FC1283C2}"/>
              </a:ext>
            </a:extLst>
          </p:cNvPr>
          <p:cNvSpPr>
            <a:spLocks noGrp="1"/>
          </p:cNvSpPr>
          <p:nvPr>
            <p:ph type="pic" sz="quarter" idx="24"/>
          </p:nvPr>
        </p:nvSpPr>
        <p:spPr>
          <a:xfrm>
            <a:off x="3016250" y="1546225"/>
            <a:ext cx="3136900" cy="3025775"/>
          </a:xfrm>
          <a:prstGeom prst="rect">
            <a:avLst/>
          </a:prstGeom>
        </p:spPr>
        <p:txBody>
          <a:bodyPr anchor="ctr"/>
          <a:lstStyle>
            <a:lvl1pPr algn="ctr">
              <a:defRPr sz="1700"/>
            </a:lvl1pPr>
          </a:lstStyle>
          <a:p>
            <a:endParaRPr lang="en-US" dirty="0"/>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p:txBody>
          <a:bodyPr/>
          <a:lstStyle/>
          <a:p>
            <a:r>
              <a:rPr lang="en-US"/>
              <a:t>Infographic Style 1</a:t>
            </a:r>
          </a:p>
        </p:txBody>
      </p:sp>
      <p:sp>
        <p:nvSpPr>
          <p:cNvPr id="3" name="Text Placeholder 5">
            <a:extLst>
              <a:ext uri="{FF2B5EF4-FFF2-40B4-BE49-F238E27FC236}">
                <a16:creationId xmlns:a16="http://schemas.microsoft.com/office/drawing/2014/main" id="{193A67C6-FE89-F031-3E45-186EB4DB08A4}"/>
              </a:ext>
            </a:extLst>
          </p:cNvPr>
          <p:cNvSpPr>
            <a:spLocks noGrp="1"/>
          </p:cNvSpPr>
          <p:nvPr>
            <p:ph type="body" sz="quarter" idx="10" hasCustomPrompt="1"/>
          </p:nvPr>
        </p:nvSpPr>
        <p:spPr>
          <a:xfrm>
            <a:off x="318949" y="2055627"/>
            <a:ext cx="1998949"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l</a:t>
            </a:r>
          </a:p>
        </p:txBody>
      </p:sp>
      <p:sp>
        <p:nvSpPr>
          <p:cNvPr id="4" name="Text Placeholder 7">
            <a:extLst>
              <a:ext uri="{FF2B5EF4-FFF2-40B4-BE49-F238E27FC236}">
                <a16:creationId xmlns:a16="http://schemas.microsoft.com/office/drawing/2014/main" id="{B51D8EFF-AE3C-27F7-CE74-A95A042BD829}"/>
              </a:ext>
            </a:extLst>
          </p:cNvPr>
          <p:cNvSpPr>
            <a:spLocks noGrp="1"/>
          </p:cNvSpPr>
          <p:nvPr>
            <p:ph type="body" sz="quarter" idx="11" hasCustomPrompt="1"/>
          </p:nvPr>
        </p:nvSpPr>
        <p:spPr>
          <a:xfrm>
            <a:off x="308316" y="975678"/>
            <a:ext cx="8058443" cy="380682"/>
          </a:xfrm>
          <a:prstGeom prst="rect">
            <a:avLst/>
          </a:prstGeom>
        </p:spPr>
        <p:txBody>
          <a:bodyPr lIns="0" tIns="0" rIns="0" bIns="0" anchor="ctr"/>
          <a:lstStyle>
            <a:lvl1pPr marL="0" indent="0">
              <a:buFontTx/>
              <a:buNone/>
              <a:defRPr sz="1600" b="1" i="0">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err="1"/>
              <a:t>Subheader</a:t>
            </a:r>
            <a:endParaRPr lang="en-US"/>
          </a:p>
        </p:txBody>
      </p:sp>
      <p:sp>
        <p:nvSpPr>
          <p:cNvPr id="10" name="Text Placeholder 5">
            <a:extLst>
              <a:ext uri="{FF2B5EF4-FFF2-40B4-BE49-F238E27FC236}">
                <a16:creationId xmlns:a16="http://schemas.microsoft.com/office/drawing/2014/main" id="{5827434E-D063-6EED-B829-F70A87C146C4}"/>
              </a:ext>
            </a:extLst>
          </p:cNvPr>
          <p:cNvSpPr>
            <a:spLocks noGrp="1"/>
          </p:cNvSpPr>
          <p:nvPr>
            <p:ph type="body" sz="quarter" idx="12" hasCustomPrompt="1"/>
          </p:nvPr>
        </p:nvSpPr>
        <p:spPr>
          <a:xfrm>
            <a:off x="322493" y="1750828"/>
            <a:ext cx="2006037"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11" name="Text Placeholder 5">
            <a:extLst>
              <a:ext uri="{FF2B5EF4-FFF2-40B4-BE49-F238E27FC236}">
                <a16:creationId xmlns:a16="http://schemas.microsoft.com/office/drawing/2014/main" id="{D2D55FF8-2BE6-640F-DD6C-995A976B0840}"/>
              </a:ext>
            </a:extLst>
          </p:cNvPr>
          <p:cNvSpPr>
            <a:spLocks noGrp="1"/>
          </p:cNvSpPr>
          <p:nvPr>
            <p:ph type="body" sz="quarter" idx="13" hasCustomPrompt="1"/>
          </p:nvPr>
        </p:nvSpPr>
        <p:spPr>
          <a:xfrm>
            <a:off x="311860" y="3505199"/>
            <a:ext cx="2027303"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p>
        </p:txBody>
      </p:sp>
      <p:sp>
        <p:nvSpPr>
          <p:cNvPr id="12" name="Text Placeholder 5">
            <a:extLst>
              <a:ext uri="{FF2B5EF4-FFF2-40B4-BE49-F238E27FC236}">
                <a16:creationId xmlns:a16="http://schemas.microsoft.com/office/drawing/2014/main" id="{1525525F-58F1-C003-3898-62ECDFA81520}"/>
              </a:ext>
            </a:extLst>
          </p:cNvPr>
          <p:cNvSpPr>
            <a:spLocks noGrp="1"/>
          </p:cNvSpPr>
          <p:nvPr>
            <p:ph type="body" sz="quarter" idx="14" hasCustomPrompt="1"/>
          </p:nvPr>
        </p:nvSpPr>
        <p:spPr>
          <a:xfrm>
            <a:off x="315404" y="3200401"/>
            <a:ext cx="2034391" cy="233916"/>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13" name="Text Placeholder 5">
            <a:extLst>
              <a:ext uri="{FF2B5EF4-FFF2-40B4-BE49-F238E27FC236}">
                <a16:creationId xmlns:a16="http://schemas.microsoft.com/office/drawing/2014/main" id="{E8A7B1D6-F791-C42D-E5A2-F6B20B6F4B76}"/>
              </a:ext>
            </a:extLst>
          </p:cNvPr>
          <p:cNvSpPr>
            <a:spLocks noGrp="1"/>
          </p:cNvSpPr>
          <p:nvPr>
            <p:ph type="body" sz="quarter" idx="15" hasCustomPrompt="1"/>
          </p:nvPr>
        </p:nvSpPr>
        <p:spPr>
          <a:xfrm>
            <a:off x="6627601" y="2048538"/>
            <a:ext cx="1750855"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p>
        </p:txBody>
      </p:sp>
      <p:sp>
        <p:nvSpPr>
          <p:cNvPr id="14" name="Text Placeholder 5">
            <a:extLst>
              <a:ext uri="{FF2B5EF4-FFF2-40B4-BE49-F238E27FC236}">
                <a16:creationId xmlns:a16="http://schemas.microsoft.com/office/drawing/2014/main" id="{24F27A23-01CF-91C8-7021-F74CF4EE8BD4}"/>
              </a:ext>
            </a:extLst>
          </p:cNvPr>
          <p:cNvSpPr>
            <a:spLocks noGrp="1"/>
          </p:cNvSpPr>
          <p:nvPr>
            <p:ph type="body" sz="quarter" idx="16" hasCustomPrompt="1"/>
          </p:nvPr>
        </p:nvSpPr>
        <p:spPr>
          <a:xfrm>
            <a:off x="6631146" y="1743739"/>
            <a:ext cx="1757944" cy="244549"/>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15" name="Text Placeholder 5">
            <a:extLst>
              <a:ext uri="{FF2B5EF4-FFF2-40B4-BE49-F238E27FC236}">
                <a16:creationId xmlns:a16="http://schemas.microsoft.com/office/drawing/2014/main" id="{BD652DFC-9408-5FD5-2A82-631AF977A06C}"/>
              </a:ext>
            </a:extLst>
          </p:cNvPr>
          <p:cNvSpPr>
            <a:spLocks noGrp="1"/>
          </p:cNvSpPr>
          <p:nvPr>
            <p:ph type="body" sz="quarter" idx="17" hasCustomPrompt="1"/>
          </p:nvPr>
        </p:nvSpPr>
        <p:spPr>
          <a:xfrm>
            <a:off x="6620513" y="3498110"/>
            <a:ext cx="1757944" cy="847060"/>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sit </a:t>
            </a:r>
            <a:r>
              <a:rPr lang="en-US" err="1"/>
              <a:t>amet</a:t>
            </a:r>
            <a:endParaRPr lang="en-US"/>
          </a:p>
        </p:txBody>
      </p:sp>
      <p:sp>
        <p:nvSpPr>
          <p:cNvPr id="16" name="Text Placeholder 5">
            <a:extLst>
              <a:ext uri="{FF2B5EF4-FFF2-40B4-BE49-F238E27FC236}">
                <a16:creationId xmlns:a16="http://schemas.microsoft.com/office/drawing/2014/main" id="{F4703E25-EE39-617B-7A53-85E9AD98DFAB}"/>
              </a:ext>
            </a:extLst>
          </p:cNvPr>
          <p:cNvSpPr>
            <a:spLocks noGrp="1"/>
          </p:cNvSpPr>
          <p:nvPr>
            <p:ph type="body" sz="quarter" idx="18" hasCustomPrompt="1"/>
          </p:nvPr>
        </p:nvSpPr>
        <p:spPr>
          <a:xfrm>
            <a:off x="6624056" y="3193311"/>
            <a:ext cx="1775665" cy="241005"/>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5" name="Oval 4">
            <a:extLst>
              <a:ext uri="{FF2B5EF4-FFF2-40B4-BE49-F238E27FC236}">
                <a16:creationId xmlns:a16="http://schemas.microsoft.com/office/drawing/2014/main" id="{4CE9307C-B1CC-B5EC-D4CA-FC4E04979C6F}"/>
              </a:ext>
            </a:extLst>
          </p:cNvPr>
          <p:cNvSpPr/>
          <p:nvPr userDrawn="1"/>
        </p:nvSpPr>
        <p:spPr>
          <a:xfrm>
            <a:off x="2538099" y="1615153"/>
            <a:ext cx="1128046"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99774E0-4418-1795-E07C-96634E54044C}"/>
              </a:ext>
            </a:extLst>
          </p:cNvPr>
          <p:cNvSpPr/>
          <p:nvPr userDrawn="1"/>
        </p:nvSpPr>
        <p:spPr>
          <a:xfrm>
            <a:off x="2545220" y="3211793"/>
            <a:ext cx="1128046"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F51B729D-6FCF-88D7-3886-B9D640F22842}"/>
              </a:ext>
            </a:extLst>
          </p:cNvPr>
          <p:cNvSpPr/>
          <p:nvPr userDrawn="1"/>
        </p:nvSpPr>
        <p:spPr>
          <a:xfrm>
            <a:off x="5314058" y="1622275"/>
            <a:ext cx="1128046"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AC5DBA8-7DD6-7ED0-0F87-4B472F626707}"/>
              </a:ext>
            </a:extLst>
          </p:cNvPr>
          <p:cNvSpPr/>
          <p:nvPr userDrawn="1"/>
        </p:nvSpPr>
        <p:spPr>
          <a:xfrm>
            <a:off x="5321179" y="3218915"/>
            <a:ext cx="1128046" cy="1128046"/>
          </a:xfrm>
          <a:prstGeom prst="ellipse">
            <a:avLst/>
          </a:prstGeom>
          <a:solidFill>
            <a:srgbClr val="5FD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Picture Placeholder 16">
            <a:extLst>
              <a:ext uri="{FF2B5EF4-FFF2-40B4-BE49-F238E27FC236}">
                <a16:creationId xmlns:a16="http://schemas.microsoft.com/office/drawing/2014/main" id="{A65D7457-2C1B-EB74-276A-571A908B7371}"/>
              </a:ext>
            </a:extLst>
          </p:cNvPr>
          <p:cNvSpPr>
            <a:spLocks noGrp="1"/>
          </p:cNvSpPr>
          <p:nvPr>
            <p:ph type="pic" sz="quarter" idx="20"/>
          </p:nvPr>
        </p:nvSpPr>
        <p:spPr>
          <a:xfrm>
            <a:off x="2657742" y="1743341"/>
            <a:ext cx="888763" cy="905855"/>
          </a:xfrm>
          <a:prstGeom prst="rect">
            <a:avLst/>
          </a:prstGeom>
        </p:spPr>
        <p:txBody>
          <a:bodyPr lIns="0" anchor="ctr"/>
          <a:lstStyle>
            <a:lvl1pPr marL="0" indent="0" algn="ctr">
              <a:buFontTx/>
              <a:buNone/>
              <a:defRPr sz="800">
                <a:solidFill>
                  <a:schemeClr val="tx1"/>
                </a:solidFill>
              </a:defRPr>
            </a:lvl1pPr>
          </a:lstStyle>
          <a:p>
            <a:endParaRPr lang="en-US" dirty="0"/>
          </a:p>
        </p:txBody>
      </p:sp>
      <p:sp>
        <p:nvSpPr>
          <p:cNvPr id="19" name="Picture Placeholder 16">
            <a:extLst>
              <a:ext uri="{FF2B5EF4-FFF2-40B4-BE49-F238E27FC236}">
                <a16:creationId xmlns:a16="http://schemas.microsoft.com/office/drawing/2014/main" id="{F5125D65-3469-1475-6ED7-FF60F1195A03}"/>
              </a:ext>
            </a:extLst>
          </p:cNvPr>
          <p:cNvSpPr>
            <a:spLocks noGrp="1"/>
          </p:cNvSpPr>
          <p:nvPr>
            <p:ph type="pic" sz="quarter" idx="21"/>
          </p:nvPr>
        </p:nvSpPr>
        <p:spPr>
          <a:xfrm>
            <a:off x="2673410" y="3357072"/>
            <a:ext cx="888763" cy="905855"/>
          </a:xfrm>
          <a:prstGeom prst="rect">
            <a:avLst/>
          </a:prstGeom>
        </p:spPr>
        <p:txBody>
          <a:bodyPr lIns="0" anchor="ctr"/>
          <a:lstStyle>
            <a:lvl1pPr marL="0" indent="0" algn="ctr">
              <a:buFontTx/>
              <a:buNone/>
              <a:defRPr sz="800">
                <a:solidFill>
                  <a:schemeClr val="tx1"/>
                </a:solidFill>
              </a:defRPr>
            </a:lvl1pPr>
          </a:lstStyle>
          <a:p>
            <a:endParaRPr lang="en-US" dirty="0"/>
          </a:p>
        </p:txBody>
      </p:sp>
      <p:sp>
        <p:nvSpPr>
          <p:cNvPr id="20" name="Picture Placeholder 16">
            <a:extLst>
              <a:ext uri="{FF2B5EF4-FFF2-40B4-BE49-F238E27FC236}">
                <a16:creationId xmlns:a16="http://schemas.microsoft.com/office/drawing/2014/main" id="{7AB9EC23-ABD2-E0A5-EEBB-8F21C94F7F62}"/>
              </a:ext>
            </a:extLst>
          </p:cNvPr>
          <p:cNvSpPr>
            <a:spLocks noGrp="1"/>
          </p:cNvSpPr>
          <p:nvPr>
            <p:ph type="pic" sz="quarter" idx="22"/>
          </p:nvPr>
        </p:nvSpPr>
        <p:spPr>
          <a:xfrm>
            <a:off x="5433701" y="1733371"/>
            <a:ext cx="888763" cy="905855"/>
          </a:xfrm>
          <a:prstGeom prst="rect">
            <a:avLst/>
          </a:prstGeom>
        </p:spPr>
        <p:txBody>
          <a:bodyPr lIns="0" anchor="ctr"/>
          <a:lstStyle>
            <a:lvl1pPr marL="0" indent="0" algn="ctr">
              <a:buFontTx/>
              <a:buNone/>
              <a:defRPr sz="800">
                <a:solidFill>
                  <a:schemeClr val="tx1"/>
                </a:solidFill>
              </a:defRPr>
            </a:lvl1pPr>
          </a:lstStyle>
          <a:p>
            <a:endParaRPr lang="en-US" dirty="0"/>
          </a:p>
        </p:txBody>
      </p:sp>
      <p:sp>
        <p:nvSpPr>
          <p:cNvPr id="22" name="Picture Placeholder 16">
            <a:extLst>
              <a:ext uri="{FF2B5EF4-FFF2-40B4-BE49-F238E27FC236}">
                <a16:creationId xmlns:a16="http://schemas.microsoft.com/office/drawing/2014/main" id="{652A1215-7378-A230-0CF7-B951131BC115}"/>
              </a:ext>
            </a:extLst>
          </p:cNvPr>
          <p:cNvSpPr>
            <a:spLocks noGrp="1"/>
          </p:cNvSpPr>
          <p:nvPr>
            <p:ph type="pic" sz="quarter" idx="23"/>
          </p:nvPr>
        </p:nvSpPr>
        <p:spPr>
          <a:xfrm>
            <a:off x="5442246" y="3339980"/>
            <a:ext cx="888763" cy="905855"/>
          </a:xfrm>
          <a:prstGeom prst="rect">
            <a:avLst/>
          </a:prstGeom>
        </p:spPr>
        <p:txBody>
          <a:bodyPr lIns="0" anchor="ctr"/>
          <a:lstStyle>
            <a:lvl1pPr marL="0" indent="0" algn="ctr">
              <a:buFontTx/>
              <a:buNone/>
              <a:defRPr sz="800">
                <a:solidFill>
                  <a:schemeClr val="tx1"/>
                </a:solidFill>
              </a:defRPr>
            </a:lvl1pPr>
          </a:lstStyle>
          <a:p>
            <a:endParaRPr lang="en-US" dirty="0"/>
          </a:p>
        </p:txBody>
      </p:sp>
    </p:spTree>
    <p:extLst>
      <p:ext uri="{BB962C8B-B14F-4D97-AF65-F5344CB8AC3E}">
        <p14:creationId xmlns:p14="http://schemas.microsoft.com/office/powerpoint/2010/main" val="149907175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Infographic_Style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0543C4-3061-475A-0E12-A6110A7B721E}"/>
              </a:ext>
            </a:extLst>
          </p:cNvPr>
          <p:cNvSpPr/>
          <p:nvPr userDrawn="1"/>
        </p:nvSpPr>
        <p:spPr>
          <a:xfrm>
            <a:off x="0" y="1534517"/>
            <a:ext cx="8698938" cy="3172078"/>
          </a:xfrm>
          <a:prstGeom prst="rect">
            <a:avLst/>
          </a:prstGeom>
          <a:solidFill>
            <a:srgbClr val="23C1EF">
              <a:alpha val="574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2">
            <a:extLst>
              <a:ext uri="{FF2B5EF4-FFF2-40B4-BE49-F238E27FC236}">
                <a16:creationId xmlns:a16="http://schemas.microsoft.com/office/drawing/2014/main" id="{38A1EF1E-BBD9-F269-F5C1-22B22B5DC184}"/>
              </a:ext>
            </a:extLst>
          </p:cNvPr>
          <p:cNvSpPr>
            <a:spLocks noChangeArrowheads="1"/>
          </p:cNvSpPr>
          <p:nvPr userDrawn="1"/>
        </p:nvSpPr>
        <p:spPr bwMode="auto">
          <a:xfrm rot="5400000" flipH="1" flipV="1">
            <a:off x="2557410" y="-732332"/>
            <a:ext cx="628756" cy="5743578"/>
          </a:xfrm>
          <a:prstGeom prst="rect">
            <a:avLst/>
          </a:prstGeom>
          <a:gradFill>
            <a:gsLst>
              <a:gs pos="0">
                <a:schemeClr val="accent5">
                  <a:lumMod val="25000"/>
                  <a:alpha val="27252"/>
                </a:schemeClr>
              </a:gs>
              <a:gs pos="35000">
                <a:schemeClr val="accent5">
                  <a:lumMod val="25000"/>
                  <a:alpha val="85406"/>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p:txBody>
          <a:bodyPr/>
          <a:lstStyle/>
          <a:p>
            <a:r>
              <a:rPr lang="en-US"/>
              <a:t>Infographic Style 2</a:t>
            </a:r>
          </a:p>
        </p:txBody>
      </p:sp>
      <p:sp>
        <p:nvSpPr>
          <p:cNvPr id="4" name="Text Placeholder 7">
            <a:extLst>
              <a:ext uri="{FF2B5EF4-FFF2-40B4-BE49-F238E27FC236}">
                <a16:creationId xmlns:a16="http://schemas.microsoft.com/office/drawing/2014/main" id="{B51D8EFF-AE3C-27F7-CE74-A95A042BD829}"/>
              </a:ext>
            </a:extLst>
          </p:cNvPr>
          <p:cNvSpPr>
            <a:spLocks noGrp="1"/>
          </p:cNvSpPr>
          <p:nvPr>
            <p:ph type="body" sz="quarter" idx="11" hasCustomPrompt="1"/>
          </p:nvPr>
        </p:nvSpPr>
        <p:spPr>
          <a:xfrm>
            <a:off x="308316" y="975678"/>
            <a:ext cx="8058443" cy="380682"/>
          </a:xfrm>
          <a:prstGeom prst="rect">
            <a:avLst/>
          </a:prstGeom>
        </p:spPr>
        <p:txBody>
          <a:bodyPr lIns="0" tIns="0" rIns="0" bIns="0" anchor="ctr"/>
          <a:lstStyle>
            <a:lvl1pPr marL="0" indent="0">
              <a:buFontTx/>
              <a:buNone/>
              <a:defRPr sz="1600" b="1" i="0">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err="1"/>
              <a:t>Subheader</a:t>
            </a:r>
            <a:endParaRPr lang="en-US"/>
          </a:p>
        </p:txBody>
      </p:sp>
      <p:sp>
        <p:nvSpPr>
          <p:cNvPr id="10" name="Text Placeholder 5">
            <a:extLst>
              <a:ext uri="{FF2B5EF4-FFF2-40B4-BE49-F238E27FC236}">
                <a16:creationId xmlns:a16="http://schemas.microsoft.com/office/drawing/2014/main" id="{5827434E-D063-6EED-B829-F70A87C146C4}"/>
              </a:ext>
            </a:extLst>
          </p:cNvPr>
          <p:cNvSpPr>
            <a:spLocks noGrp="1"/>
          </p:cNvSpPr>
          <p:nvPr>
            <p:ph type="body" sz="quarter" idx="12" hasCustomPrompt="1"/>
          </p:nvPr>
        </p:nvSpPr>
        <p:spPr>
          <a:xfrm>
            <a:off x="322493" y="2028622"/>
            <a:ext cx="2006037" cy="269358"/>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25" name="Picture Placeholder 22">
            <a:extLst>
              <a:ext uri="{FF2B5EF4-FFF2-40B4-BE49-F238E27FC236}">
                <a16:creationId xmlns:a16="http://schemas.microsoft.com/office/drawing/2014/main" id="{6E2F6E03-C091-5DA6-9AD3-7455E47B5CCE}"/>
              </a:ext>
            </a:extLst>
          </p:cNvPr>
          <p:cNvSpPr>
            <a:spLocks noGrp="1"/>
          </p:cNvSpPr>
          <p:nvPr>
            <p:ph type="pic" sz="quarter" idx="21"/>
          </p:nvPr>
        </p:nvSpPr>
        <p:spPr>
          <a:xfrm>
            <a:off x="4989477" y="1689903"/>
            <a:ext cx="948335" cy="909355"/>
          </a:xfrm>
          <a:prstGeom prst="ellipse">
            <a:avLst/>
          </a:prstGeom>
          <a:solidFill>
            <a:schemeClr val="accent5">
              <a:lumMod val="25000"/>
            </a:schemeClr>
          </a:solidFill>
        </p:spPr>
        <p:txBody>
          <a:bodyPr/>
          <a:lstStyle>
            <a:lvl1pPr>
              <a:defRPr sz="800"/>
            </a:lvl1pPr>
          </a:lstStyle>
          <a:p>
            <a:endParaRPr lang="en-US" dirty="0"/>
          </a:p>
        </p:txBody>
      </p:sp>
      <p:sp>
        <p:nvSpPr>
          <p:cNvPr id="29" name="Picture Placeholder 28">
            <a:extLst>
              <a:ext uri="{FF2B5EF4-FFF2-40B4-BE49-F238E27FC236}">
                <a16:creationId xmlns:a16="http://schemas.microsoft.com/office/drawing/2014/main" id="{C22B408D-DF8D-7AC1-37DE-4F3BA86B04D1}"/>
              </a:ext>
            </a:extLst>
          </p:cNvPr>
          <p:cNvSpPr>
            <a:spLocks noGrp="1"/>
          </p:cNvSpPr>
          <p:nvPr>
            <p:ph type="pic" sz="quarter" idx="24"/>
          </p:nvPr>
        </p:nvSpPr>
        <p:spPr>
          <a:xfrm>
            <a:off x="5124898" y="1814923"/>
            <a:ext cx="744043" cy="727933"/>
          </a:xfrm>
          <a:prstGeom prst="rect">
            <a:avLst/>
          </a:prstGeom>
        </p:spPr>
        <p:txBody>
          <a:bodyPr/>
          <a:lstStyle>
            <a:lvl1pPr>
              <a:defRPr sz="800"/>
            </a:lvl1pPr>
          </a:lstStyle>
          <a:p>
            <a:endParaRPr lang="en-US" dirty="0"/>
          </a:p>
        </p:txBody>
      </p:sp>
      <p:sp>
        <p:nvSpPr>
          <p:cNvPr id="39" name="Picture Placeholder 38">
            <a:extLst>
              <a:ext uri="{FF2B5EF4-FFF2-40B4-BE49-F238E27FC236}">
                <a16:creationId xmlns:a16="http://schemas.microsoft.com/office/drawing/2014/main" id="{20102743-E4D0-CD35-741D-48EF3F22B4C6}"/>
              </a:ext>
            </a:extLst>
          </p:cNvPr>
          <p:cNvSpPr>
            <a:spLocks noGrp="1"/>
          </p:cNvSpPr>
          <p:nvPr>
            <p:ph type="pic" sz="quarter" idx="25"/>
          </p:nvPr>
        </p:nvSpPr>
        <p:spPr>
          <a:xfrm>
            <a:off x="6261904" y="1620254"/>
            <a:ext cx="2349659" cy="2928597"/>
          </a:xfrm>
          <a:prstGeom prst="rect">
            <a:avLst/>
          </a:prstGeom>
        </p:spPr>
        <p:txBody>
          <a:bodyPr/>
          <a:lstStyle>
            <a:lvl1pPr>
              <a:defRPr sz="800"/>
            </a:lvl1pPr>
          </a:lstStyle>
          <a:p>
            <a:endParaRPr lang="en-US" dirty="0"/>
          </a:p>
        </p:txBody>
      </p:sp>
      <p:sp>
        <p:nvSpPr>
          <p:cNvPr id="52" name="Rectangle 22">
            <a:extLst>
              <a:ext uri="{FF2B5EF4-FFF2-40B4-BE49-F238E27FC236}">
                <a16:creationId xmlns:a16="http://schemas.microsoft.com/office/drawing/2014/main" id="{C6A316AD-F1E8-453B-266C-A3DB7AB0A0CD}"/>
              </a:ext>
            </a:extLst>
          </p:cNvPr>
          <p:cNvSpPr>
            <a:spLocks noChangeArrowheads="1"/>
          </p:cNvSpPr>
          <p:nvPr userDrawn="1"/>
        </p:nvSpPr>
        <p:spPr bwMode="auto">
          <a:xfrm rot="5400000" flipH="1" flipV="1">
            <a:off x="2557411" y="265020"/>
            <a:ext cx="628756" cy="5743578"/>
          </a:xfrm>
          <a:prstGeom prst="rect">
            <a:avLst/>
          </a:prstGeom>
          <a:gradFill>
            <a:gsLst>
              <a:gs pos="0">
                <a:schemeClr val="accent5">
                  <a:lumMod val="25000"/>
                  <a:alpha val="27252"/>
                </a:schemeClr>
              </a:gs>
              <a:gs pos="35000">
                <a:schemeClr val="accent5">
                  <a:lumMod val="25000"/>
                  <a:alpha val="85406"/>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53" name="Text Placeholder 5">
            <a:extLst>
              <a:ext uri="{FF2B5EF4-FFF2-40B4-BE49-F238E27FC236}">
                <a16:creationId xmlns:a16="http://schemas.microsoft.com/office/drawing/2014/main" id="{5D00105E-5271-013F-5C14-3590CDC283D6}"/>
              </a:ext>
            </a:extLst>
          </p:cNvPr>
          <p:cNvSpPr>
            <a:spLocks noGrp="1"/>
          </p:cNvSpPr>
          <p:nvPr>
            <p:ph type="body" sz="quarter" idx="26" hasCustomPrompt="1"/>
          </p:nvPr>
        </p:nvSpPr>
        <p:spPr>
          <a:xfrm>
            <a:off x="322494" y="3025974"/>
            <a:ext cx="2006037" cy="269358"/>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54" name="Picture Placeholder 22">
            <a:extLst>
              <a:ext uri="{FF2B5EF4-FFF2-40B4-BE49-F238E27FC236}">
                <a16:creationId xmlns:a16="http://schemas.microsoft.com/office/drawing/2014/main" id="{FBCADDF7-64BB-1E0F-5F97-55E27A107604}"/>
              </a:ext>
            </a:extLst>
          </p:cNvPr>
          <p:cNvSpPr>
            <a:spLocks noGrp="1"/>
          </p:cNvSpPr>
          <p:nvPr>
            <p:ph type="pic" sz="quarter" idx="27"/>
          </p:nvPr>
        </p:nvSpPr>
        <p:spPr>
          <a:xfrm>
            <a:off x="4989478" y="2687255"/>
            <a:ext cx="948335" cy="909355"/>
          </a:xfrm>
          <a:prstGeom prst="ellipse">
            <a:avLst/>
          </a:prstGeom>
          <a:solidFill>
            <a:schemeClr val="accent5">
              <a:lumMod val="25000"/>
            </a:schemeClr>
          </a:solidFill>
        </p:spPr>
        <p:txBody>
          <a:bodyPr/>
          <a:lstStyle>
            <a:lvl1pPr>
              <a:defRPr sz="800"/>
            </a:lvl1pPr>
          </a:lstStyle>
          <a:p>
            <a:endParaRPr lang="en-US" dirty="0"/>
          </a:p>
        </p:txBody>
      </p:sp>
      <p:sp>
        <p:nvSpPr>
          <p:cNvPr id="55" name="Picture Placeholder 28">
            <a:extLst>
              <a:ext uri="{FF2B5EF4-FFF2-40B4-BE49-F238E27FC236}">
                <a16:creationId xmlns:a16="http://schemas.microsoft.com/office/drawing/2014/main" id="{B97EE98C-AFC0-AE76-FB6A-D05E718C7C11}"/>
              </a:ext>
            </a:extLst>
          </p:cNvPr>
          <p:cNvSpPr>
            <a:spLocks noGrp="1"/>
          </p:cNvSpPr>
          <p:nvPr>
            <p:ph type="pic" sz="quarter" idx="28"/>
          </p:nvPr>
        </p:nvSpPr>
        <p:spPr>
          <a:xfrm>
            <a:off x="5124899" y="2812275"/>
            <a:ext cx="744043" cy="727933"/>
          </a:xfrm>
          <a:prstGeom prst="rect">
            <a:avLst/>
          </a:prstGeom>
        </p:spPr>
        <p:txBody>
          <a:bodyPr/>
          <a:lstStyle>
            <a:lvl1pPr>
              <a:defRPr sz="800"/>
            </a:lvl1pPr>
          </a:lstStyle>
          <a:p>
            <a:endParaRPr lang="en-US" dirty="0"/>
          </a:p>
        </p:txBody>
      </p:sp>
      <p:sp>
        <p:nvSpPr>
          <p:cNvPr id="56" name="Rectangle 22">
            <a:extLst>
              <a:ext uri="{FF2B5EF4-FFF2-40B4-BE49-F238E27FC236}">
                <a16:creationId xmlns:a16="http://schemas.microsoft.com/office/drawing/2014/main" id="{7162930A-14B0-E2C8-8635-EA724F1F0B04}"/>
              </a:ext>
            </a:extLst>
          </p:cNvPr>
          <p:cNvSpPr>
            <a:spLocks noChangeArrowheads="1"/>
          </p:cNvSpPr>
          <p:nvPr userDrawn="1"/>
        </p:nvSpPr>
        <p:spPr bwMode="auto">
          <a:xfrm rot="5400000" flipH="1" flipV="1">
            <a:off x="2557411" y="1283592"/>
            <a:ext cx="628756" cy="5743578"/>
          </a:xfrm>
          <a:prstGeom prst="rect">
            <a:avLst/>
          </a:prstGeom>
          <a:gradFill>
            <a:gsLst>
              <a:gs pos="0">
                <a:schemeClr val="accent5">
                  <a:lumMod val="25000"/>
                  <a:alpha val="27252"/>
                </a:schemeClr>
              </a:gs>
              <a:gs pos="35000">
                <a:schemeClr val="accent5">
                  <a:lumMod val="25000"/>
                  <a:alpha val="85406"/>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57" name="Text Placeholder 5">
            <a:extLst>
              <a:ext uri="{FF2B5EF4-FFF2-40B4-BE49-F238E27FC236}">
                <a16:creationId xmlns:a16="http://schemas.microsoft.com/office/drawing/2014/main" id="{640C4796-7656-E685-9F0B-7276BCB6491E}"/>
              </a:ext>
            </a:extLst>
          </p:cNvPr>
          <p:cNvSpPr>
            <a:spLocks noGrp="1"/>
          </p:cNvSpPr>
          <p:nvPr>
            <p:ph type="body" sz="quarter" idx="29" hasCustomPrompt="1"/>
          </p:nvPr>
        </p:nvSpPr>
        <p:spPr>
          <a:xfrm>
            <a:off x="322494" y="4044546"/>
            <a:ext cx="2006037" cy="269358"/>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58" name="Picture Placeholder 22">
            <a:extLst>
              <a:ext uri="{FF2B5EF4-FFF2-40B4-BE49-F238E27FC236}">
                <a16:creationId xmlns:a16="http://schemas.microsoft.com/office/drawing/2014/main" id="{67BFAB00-0359-4870-DAF2-46CF9D1D639D}"/>
              </a:ext>
            </a:extLst>
          </p:cNvPr>
          <p:cNvSpPr>
            <a:spLocks noGrp="1"/>
          </p:cNvSpPr>
          <p:nvPr>
            <p:ph type="pic" sz="quarter" idx="30"/>
          </p:nvPr>
        </p:nvSpPr>
        <p:spPr>
          <a:xfrm>
            <a:off x="4989478" y="3705827"/>
            <a:ext cx="948335" cy="909355"/>
          </a:xfrm>
          <a:prstGeom prst="ellipse">
            <a:avLst/>
          </a:prstGeom>
          <a:solidFill>
            <a:schemeClr val="accent5">
              <a:lumMod val="25000"/>
            </a:schemeClr>
          </a:solidFill>
        </p:spPr>
        <p:txBody>
          <a:bodyPr/>
          <a:lstStyle>
            <a:lvl1pPr>
              <a:defRPr sz="800"/>
            </a:lvl1pPr>
          </a:lstStyle>
          <a:p>
            <a:endParaRPr lang="en-US" dirty="0"/>
          </a:p>
        </p:txBody>
      </p:sp>
      <p:sp>
        <p:nvSpPr>
          <p:cNvPr id="59" name="Picture Placeholder 28">
            <a:extLst>
              <a:ext uri="{FF2B5EF4-FFF2-40B4-BE49-F238E27FC236}">
                <a16:creationId xmlns:a16="http://schemas.microsoft.com/office/drawing/2014/main" id="{08BF0255-2ADC-DDB8-BAB9-FB00A3626421}"/>
              </a:ext>
            </a:extLst>
          </p:cNvPr>
          <p:cNvSpPr>
            <a:spLocks noGrp="1"/>
          </p:cNvSpPr>
          <p:nvPr>
            <p:ph type="pic" sz="quarter" idx="31"/>
          </p:nvPr>
        </p:nvSpPr>
        <p:spPr>
          <a:xfrm>
            <a:off x="5124899" y="3830847"/>
            <a:ext cx="744043" cy="727933"/>
          </a:xfrm>
          <a:prstGeom prst="rect">
            <a:avLst/>
          </a:prstGeom>
        </p:spPr>
        <p:txBody>
          <a:bodyPr/>
          <a:lstStyle>
            <a:lvl1pPr>
              <a:defRPr sz="800"/>
            </a:lvl1pPr>
          </a:lstStyle>
          <a:p>
            <a:endParaRPr lang="en-US" dirty="0"/>
          </a:p>
        </p:txBody>
      </p:sp>
    </p:spTree>
    <p:extLst>
      <p:ext uri="{BB962C8B-B14F-4D97-AF65-F5344CB8AC3E}">
        <p14:creationId xmlns:p14="http://schemas.microsoft.com/office/powerpoint/2010/main" val="103177396"/>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Infographic_Style3">
    <p:spTree>
      <p:nvGrpSpPr>
        <p:cNvPr id="1" name=""/>
        <p:cNvGrpSpPr/>
        <p:nvPr/>
      </p:nvGrpSpPr>
      <p:grpSpPr>
        <a:xfrm>
          <a:off x="0" y="0"/>
          <a:ext cx="0" cy="0"/>
          <a:chOff x="0" y="0"/>
          <a:chExt cx="0" cy="0"/>
        </a:xfrm>
      </p:grpSpPr>
      <p:sp>
        <p:nvSpPr>
          <p:cNvPr id="72" name="Picture Placeholder 71">
            <a:extLst>
              <a:ext uri="{FF2B5EF4-FFF2-40B4-BE49-F238E27FC236}">
                <a16:creationId xmlns:a16="http://schemas.microsoft.com/office/drawing/2014/main" id="{761FEF2C-B03A-9D4E-1D29-8D299B0D1289}"/>
              </a:ext>
            </a:extLst>
          </p:cNvPr>
          <p:cNvSpPr>
            <a:spLocks noGrp="1"/>
          </p:cNvSpPr>
          <p:nvPr>
            <p:ph type="pic" sz="quarter" idx="21"/>
          </p:nvPr>
        </p:nvSpPr>
        <p:spPr>
          <a:xfrm>
            <a:off x="1" y="1516063"/>
            <a:ext cx="8729220" cy="3228975"/>
          </a:xfrm>
          <a:prstGeom prst="rect">
            <a:avLst/>
          </a:prstGeom>
        </p:spPr>
        <p:txBody>
          <a:bodyPr/>
          <a:lstStyle>
            <a:lvl1pPr>
              <a:defRPr sz="800"/>
            </a:lvl1pPr>
          </a:lstStyle>
          <a:p>
            <a:endParaRPr lang="en-US" dirty="0"/>
          </a:p>
        </p:txBody>
      </p:sp>
      <p:sp>
        <p:nvSpPr>
          <p:cNvPr id="77" name="Picture Placeholder 71">
            <a:extLst>
              <a:ext uri="{FF2B5EF4-FFF2-40B4-BE49-F238E27FC236}">
                <a16:creationId xmlns:a16="http://schemas.microsoft.com/office/drawing/2014/main" id="{DB0DA8C0-BADF-DA04-320E-A45653C9B6D8}"/>
              </a:ext>
            </a:extLst>
          </p:cNvPr>
          <p:cNvSpPr>
            <a:spLocks noGrp="1"/>
          </p:cNvSpPr>
          <p:nvPr>
            <p:ph type="pic" sz="quarter" idx="26"/>
          </p:nvPr>
        </p:nvSpPr>
        <p:spPr>
          <a:xfrm>
            <a:off x="0" y="1537948"/>
            <a:ext cx="8729221" cy="3228975"/>
          </a:xfrm>
          <a:prstGeom prst="rect">
            <a:avLst/>
          </a:prstGeom>
          <a:solidFill>
            <a:schemeClr val="accent5">
              <a:lumMod val="25000"/>
              <a:alpha val="64000"/>
            </a:schemeClr>
          </a:solidFill>
        </p:spPr>
        <p:txBody>
          <a:bodyPr/>
          <a:lstStyle>
            <a:lvl1pPr>
              <a:defRPr sz="800"/>
            </a:lvl1pPr>
          </a:lstStyle>
          <a:p>
            <a:endParaRPr lang="en-US" dirty="0"/>
          </a:p>
        </p:txBody>
      </p:sp>
      <p:sp>
        <p:nvSpPr>
          <p:cNvPr id="75" name="Picture Placeholder 22">
            <a:extLst>
              <a:ext uri="{FF2B5EF4-FFF2-40B4-BE49-F238E27FC236}">
                <a16:creationId xmlns:a16="http://schemas.microsoft.com/office/drawing/2014/main" id="{9B5262C0-231F-9C29-5C45-A22B3C6783CD}"/>
              </a:ext>
            </a:extLst>
          </p:cNvPr>
          <p:cNvSpPr>
            <a:spLocks noGrp="1"/>
          </p:cNvSpPr>
          <p:nvPr>
            <p:ph type="pic" sz="quarter" idx="24"/>
          </p:nvPr>
        </p:nvSpPr>
        <p:spPr>
          <a:xfrm flipH="1">
            <a:off x="5627225" y="1701702"/>
            <a:ext cx="3078866" cy="1251771"/>
          </a:xfrm>
          <a:prstGeom prst="rect">
            <a:avLst/>
          </a:prstGeom>
          <a:gradFill>
            <a:gsLst>
              <a:gs pos="98000">
                <a:schemeClr val="accent5">
                  <a:lumMod val="10000"/>
                </a:schemeClr>
              </a:gs>
              <a:gs pos="0">
                <a:schemeClr val="accent5">
                  <a:lumMod val="25000"/>
                  <a:alpha val="0"/>
                </a:schemeClr>
              </a:gs>
              <a:gs pos="32000">
                <a:schemeClr val="accent5">
                  <a:lumMod val="10000"/>
                  <a:alpha val="62000"/>
                </a:schemeClr>
              </a:gs>
            </a:gsLst>
            <a:lin ang="0" scaled="0"/>
          </a:gradFill>
        </p:spPr>
        <p:txBody>
          <a:bodyPr/>
          <a:lstStyle>
            <a:lvl1pPr>
              <a:defRPr sz="800"/>
            </a:lvl1pPr>
          </a:lstStyle>
          <a:p>
            <a:endParaRPr lang="en-US" dirty="0"/>
          </a:p>
        </p:txBody>
      </p:sp>
      <p:sp>
        <p:nvSpPr>
          <p:cNvPr id="76" name="Picture Placeholder 22">
            <a:extLst>
              <a:ext uri="{FF2B5EF4-FFF2-40B4-BE49-F238E27FC236}">
                <a16:creationId xmlns:a16="http://schemas.microsoft.com/office/drawing/2014/main" id="{8FFC3E17-A7DC-042B-11AB-C633CD591A7F}"/>
              </a:ext>
            </a:extLst>
          </p:cNvPr>
          <p:cNvSpPr>
            <a:spLocks noGrp="1"/>
          </p:cNvSpPr>
          <p:nvPr>
            <p:ph type="pic" sz="quarter" idx="25"/>
          </p:nvPr>
        </p:nvSpPr>
        <p:spPr>
          <a:xfrm flipH="1">
            <a:off x="5627225" y="3011570"/>
            <a:ext cx="3078866" cy="1251771"/>
          </a:xfrm>
          <a:prstGeom prst="rect">
            <a:avLst/>
          </a:prstGeom>
          <a:gradFill>
            <a:gsLst>
              <a:gs pos="98000">
                <a:schemeClr val="accent5">
                  <a:lumMod val="10000"/>
                </a:schemeClr>
              </a:gs>
              <a:gs pos="0">
                <a:schemeClr val="accent5">
                  <a:lumMod val="25000"/>
                  <a:alpha val="0"/>
                </a:schemeClr>
              </a:gs>
              <a:gs pos="32000">
                <a:schemeClr val="accent5">
                  <a:lumMod val="10000"/>
                  <a:alpha val="62000"/>
                </a:schemeClr>
              </a:gs>
            </a:gsLst>
            <a:lin ang="0" scaled="0"/>
          </a:gradFill>
        </p:spPr>
        <p:txBody>
          <a:bodyPr/>
          <a:lstStyle>
            <a:lvl1pPr>
              <a:defRPr sz="800"/>
            </a:lvl1pPr>
          </a:lstStyle>
          <a:p>
            <a:endParaRPr lang="en-US" dirty="0"/>
          </a:p>
        </p:txBody>
      </p:sp>
      <p:sp>
        <p:nvSpPr>
          <p:cNvPr id="73" name="Picture Placeholder 22">
            <a:extLst>
              <a:ext uri="{FF2B5EF4-FFF2-40B4-BE49-F238E27FC236}">
                <a16:creationId xmlns:a16="http://schemas.microsoft.com/office/drawing/2014/main" id="{64DCF3A0-C87B-A30D-2680-174282DEB154}"/>
              </a:ext>
            </a:extLst>
          </p:cNvPr>
          <p:cNvSpPr>
            <a:spLocks noGrp="1"/>
          </p:cNvSpPr>
          <p:nvPr>
            <p:ph type="pic" sz="quarter" idx="22"/>
          </p:nvPr>
        </p:nvSpPr>
        <p:spPr>
          <a:xfrm>
            <a:off x="0" y="1711348"/>
            <a:ext cx="3078866" cy="1251771"/>
          </a:xfrm>
          <a:prstGeom prst="rect">
            <a:avLst/>
          </a:prstGeom>
          <a:gradFill>
            <a:gsLst>
              <a:gs pos="98000">
                <a:schemeClr val="accent5">
                  <a:lumMod val="10000"/>
                </a:schemeClr>
              </a:gs>
              <a:gs pos="0">
                <a:schemeClr val="accent5">
                  <a:lumMod val="25000"/>
                  <a:alpha val="0"/>
                </a:schemeClr>
              </a:gs>
              <a:gs pos="32000">
                <a:schemeClr val="accent5">
                  <a:lumMod val="10000"/>
                  <a:alpha val="62000"/>
                </a:schemeClr>
              </a:gs>
            </a:gsLst>
            <a:lin ang="0" scaled="0"/>
          </a:gradFill>
        </p:spPr>
        <p:txBody>
          <a:bodyPr/>
          <a:lstStyle>
            <a:lvl1pPr>
              <a:defRPr sz="800"/>
            </a:lvl1pPr>
          </a:lstStyle>
          <a:p>
            <a:endParaRPr lang="en-US" dirty="0"/>
          </a:p>
        </p:txBody>
      </p:sp>
      <p:sp>
        <p:nvSpPr>
          <p:cNvPr id="74" name="Picture Placeholder 22">
            <a:extLst>
              <a:ext uri="{FF2B5EF4-FFF2-40B4-BE49-F238E27FC236}">
                <a16:creationId xmlns:a16="http://schemas.microsoft.com/office/drawing/2014/main" id="{9408EAAB-680C-ACCB-9A4D-35396E28F691}"/>
              </a:ext>
            </a:extLst>
          </p:cNvPr>
          <p:cNvSpPr>
            <a:spLocks noGrp="1"/>
          </p:cNvSpPr>
          <p:nvPr>
            <p:ph type="pic" sz="quarter" idx="23"/>
          </p:nvPr>
        </p:nvSpPr>
        <p:spPr>
          <a:xfrm>
            <a:off x="0" y="3021216"/>
            <a:ext cx="3078866" cy="1251771"/>
          </a:xfrm>
          <a:prstGeom prst="rect">
            <a:avLst/>
          </a:prstGeom>
          <a:gradFill>
            <a:gsLst>
              <a:gs pos="98000">
                <a:schemeClr val="accent5">
                  <a:lumMod val="10000"/>
                </a:schemeClr>
              </a:gs>
              <a:gs pos="0">
                <a:schemeClr val="accent5">
                  <a:lumMod val="25000"/>
                  <a:alpha val="0"/>
                </a:schemeClr>
              </a:gs>
              <a:gs pos="32000">
                <a:schemeClr val="accent5">
                  <a:lumMod val="10000"/>
                  <a:alpha val="62000"/>
                </a:schemeClr>
              </a:gs>
            </a:gsLst>
            <a:lin ang="0" scaled="0"/>
          </a:gradFill>
        </p:spPr>
        <p:txBody>
          <a:bodyPr/>
          <a:lstStyle>
            <a:lvl1pPr>
              <a:defRPr sz="800"/>
            </a:lvl1pPr>
          </a:lstStyle>
          <a:p>
            <a:endParaRPr lang="en-US" dirty="0"/>
          </a:p>
        </p:txBody>
      </p:sp>
      <p:sp>
        <p:nvSpPr>
          <p:cNvPr id="31" name="Text Placeholder 7">
            <a:extLst>
              <a:ext uri="{FF2B5EF4-FFF2-40B4-BE49-F238E27FC236}">
                <a16:creationId xmlns:a16="http://schemas.microsoft.com/office/drawing/2014/main" id="{D57F999C-B547-F7FD-8D30-1410D5E78E85}"/>
              </a:ext>
            </a:extLst>
          </p:cNvPr>
          <p:cNvSpPr>
            <a:spLocks noGrp="1"/>
          </p:cNvSpPr>
          <p:nvPr>
            <p:ph type="body" sz="quarter" idx="11" hasCustomPrompt="1"/>
          </p:nvPr>
        </p:nvSpPr>
        <p:spPr>
          <a:xfrm>
            <a:off x="308316" y="900727"/>
            <a:ext cx="8058443" cy="380682"/>
          </a:xfrm>
          <a:prstGeom prst="rect">
            <a:avLst/>
          </a:prstGeom>
        </p:spPr>
        <p:txBody>
          <a:bodyPr lIns="0" tIns="0" rIns="0" bIns="0" anchor="ctr"/>
          <a:lstStyle>
            <a:lvl1pPr marL="0" indent="0">
              <a:buFontTx/>
              <a:buNone/>
              <a:defRPr sz="1600" b="1" i="0">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err="1"/>
              <a:t>Subheader</a:t>
            </a:r>
            <a:endParaRPr lang="en-US"/>
          </a:p>
        </p:txBody>
      </p:sp>
      <p:sp>
        <p:nvSpPr>
          <p:cNvPr id="32" name="Text Placeholder 7">
            <a:extLst>
              <a:ext uri="{FF2B5EF4-FFF2-40B4-BE49-F238E27FC236}">
                <a16:creationId xmlns:a16="http://schemas.microsoft.com/office/drawing/2014/main" id="{75EB3219-C619-266D-D291-1B7164F88530}"/>
              </a:ext>
            </a:extLst>
          </p:cNvPr>
          <p:cNvSpPr>
            <a:spLocks noGrp="1"/>
          </p:cNvSpPr>
          <p:nvPr>
            <p:ph type="body" sz="quarter" idx="12" hasCustomPrompt="1"/>
          </p:nvPr>
        </p:nvSpPr>
        <p:spPr>
          <a:xfrm>
            <a:off x="3205113" y="2791986"/>
            <a:ext cx="2300141" cy="610781"/>
          </a:xfrm>
          <a:prstGeom prst="rect">
            <a:avLst/>
          </a:prstGeom>
        </p:spPr>
        <p:txBody>
          <a:bodyPr lIns="0" tIns="0" rIns="0" bIns="0" anchor="ctr"/>
          <a:lstStyle>
            <a:lvl1pPr marL="0" indent="0" algn="ctr">
              <a:lnSpc>
                <a:spcPct val="90000"/>
              </a:lnSpc>
              <a:spcBef>
                <a:spcPts val="0"/>
              </a:spcBef>
              <a:spcAft>
                <a:spcPts val="0"/>
              </a:spcAft>
              <a:buFontTx/>
              <a:buNone/>
              <a:defRPr sz="20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a:t>Dummy Text</a:t>
            </a:r>
            <a:br>
              <a:rPr lang="en-US"/>
            </a:br>
            <a:r>
              <a:rPr lang="en-US"/>
              <a:t>Dummy text</a:t>
            </a:r>
          </a:p>
        </p:txBody>
      </p:sp>
      <p:sp>
        <p:nvSpPr>
          <p:cNvPr id="36" name="Text Placeholder 5">
            <a:extLst>
              <a:ext uri="{FF2B5EF4-FFF2-40B4-BE49-F238E27FC236}">
                <a16:creationId xmlns:a16="http://schemas.microsoft.com/office/drawing/2014/main" id="{18376436-8857-91D0-F87B-61C071292A60}"/>
              </a:ext>
            </a:extLst>
          </p:cNvPr>
          <p:cNvSpPr>
            <a:spLocks noGrp="1"/>
          </p:cNvSpPr>
          <p:nvPr>
            <p:ph type="body" sz="quarter" idx="10" hasCustomPrompt="1"/>
          </p:nvPr>
        </p:nvSpPr>
        <p:spPr>
          <a:xfrm>
            <a:off x="333939" y="2171829"/>
            <a:ext cx="2601766" cy="688249"/>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l</a:t>
            </a:r>
          </a:p>
        </p:txBody>
      </p:sp>
      <p:sp>
        <p:nvSpPr>
          <p:cNvPr id="37" name="Text Placeholder 5">
            <a:extLst>
              <a:ext uri="{FF2B5EF4-FFF2-40B4-BE49-F238E27FC236}">
                <a16:creationId xmlns:a16="http://schemas.microsoft.com/office/drawing/2014/main" id="{A5C9173C-B638-4E0E-DE74-C7B6BF1DB11B}"/>
              </a:ext>
            </a:extLst>
          </p:cNvPr>
          <p:cNvSpPr>
            <a:spLocks noGrp="1"/>
          </p:cNvSpPr>
          <p:nvPr>
            <p:ph type="body" sz="quarter" idx="14" hasCustomPrompt="1"/>
          </p:nvPr>
        </p:nvSpPr>
        <p:spPr>
          <a:xfrm>
            <a:off x="329369" y="1840205"/>
            <a:ext cx="2571960"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38" name="Text Placeholder 5">
            <a:extLst>
              <a:ext uri="{FF2B5EF4-FFF2-40B4-BE49-F238E27FC236}">
                <a16:creationId xmlns:a16="http://schemas.microsoft.com/office/drawing/2014/main" id="{2E5415E2-09FA-8AAB-4EBA-3FC6AE4B5BD4}"/>
              </a:ext>
            </a:extLst>
          </p:cNvPr>
          <p:cNvSpPr>
            <a:spLocks noGrp="1"/>
          </p:cNvSpPr>
          <p:nvPr>
            <p:ph type="body" sz="quarter" idx="15" hasCustomPrompt="1"/>
          </p:nvPr>
        </p:nvSpPr>
        <p:spPr>
          <a:xfrm>
            <a:off x="321334" y="3476922"/>
            <a:ext cx="2607496"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l</a:t>
            </a:r>
          </a:p>
        </p:txBody>
      </p:sp>
      <p:sp>
        <p:nvSpPr>
          <p:cNvPr id="40" name="Text Placeholder 5">
            <a:extLst>
              <a:ext uri="{FF2B5EF4-FFF2-40B4-BE49-F238E27FC236}">
                <a16:creationId xmlns:a16="http://schemas.microsoft.com/office/drawing/2014/main" id="{6207373F-4B22-E591-5649-1095CFF84F43}"/>
              </a:ext>
            </a:extLst>
          </p:cNvPr>
          <p:cNvSpPr>
            <a:spLocks noGrp="1"/>
          </p:cNvSpPr>
          <p:nvPr>
            <p:ph type="body" sz="quarter" idx="16" hasCustomPrompt="1"/>
          </p:nvPr>
        </p:nvSpPr>
        <p:spPr>
          <a:xfrm>
            <a:off x="316764" y="3138423"/>
            <a:ext cx="2577690"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45" name="Text Placeholder 5">
            <a:extLst>
              <a:ext uri="{FF2B5EF4-FFF2-40B4-BE49-F238E27FC236}">
                <a16:creationId xmlns:a16="http://schemas.microsoft.com/office/drawing/2014/main" id="{E1055A6C-3F5B-B4D6-F36C-FF04E6562830}"/>
              </a:ext>
            </a:extLst>
          </p:cNvPr>
          <p:cNvSpPr>
            <a:spLocks noGrp="1"/>
          </p:cNvSpPr>
          <p:nvPr>
            <p:ph type="body" sz="quarter" idx="17" hasCustomPrompt="1"/>
          </p:nvPr>
        </p:nvSpPr>
        <p:spPr>
          <a:xfrm>
            <a:off x="5760754" y="2180996"/>
            <a:ext cx="2607496"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l</a:t>
            </a:r>
          </a:p>
        </p:txBody>
      </p:sp>
      <p:sp>
        <p:nvSpPr>
          <p:cNvPr id="46" name="Text Placeholder 5">
            <a:extLst>
              <a:ext uri="{FF2B5EF4-FFF2-40B4-BE49-F238E27FC236}">
                <a16:creationId xmlns:a16="http://schemas.microsoft.com/office/drawing/2014/main" id="{A441078B-D899-D447-825D-6C42CBE257C5}"/>
              </a:ext>
            </a:extLst>
          </p:cNvPr>
          <p:cNvSpPr>
            <a:spLocks noGrp="1"/>
          </p:cNvSpPr>
          <p:nvPr>
            <p:ph type="body" sz="quarter" idx="18" hasCustomPrompt="1"/>
          </p:nvPr>
        </p:nvSpPr>
        <p:spPr>
          <a:xfrm>
            <a:off x="5756184" y="1842497"/>
            <a:ext cx="2577690"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47" name="Text Placeholder 5">
            <a:extLst>
              <a:ext uri="{FF2B5EF4-FFF2-40B4-BE49-F238E27FC236}">
                <a16:creationId xmlns:a16="http://schemas.microsoft.com/office/drawing/2014/main" id="{590D82DB-DD0F-2470-49DB-B0DA4BE5CE3D}"/>
              </a:ext>
            </a:extLst>
          </p:cNvPr>
          <p:cNvSpPr>
            <a:spLocks noGrp="1"/>
          </p:cNvSpPr>
          <p:nvPr>
            <p:ph type="body" sz="quarter" idx="19" hasCustomPrompt="1"/>
          </p:nvPr>
        </p:nvSpPr>
        <p:spPr>
          <a:xfrm>
            <a:off x="5768774" y="3460359"/>
            <a:ext cx="2607496"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l</a:t>
            </a:r>
          </a:p>
        </p:txBody>
      </p:sp>
      <p:sp>
        <p:nvSpPr>
          <p:cNvPr id="48" name="Text Placeholder 5">
            <a:extLst>
              <a:ext uri="{FF2B5EF4-FFF2-40B4-BE49-F238E27FC236}">
                <a16:creationId xmlns:a16="http://schemas.microsoft.com/office/drawing/2014/main" id="{A35BF3D4-5DDC-B33F-56A3-D31175BE3A4E}"/>
              </a:ext>
            </a:extLst>
          </p:cNvPr>
          <p:cNvSpPr>
            <a:spLocks noGrp="1"/>
          </p:cNvSpPr>
          <p:nvPr>
            <p:ph type="body" sz="quarter" idx="20" hasCustomPrompt="1"/>
          </p:nvPr>
        </p:nvSpPr>
        <p:spPr>
          <a:xfrm>
            <a:off x="5764204" y="3121860"/>
            <a:ext cx="2577690"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2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2" name="Picture Placeholder 71">
            <a:extLst>
              <a:ext uri="{FF2B5EF4-FFF2-40B4-BE49-F238E27FC236}">
                <a16:creationId xmlns:a16="http://schemas.microsoft.com/office/drawing/2014/main" id="{3AD40D9F-1A1E-9790-8E8A-044FC7068A28}"/>
              </a:ext>
            </a:extLst>
          </p:cNvPr>
          <p:cNvSpPr>
            <a:spLocks noGrp="1"/>
          </p:cNvSpPr>
          <p:nvPr>
            <p:ph type="pic" sz="quarter" idx="38"/>
          </p:nvPr>
        </p:nvSpPr>
        <p:spPr>
          <a:xfrm>
            <a:off x="6056" y="4406900"/>
            <a:ext cx="8732591" cy="355600"/>
          </a:xfrm>
          <a:prstGeom prst="rect">
            <a:avLst/>
          </a:prstGeom>
          <a:gradFill>
            <a:gsLst>
              <a:gs pos="100000">
                <a:schemeClr val="accent5">
                  <a:lumMod val="75000"/>
                  <a:alpha val="0"/>
                </a:schemeClr>
              </a:gs>
              <a:gs pos="0">
                <a:schemeClr val="accent5">
                  <a:lumMod val="75000"/>
                  <a:alpha val="0"/>
                </a:schemeClr>
              </a:gs>
              <a:gs pos="54000">
                <a:schemeClr val="accent5">
                  <a:lumMod val="75000"/>
                  <a:alpha val="91267"/>
                </a:schemeClr>
              </a:gs>
            </a:gsLst>
            <a:lin ang="10800000" scaled="0"/>
          </a:gradFill>
        </p:spPr>
        <p:txBody>
          <a:bodyPr/>
          <a:lstStyle>
            <a:lvl1pPr>
              <a:defRPr sz="800"/>
            </a:lvl1pPr>
          </a:lstStyle>
          <a:p>
            <a:endParaRPr lang="en-US" dirty="0"/>
          </a:p>
        </p:txBody>
      </p:sp>
      <p:sp>
        <p:nvSpPr>
          <p:cNvPr id="3" name="Text Placeholder 7">
            <a:extLst>
              <a:ext uri="{FF2B5EF4-FFF2-40B4-BE49-F238E27FC236}">
                <a16:creationId xmlns:a16="http://schemas.microsoft.com/office/drawing/2014/main" id="{A99D8E02-A34C-D425-C24C-8BE379354852}"/>
              </a:ext>
            </a:extLst>
          </p:cNvPr>
          <p:cNvSpPr>
            <a:spLocks noGrp="1"/>
          </p:cNvSpPr>
          <p:nvPr>
            <p:ph type="body" sz="quarter" idx="39" hasCustomPrompt="1"/>
          </p:nvPr>
        </p:nvSpPr>
        <p:spPr>
          <a:xfrm>
            <a:off x="3139126" y="4424395"/>
            <a:ext cx="2413262" cy="336141"/>
          </a:xfrm>
          <a:prstGeom prst="rect">
            <a:avLst/>
          </a:prstGeom>
        </p:spPr>
        <p:txBody>
          <a:bodyPr lIns="0" tIns="0" rIns="0" bIns="0" anchor="ctr"/>
          <a:lstStyle>
            <a:lvl1pPr marL="0" indent="0" algn="ctr">
              <a:lnSpc>
                <a:spcPct val="90000"/>
              </a:lnSpc>
              <a:spcBef>
                <a:spcPts val="0"/>
              </a:spcBef>
              <a:spcAft>
                <a:spcPts val="0"/>
              </a:spcAft>
              <a:buFontTx/>
              <a:buNone/>
              <a:defRPr sz="1600" b="1" i="1">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a:t>Dummy text</a:t>
            </a:r>
          </a:p>
        </p:txBody>
      </p:sp>
      <p:sp>
        <p:nvSpPr>
          <p:cNvPr id="4" name="Title 1">
            <a:extLst>
              <a:ext uri="{FF2B5EF4-FFF2-40B4-BE49-F238E27FC236}">
                <a16:creationId xmlns:a16="http://schemas.microsoft.com/office/drawing/2014/main" id="{6623B338-2E4C-21C1-AD6B-ABA4AB8E2A87}"/>
              </a:ext>
            </a:extLst>
          </p:cNvPr>
          <p:cNvSpPr>
            <a:spLocks noGrp="1"/>
          </p:cNvSpPr>
          <p:nvPr>
            <p:ph type="title" hasCustomPrompt="1"/>
          </p:nvPr>
        </p:nvSpPr>
        <p:spPr>
          <a:xfrm>
            <a:off x="300296" y="243041"/>
            <a:ext cx="8043203" cy="548637"/>
          </a:xfrm>
        </p:spPr>
        <p:txBody>
          <a:bodyPr/>
          <a:lstStyle/>
          <a:p>
            <a:r>
              <a:rPr lang="en-US"/>
              <a:t>Infographic Style 3</a:t>
            </a:r>
          </a:p>
        </p:txBody>
      </p:sp>
    </p:spTree>
    <p:extLst>
      <p:ext uri="{BB962C8B-B14F-4D97-AF65-F5344CB8AC3E}">
        <p14:creationId xmlns:p14="http://schemas.microsoft.com/office/powerpoint/2010/main" val="295464604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Infographic_Style4">
    <p:spTree>
      <p:nvGrpSpPr>
        <p:cNvPr id="1" name=""/>
        <p:cNvGrpSpPr/>
        <p:nvPr/>
      </p:nvGrpSpPr>
      <p:grpSpPr>
        <a:xfrm>
          <a:off x="0" y="0"/>
          <a:ext cx="0" cy="0"/>
          <a:chOff x="0" y="0"/>
          <a:chExt cx="0" cy="0"/>
        </a:xfrm>
      </p:grpSpPr>
      <p:sp>
        <p:nvSpPr>
          <p:cNvPr id="31" name="Text Placeholder 7">
            <a:extLst>
              <a:ext uri="{FF2B5EF4-FFF2-40B4-BE49-F238E27FC236}">
                <a16:creationId xmlns:a16="http://schemas.microsoft.com/office/drawing/2014/main" id="{D57F999C-B547-F7FD-8D30-1410D5E78E85}"/>
              </a:ext>
            </a:extLst>
          </p:cNvPr>
          <p:cNvSpPr>
            <a:spLocks noGrp="1"/>
          </p:cNvSpPr>
          <p:nvPr>
            <p:ph type="body" sz="quarter" idx="11" hasCustomPrompt="1"/>
          </p:nvPr>
        </p:nvSpPr>
        <p:spPr>
          <a:xfrm>
            <a:off x="308316" y="900727"/>
            <a:ext cx="8058443" cy="380682"/>
          </a:xfrm>
          <a:prstGeom prst="rect">
            <a:avLst/>
          </a:prstGeom>
        </p:spPr>
        <p:txBody>
          <a:bodyPr lIns="0" tIns="0" rIns="0" bIns="0" anchor="ctr"/>
          <a:lstStyle>
            <a:lvl1pPr marL="0" indent="0">
              <a:buFontTx/>
              <a:buNone/>
              <a:defRPr sz="1600" b="1" i="0">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err="1"/>
              <a:t>Subheader</a:t>
            </a:r>
            <a:endParaRPr lang="en-US"/>
          </a:p>
        </p:txBody>
      </p:sp>
      <p:sp>
        <p:nvSpPr>
          <p:cNvPr id="7" name="Text Placeholder 6">
            <a:extLst>
              <a:ext uri="{FF2B5EF4-FFF2-40B4-BE49-F238E27FC236}">
                <a16:creationId xmlns:a16="http://schemas.microsoft.com/office/drawing/2014/main" id="{9842655B-93B8-6F6C-65C5-AB5ADB8586BA}"/>
              </a:ext>
            </a:extLst>
          </p:cNvPr>
          <p:cNvSpPr>
            <a:spLocks noGrp="1"/>
          </p:cNvSpPr>
          <p:nvPr>
            <p:ph type="body" sz="quarter" idx="25" hasCustomPrompt="1"/>
          </p:nvPr>
        </p:nvSpPr>
        <p:spPr>
          <a:xfrm>
            <a:off x="3575349" y="1582398"/>
            <a:ext cx="4814463" cy="510013"/>
          </a:xfrm>
          <a:prstGeom prst="rect">
            <a:avLst/>
          </a:prstGeom>
          <a:solidFill>
            <a:schemeClr val="bg1">
              <a:lumMod val="85000"/>
            </a:schemeClr>
          </a:solidFill>
        </p:spPr>
        <p:txBody>
          <a:bodyPr lIns="182880" tIns="0" rIns="0" bIns="0" anchor="ctr"/>
          <a:lstStyle>
            <a:lvl1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1pPr>
            <a:lvl2pPr marL="180975" indent="-171450">
              <a:lnSpc>
                <a:spcPct val="110000"/>
              </a:lnSpc>
              <a:spcBef>
                <a:spcPts val="0"/>
              </a:spcBef>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2pPr>
            <a:lvl3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3pPr>
            <a:lvl4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4pPr>
            <a:lvl5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5pPr>
          </a:lstStyle>
          <a:p>
            <a:pPr lvl="1"/>
            <a:r>
              <a:rPr lang="en-US"/>
              <a:t>Dummy text dummy text dummy text dummy text</a:t>
            </a:r>
          </a:p>
          <a:p>
            <a:pPr lvl="1"/>
            <a:r>
              <a:rPr lang="en-US"/>
              <a:t>Dummy text dummy text dummy text dummy text</a:t>
            </a:r>
          </a:p>
        </p:txBody>
      </p:sp>
      <p:sp>
        <p:nvSpPr>
          <p:cNvPr id="8" name="Text Placeholder 6">
            <a:extLst>
              <a:ext uri="{FF2B5EF4-FFF2-40B4-BE49-F238E27FC236}">
                <a16:creationId xmlns:a16="http://schemas.microsoft.com/office/drawing/2014/main" id="{5C67CDC5-B4C9-69E0-8EEA-634A6E81C3C7}"/>
              </a:ext>
            </a:extLst>
          </p:cNvPr>
          <p:cNvSpPr>
            <a:spLocks noGrp="1"/>
          </p:cNvSpPr>
          <p:nvPr>
            <p:ph type="body" sz="quarter" idx="26" hasCustomPrompt="1"/>
          </p:nvPr>
        </p:nvSpPr>
        <p:spPr>
          <a:xfrm>
            <a:off x="3575221" y="2429080"/>
            <a:ext cx="4827373" cy="500047"/>
          </a:xfrm>
          <a:prstGeom prst="rect">
            <a:avLst/>
          </a:prstGeom>
          <a:solidFill>
            <a:schemeClr val="bg1">
              <a:lumMod val="85000"/>
            </a:schemeClr>
          </a:solidFill>
        </p:spPr>
        <p:txBody>
          <a:bodyPr lIns="182880" tIns="0" rIns="0" bIns="0" numCol="2" anchor="ctr"/>
          <a:lstStyle>
            <a:lvl1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1pPr>
            <a:lvl2pPr marL="180975" indent="-171450">
              <a:lnSpc>
                <a:spcPct val="110000"/>
              </a:lnSpc>
              <a:spcBef>
                <a:spcPts val="0"/>
              </a:spcBef>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2pPr>
            <a:lvl3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3pPr>
            <a:lvl4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4pPr>
            <a:lvl5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5pPr>
          </a:lstStyle>
          <a:p>
            <a:pPr lvl="1"/>
            <a:r>
              <a:rPr lang="en-US"/>
              <a:t>Dummy text</a:t>
            </a:r>
          </a:p>
          <a:p>
            <a:pPr lvl="1"/>
            <a:r>
              <a:rPr lang="en-US"/>
              <a:t>Dummy text</a:t>
            </a:r>
          </a:p>
          <a:p>
            <a:pPr lvl="1"/>
            <a:r>
              <a:rPr lang="en-US"/>
              <a:t>Dummy text</a:t>
            </a:r>
          </a:p>
          <a:p>
            <a:pPr lvl="1"/>
            <a:r>
              <a:rPr lang="en-US"/>
              <a:t>Dummy text</a:t>
            </a:r>
          </a:p>
        </p:txBody>
      </p:sp>
      <p:sp>
        <p:nvSpPr>
          <p:cNvPr id="9" name="Text Placeholder 6">
            <a:extLst>
              <a:ext uri="{FF2B5EF4-FFF2-40B4-BE49-F238E27FC236}">
                <a16:creationId xmlns:a16="http://schemas.microsoft.com/office/drawing/2014/main" id="{F5F47812-CC13-B865-29D1-AECCF7A6E69D}"/>
              </a:ext>
            </a:extLst>
          </p:cNvPr>
          <p:cNvSpPr>
            <a:spLocks noGrp="1"/>
          </p:cNvSpPr>
          <p:nvPr>
            <p:ph type="body" sz="quarter" idx="27" hasCustomPrompt="1"/>
          </p:nvPr>
        </p:nvSpPr>
        <p:spPr>
          <a:xfrm>
            <a:off x="3583587" y="3232846"/>
            <a:ext cx="4814463" cy="514795"/>
          </a:xfrm>
          <a:prstGeom prst="rect">
            <a:avLst/>
          </a:prstGeom>
          <a:solidFill>
            <a:schemeClr val="bg1">
              <a:lumMod val="85000"/>
            </a:schemeClr>
          </a:solidFill>
        </p:spPr>
        <p:txBody>
          <a:bodyPr lIns="182880" tIns="0" rIns="0" bIns="0" anchor="ctr"/>
          <a:lstStyle>
            <a:lvl1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1pPr>
            <a:lvl2pPr marL="180975" indent="-171450">
              <a:lnSpc>
                <a:spcPct val="110000"/>
              </a:lnSpc>
              <a:spcBef>
                <a:spcPts val="0"/>
              </a:spcBef>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2pPr>
            <a:lvl3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3pPr>
            <a:lvl4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4pPr>
            <a:lvl5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5pPr>
          </a:lstStyle>
          <a:p>
            <a:pPr lvl="1"/>
            <a:r>
              <a:rPr lang="en-US"/>
              <a:t>Dummy text dummy text dummy text dummy text</a:t>
            </a:r>
          </a:p>
          <a:p>
            <a:pPr lvl="1"/>
            <a:r>
              <a:rPr lang="en-US"/>
              <a:t>Dummy text dummy text dummy text dummy text</a:t>
            </a:r>
          </a:p>
        </p:txBody>
      </p:sp>
      <p:sp>
        <p:nvSpPr>
          <p:cNvPr id="16" name="Picture Placeholder 15">
            <a:extLst>
              <a:ext uri="{FF2B5EF4-FFF2-40B4-BE49-F238E27FC236}">
                <a16:creationId xmlns:a16="http://schemas.microsoft.com/office/drawing/2014/main" id="{00AB48B3-6E7F-D6A6-D286-D64B1151E6D4}"/>
              </a:ext>
            </a:extLst>
          </p:cNvPr>
          <p:cNvSpPr>
            <a:spLocks noGrp="1"/>
          </p:cNvSpPr>
          <p:nvPr>
            <p:ph type="pic" sz="quarter" idx="30"/>
          </p:nvPr>
        </p:nvSpPr>
        <p:spPr>
          <a:xfrm rot="5400000">
            <a:off x="3057418" y="1719592"/>
            <a:ext cx="607095" cy="297978"/>
          </a:xfrm>
          <a:prstGeom prst="triangle">
            <a:avLst/>
          </a:prstGeom>
          <a:solidFill>
            <a:schemeClr val="accent5">
              <a:lumMod val="75000"/>
            </a:schemeClr>
          </a:solidFill>
        </p:spPr>
        <p:txBody>
          <a:bodyPr/>
          <a:lstStyle>
            <a:lvl1pPr>
              <a:defRPr sz="800"/>
            </a:lvl1pPr>
          </a:lstStyle>
          <a:p>
            <a:endParaRPr lang="en-US" dirty="0"/>
          </a:p>
        </p:txBody>
      </p:sp>
      <p:sp>
        <p:nvSpPr>
          <p:cNvPr id="14" name="Text Placeholder 6">
            <a:extLst>
              <a:ext uri="{FF2B5EF4-FFF2-40B4-BE49-F238E27FC236}">
                <a16:creationId xmlns:a16="http://schemas.microsoft.com/office/drawing/2014/main" id="{2574BB04-4836-2138-8C43-72E88EEE3708}"/>
              </a:ext>
            </a:extLst>
          </p:cNvPr>
          <p:cNvSpPr>
            <a:spLocks noGrp="1"/>
          </p:cNvSpPr>
          <p:nvPr>
            <p:ph type="body" sz="quarter" idx="29" hasCustomPrompt="1"/>
          </p:nvPr>
        </p:nvSpPr>
        <p:spPr>
          <a:xfrm>
            <a:off x="300298" y="1510617"/>
            <a:ext cx="2933932" cy="708738"/>
          </a:xfrm>
          <a:prstGeom prst="roundRect">
            <a:avLst/>
          </a:prstGeom>
          <a:solidFill>
            <a:schemeClr val="tx1"/>
          </a:solidFill>
          <a:ln w="19050">
            <a:solidFill>
              <a:schemeClr val="accent5">
                <a:lumMod val="75000"/>
              </a:schemeClr>
            </a:solidFill>
          </a:ln>
        </p:spPr>
        <p:txBody>
          <a:bodyPr lIns="274320" tIns="0" rIns="0" bIns="0" anchor="ctr"/>
          <a:lstStyle>
            <a:lvl1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1pPr>
            <a:lvl2pPr marL="9525" indent="0">
              <a:lnSpc>
                <a:spcPct val="110000"/>
              </a:lnSpc>
              <a:spcBef>
                <a:spcPts val="0"/>
              </a:spcBef>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3pPr>
            <a:lvl4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4pPr>
            <a:lvl5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5pPr>
          </a:lstStyle>
          <a:p>
            <a:pPr lvl="1"/>
            <a:r>
              <a:rPr lang="en-US"/>
              <a:t>Dummy text question</a:t>
            </a:r>
          </a:p>
        </p:txBody>
      </p:sp>
      <p:sp>
        <p:nvSpPr>
          <p:cNvPr id="17" name="Text Placeholder 6">
            <a:extLst>
              <a:ext uri="{FF2B5EF4-FFF2-40B4-BE49-F238E27FC236}">
                <a16:creationId xmlns:a16="http://schemas.microsoft.com/office/drawing/2014/main" id="{DF3B3759-19D7-0DCF-47AA-669EF43C7306}"/>
              </a:ext>
            </a:extLst>
          </p:cNvPr>
          <p:cNvSpPr>
            <a:spLocks noGrp="1"/>
          </p:cNvSpPr>
          <p:nvPr>
            <p:ph type="body" sz="quarter" idx="31" hasCustomPrompt="1"/>
          </p:nvPr>
        </p:nvSpPr>
        <p:spPr>
          <a:xfrm>
            <a:off x="3562864" y="4043121"/>
            <a:ext cx="4827373" cy="500047"/>
          </a:xfrm>
          <a:prstGeom prst="rect">
            <a:avLst/>
          </a:prstGeom>
          <a:solidFill>
            <a:schemeClr val="bg1">
              <a:lumMod val="85000"/>
            </a:schemeClr>
          </a:solidFill>
        </p:spPr>
        <p:txBody>
          <a:bodyPr lIns="457200" tIns="0" rIns="0" bIns="0" numCol="2" anchor="ctr"/>
          <a:lstStyle>
            <a:lvl1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1pPr>
            <a:lvl2pPr marL="180975" indent="-171450">
              <a:lnSpc>
                <a:spcPct val="110000"/>
              </a:lnSpc>
              <a:spcBef>
                <a:spcPts val="0"/>
              </a:spcBef>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2pPr>
            <a:lvl3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3pPr>
            <a:lvl4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4pPr>
            <a:lvl5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5pPr>
          </a:lstStyle>
          <a:p>
            <a:pPr lvl="1"/>
            <a:r>
              <a:rPr lang="en-US"/>
              <a:t>Dummy text</a:t>
            </a:r>
          </a:p>
          <a:p>
            <a:pPr lvl="1"/>
            <a:r>
              <a:rPr lang="en-US"/>
              <a:t>Dummy text</a:t>
            </a:r>
          </a:p>
          <a:p>
            <a:pPr lvl="1"/>
            <a:r>
              <a:rPr lang="en-US"/>
              <a:t>Dummy text</a:t>
            </a:r>
          </a:p>
          <a:p>
            <a:pPr lvl="1"/>
            <a:r>
              <a:rPr lang="en-US"/>
              <a:t>Dummy text</a:t>
            </a:r>
          </a:p>
        </p:txBody>
      </p:sp>
      <p:sp>
        <p:nvSpPr>
          <p:cNvPr id="18" name="Picture Placeholder 15">
            <a:extLst>
              <a:ext uri="{FF2B5EF4-FFF2-40B4-BE49-F238E27FC236}">
                <a16:creationId xmlns:a16="http://schemas.microsoft.com/office/drawing/2014/main" id="{67B7E272-618A-9EF4-4C68-50F0E970E539}"/>
              </a:ext>
            </a:extLst>
          </p:cNvPr>
          <p:cNvSpPr>
            <a:spLocks noGrp="1"/>
          </p:cNvSpPr>
          <p:nvPr>
            <p:ph type="pic" sz="quarter" idx="32"/>
          </p:nvPr>
        </p:nvSpPr>
        <p:spPr>
          <a:xfrm rot="5400000">
            <a:off x="3028586" y="2522781"/>
            <a:ext cx="607095" cy="297978"/>
          </a:xfrm>
          <a:prstGeom prst="triangle">
            <a:avLst/>
          </a:prstGeom>
          <a:solidFill>
            <a:schemeClr val="accent5">
              <a:lumMod val="75000"/>
            </a:schemeClr>
          </a:solidFill>
        </p:spPr>
        <p:txBody>
          <a:bodyPr/>
          <a:lstStyle>
            <a:lvl1pPr>
              <a:defRPr sz="800"/>
            </a:lvl1pPr>
          </a:lstStyle>
          <a:p>
            <a:endParaRPr lang="en-US" dirty="0"/>
          </a:p>
        </p:txBody>
      </p:sp>
      <p:sp>
        <p:nvSpPr>
          <p:cNvPr id="19" name="Text Placeholder 6">
            <a:extLst>
              <a:ext uri="{FF2B5EF4-FFF2-40B4-BE49-F238E27FC236}">
                <a16:creationId xmlns:a16="http://schemas.microsoft.com/office/drawing/2014/main" id="{54C30125-03F2-A979-1063-3CDDAA4BDF15}"/>
              </a:ext>
            </a:extLst>
          </p:cNvPr>
          <p:cNvSpPr>
            <a:spLocks noGrp="1"/>
          </p:cNvSpPr>
          <p:nvPr>
            <p:ph type="body" sz="quarter" idx="33" hasCustomPrompt="1"/>
          </p:nvPr>
        </p:nvSpPr>
        <p:spPr>
          <a:xfrm>
            <a:off x="271466" y="2313806"/>
            <a:ext cx="2933932" cy="708738"/>
          </a:xfrm>
          <a:prstGeom prst="roundRect">
            <a:avLst/>
          </a:prstGeom>
          <a:solidFill>
            <a:schemeClr val="tx1"/>
          </a:solidFill>
          <a:ln w="19050">
            <a:solidFill>
              <a:schemeClr val="accent5">
                <a:lumMod val="75000"/>
              </a:schemeClr>
            </a:solidFill>
          </a:ln>
        </p:spPr>
        <p:txBody>
          <a:bodyPr lIns="274320" tIns="0" rIns="0" bIns="0" anchor="ctr"/>
          <a:lstStyle>
            <a:lvl1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1pPr>
            <a:lvl2pPr marL="9525" indent="0">
              <a:lnSpc>
                <a:spcPct val="110000"/>
              </a:lnSpc>
              <a:spcBef>
                <a:spcPts val="0"/>
              </a:spcBef>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3pPr>
            <a:lvl4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4pPr>
            <a:lvl5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5pPr>
          </a:lstStyle>
          <a:p>
            <a:pPr lvl="1"/>
            <a:r>
              <a:rPr lang="en-US"/>
              <a:t>Dummy text question</a:t>
            </a:r>
          </a:p>
        </p:txBody>
      </p:sp>
      <p:sp>
        <p:nvSpPr>
          <p:cNvPr id="20" name="Picture Placeholder 15">
            <a:extLst>
              <a:ext uri="{FF2B5EF4-FFF2-40B4-BE49-F238E27FC236}">
                <a16:creationId xmlns:a16="http://schemas.microsoft.com/office/drawing/2014/main" id="{E0E7A1FA-E78B-C894-7C5F-5E1B5B1069D7}"/>
              </a:ext>
            </a:extLst>
          </p:cNvPr>
          <p:cNvSpPr>
            <a:spLocks noGrp="1"/>
          </p:cNvSpPr>
          <p:nvPr>
            <p:ph type="pic" sz="quarter" idx="34"/>
          </p:nvPr>
        </p:nvSpPr>
        <p:spPr>
          <a:xfrm rot="5400000">
            <a:off x="3028585" y="3330090"/>
            <a:ext cx="607095" cy="297978"/>
          </a:xfrm>
          <a:prstGeom prst="triangle">
            <a:avLst/>
          </a:prstGeom>
          <a:solidFill>
            <a:schemeClr val="accent5">
              <a:lumMod val="75000"/>
            </a:schemeClr>
          </a:solidFill>
        </p:spPr>
        <p:txBody>
          <a:bodyPr/>
          <a:lstStyle>
            <a:lvl1pPr>
              <a:defRPr sz="800"/>
            </a:lvl1pPr>
          </a:lstStyle>
          <a:p>
            <a:endParaRPr lang="en-US" dirty="0"/>
          </a:p>
        </p:txBody>
      </p:sp>
      <p:sp>
        <p:nvSpPr>
          <p:cNvPr id="21" name="Text Placeholder 6">
            <a:extLst>
              <a:ext uri="{FF2B5EF4-FFF2-40B4-BE49-F238E27FC236}">
                <a16:creationId xmlns:a16="http://schemas.microsoft.com/office/drawing/2014/main" id="{6DE89FF5-9E82-6A60-B8BB-32D8C438F4AD}"/>
              </a:ext>
            </a:extLst>
          </p:cNvPr>
          <p:cNvSpPr>
            <a:spLocks noGrp="1"/>
          </p:cNvSpPr>
          <p:nvPr>
            <p:ph type="body" sz="quarter" idx="35" hasCustomPrompt="1"/>
          </p:nvPr>
        </p:nvSpPr>
        <p:spPr>
          <a:xfrm>
            <a:off x="271465" y="3121115"/>
            <a:ext cx="2933932" cy="708738"/>
          </a:xfrm>
          <a:prstGeom prst="roundRect">
            <a:avLst/>
          </a:prstGeom>
          <a:solidFill>
            <a:schemeClr val="tx1"/>
          </a:solidFill>
          <a:ln w="19050">
            <a:solidFill>
              <a:schemeClr val="accent5">
                <a:lumMod val="75000"/>
              </a:schemeClr>
            </a:solidFill>
          </a:ln>
        </p:spPr>
        <p:txBody>
          <a:bodyPr lIns="274320" tIns="0" rIns="0" bIns="0" anchor="ctr"/>
          <a:lstStyle>
            <a:lvl1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1pPr>
            <a:lvl2pPr marL="9525" indent="0">
              <a:lnSpc>
                <a:spcPct val="110000"/>
              </a:lnSpc>
              <a:spcBef>
                <a:spcPts val="0"/>
              </a:spcBef>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3pPr>
            <a:lvl4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4pPr>
            <a:lvl5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5pPr>
          </a:lstStyle>
          <a:p>
            <a:pPr lvl="1"/>
            <a:r>
              <a:rPr lang="en-US"/>
              <a:t>Dummy text question</a:t>
            </a:r>
          </a:p>
        </p:txBody>
      </p:sp>
      <p:sp>
        <p:nvSpPr>
          <p:cNvPr id="22" name="Picture Placeholder 15">
            <a:extLst>
              <a:ext uri="{FF2B5EF4-FFF2-40B4-BE49-F238E27FC236}">
                <a16:creationId xmlns:a16="http://schemas.microsoft.com/office/drawing/2014/main" id="{CAE828D6-D958-AD9B-726C-37AB03E4E6C6}"/>
              </a:ext>
            </a:extLst>
          </p:cNvPr>
          <p:cNvSpPr>
            <a:spLocks noGrp="1"/>
          </p:cNvSpPr>
          <p:nvPr>
            <p:ph type="pic" sz="quarter" idx="36"/>
          </p:nvPr>
        </p:nvSpPr>
        <p:spPr>
          <a:xfrm rot="5400000">
            <a:off x="3028585" y="4145635"/>
            <a:ext cx="607095" cy="297978"/>
          </a:xfrm>
          <a:prstGeom prst="triangle">
            <a:avLst/>
          </a:prstGeom>
          <a:solidFill>
            <a:schemeClr val="accent5">
              <a:lumMod val="75000"/>
            </a:schemeClr>
          </a:solidFill>
        </p:spPr>
        <p:txBody>
          <a:bodyPr/>
          <a:lstStyle>
            <a:lvl1pPr>
              <a:defRPr sz="800"/>
            </a:lvl1pPr>
          </a:lstStyle>
          <a:p>
            <a:endParaRPr lang="en-US" dirty="0"/>
          </a:p>
        </p:txBody>
      </p:sp>
      <p:sp>
        <p:nvSpPr>
          <p:cNvPr id="23" name="Text Placeholder 6">
            <a:extLst>
              <a:ext uri="{FF2B5EF4-FFF2-40B4-BE49-F238E27FC236}">
                <a16:creationId xmlns:a16="http://schemas.microsoft.com/office/drawing/2014/main" id="{C2A38C2A-D97D-8D51-CCE7-698FA17EA54B}"/>
              </a:ext>
            </a:extLst>
          </p:cNvPr>
          <p:cNvSpPr>
            <a:spLocks noGrp="1"/>
          </p:cNvSpPr>
          <p:nvPr>
            <p:ph type="body" sz="quarter" idx="37" hasCustomPrompt="1"/>
          </p:nvPr>
        </p:nvSpPr>
        <p:spPr>
          <a:xfrm>
            <a:off x="271465" y="3936660"/>
            <a:ext cx="2933932" cy="708738"/>
          </a:xfrm>
          <a:prstGeom prst="roundRect">
            <a:avLst/>
          </a:prstGeom>
          <a:solidFill>
            <a:schemeClr val="tx1"/>
          </a:solidFill>
          <a:ln w="19050">
            <a:solidFill>
              <a:schemeClr val="accent5">
                <a:lumMod val="75000"/>
              </a:schemeClr>
            </a:solidFill>
          </a:ln>
        </p:spPr>
        <p:txBody>
          <a:bodyPr lIns="274320" tIns="0" rIns="0" bIns="0" anchor="ctr"/>
          <a:lstStyle>
            <a:lvl1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1pPr>
            <a:lvl2pPr marL="9525" indent="0">
              <a:lnSpc>
                <a:spcPct val="110000"/>
              </a:lnSpc>
              <a:spcBef>
                <a:spcPts val="0"/>
              </a:spcBef>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3pPr>
            <a:lvl4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4pPr>
            <a:lvl5pPr marL="180975" indent="-171450">
              <a:buFont typeface="Arial" panose="020B0604020202020204" pitchFamily="34" charset="0"/>
              <a:buChar char="•"/>
              <a:tabLst/>
              <a:defRPr sz="1100" b="0" i="0">
                <a:latin typeface="Verdana" panose="020B0604030504040204" pitchFamily="34" charset="0"/>
                <a:ea typeface="Verdana" panose="020B0604030504040204" pitchFamily="34" charset="0"/>
                <a:cs typeface="Verdana" panose="020B0604030504040204" pitchFamily="34" charset="0"/>
              </a:defRPr>
            </a:lvl5pPr>
          </a:lstStyle>
          <a:p>
            <a:pPr lvl="1"/>
            <a:r>
              <a:rPr lang="en-US"/>
              <a:t>Dummy text question</a:t>
            </a:r>
          </a:p>
        </p:txBody>
      </p:sp>
      <p:sp>
        <p:nvSpPr>
          <p:cNvPr id="2" name="Title 1">
            <a:extLst>
              <a:ext uri="{FF2B5EF4-FFF2-40B4-BE49-F238E27FC236}">
                <a16:creationId xmlns:a16="http://schemas.microsoft.com/office/drawing/2014/main" id="{DC9CD928-E648-71FC-9BF8-8FD4A9E25A2E}"/>
              </a:ext>
            </a:extLst>
          </p:cNvPr>
          <p:cNvSpPr>
            <a:spLocks noGrp="1"/>
          </p:cNvSpPr>
          <p:nvPr>
            <p:ph type="title" hasCustomPrompt="1"/>
          </p:nvPr>
        </p:nvSpPr>
        <p:spPr>
          <a:xfrm>
            <a:off x="308316" y="235019"/>
            <a:ext cx="8043203" cy="548637"/>
          </a:xfrm>
        </p:spPr>
        <p:txBody>
          <a:bodyPr/>
          <a:lstStyle/>
          <a:p>
            <a:r>
              <a:rPr lang="en-US"/>
              <a:t>Infographic Style 4</a:t>
            </a:r>
          </a:p>
        </p:txBody>
      </p:sp>
    </p:spTree>
    <p:extLst>
      <p:ext uri="{BB962C8B-B14F-4D97-AF65-F5344CB8AC3E}">
        <p14:creationId xmlns:p14="http://schemas.microsoft.com/office/powerpoint/2010/main" val="52724796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Infographic_Style5">
    <p:spTree>
      <p:nvGrpSpPr>
        <p:cNvPr id="1" name=""/>
        <p:cNvGrpSpPr/>
        <p:nvPr/>
      </p:nvGrpSpPr>
      <p:grpSpPr>
        <a:xfrm>
          <a:off x="0" y="0"/>
          <a:ext cx="0" cy="0"/>
          <a:chOff x="0" y="0"/>
          <a:chExt cx="0" cy="0"/>
        </a:xfrm>
      </p:grpSpPr>
      <p:sp>
        <p:nvSpPr>
          <p:cNvPr id="26" name="Picture Placeholder 71">
            <a:extLst>
              <a:ext uri="{FF2B5EF4-FFF2-40B4-BE49-F238E27FC236}">
                <a16:creationId xmlns:a16="http://schemas.microsoft.com/office/drawing/2014/main" id="{87DF5972-4CAD-2D53-C537-5C9AA8EF66B3}"/>
              </a:ext>
            </a:extLst>
          </p:cNvPr>
          <p:cNvSpPr>
            <a:spLocks noGrp="1"/>
          </p:cNvSpPr>
          <p:nvPr>
            <p:ph type="pic" sz="quarter" idx="21"/>
          </p:nvPr>
        </p:nvSpPr>
        <p:spPr>
          <a:xfrm>
            <a:off x="1" y="767644"/>
            <a:ext cx="8703732" cy="4375856"/>
          </a:xfrm>
          <a:prstGeom prst="rect">
            <a:avLst/>
          </a:prstGeom>
        </p:spPr>
        <p:txBody>
          <a:bodyPr/>
          <a:lstStyle>
            <a:lvl1pPr>
              <a:defRPr sz="800"/>
            </a:lvl1pPr>
          </a:lstStyle>
          <a:p>
            <a:endParaRPr lang="en-US" dirty="0"/>
          </a:p>
        </p:txBody>
      </p:sp>
      <p:sp>
        <p:nvSpPr>
          <p:cNvPr id="27" name="Picture Placeholder 71">
            <a:extLst>
              <a:ext uri="{FF2B5EF4-FFF2-40B4-BE49-F238E27FC236}">
                <a16:creationId xmlns:a16="http://schemas.microsoft.com/office/drawing/2014/main" id="{ABC5928B-FF52-8235-9B26-80A027C3DED9}"/>
              </a:ext>
            </a:extLst>
          </p:cNvPr>
          <p:cNvSpPr>
            <a:spLocks noGrp="1"/>
          </p:cNvSpPr>
          <p:nvPr>
            <p:ph type="pic" sz="quarter" idx="26"/>
          </p:nvPr>
        </p:nvSpPr>
        <p:spPr>
          <a:xfrm>
            <a:off x="0" y="778933"/>
            <a:ext cx="8703733" cy="4364567"/>
          </a:xfrm>
          <a:prstGeom prst="rect">
            <a:avLst/>
          </a:prstGeom>
          <a:solidFill>
            <a:schemeClr val="accent5">
              <a:lumMod val="25000"/>
              <a:alpha val="70000"/>
            </a:schemeClr>
          </a:solidFill>
        </p:spPr>
        <p:txBody>
          <a:bodyPr/>
          <a:lstStyle>
            <a:lvl1pPr>
              <a:defRPr sz="800"/>
            </a:lvl1pPr>
          </a:lstStyle>
          <a:p>
            <a:endParaRPr lang="en-US" dirty="0"/>
          </a:p>
        </p:txBody>
      </p:sp>
      <p:sp>
        <p:nvSpPr>
          <p:cNvPr id="47" name="Picture Placeholder 71">
            <a:extLst>
              <a:ext uri="{FF2B5EF4-FFF2-40B4-BE49-F238E27FC236}">
                <a16:creationId xmlns:a16="http://schemas.microsoft.com/office/drawing/2014/main" id="{78FB433D-E75F-F79B-0BEF-5F25615010D8}"/>
              </a:ext>
            </a:extLst>
          </p:cNvPr>
          <p:cNvSpPr>
            <a:spLocks noGrp="1"/>
          </p:cNvSpPr>
          <p:nvPr>
            <p:ph type="pic" sz="quarter" idx="38"/>
          </p:nvPr>
        </p:nvSpPr>
        <p:spPr>
          <a:xfrm>
            <a:off x="367645" y="925689"/>
            <a:ext cx="8139047" cy="914400"/>
          </a:xfrm>
          <a:prstGeom prst="rect">
            <a:avLst/>
          </a:prstGeom>
          <a:gradFill>
            <a:gsLst>
              <a:gs pos="0">
                <a:schemeClr val="accent5">
                  <a:lumMod val="75000"/>
                  <a:alpha val="0"/>
                </a:schemeClr>
              </a:gs>
              <a:gs pos="34000">
                <a:schemeClr val="accent5">
                  <a:lumMod val="75000"/>
                  <a:alpha val="91267"/>
                </a:schemeClr>
              </a:gs>
            </a:gsLst>
            <a:lin ang="10800000" scaled="0"/>
          </a:gradFill>
        </p:spPr>
        <p:txBody>
          <a:bodyPr/>
          <a:lstStyle>
            <a:lvl1pPr>
              <a:defRPr sz="800"/>
            </a:lvl1pPr>
          </a:lstStyle>
          <a:p>
            <a:endParaRPr lang="en-US" dirty="0"/>
          </a:p>
        </p:txBody>
      </p:sp>
      <p:sp>
        <p:nvSpPr>
          <p:cNvPr id="48" name="Picture Placeholder 71">
            <a:extLst>
              <a:ext uri="{FF2B5EF4-FFF2-40B4-BE49-F238E27FC236}">
                <a16:creationId xmlns:a16="http://schemas.microsoft.com/office/drawing/2014/main" id="{F09AB69C-529C-E020-B2DC-701B09BA3D3B}"/>
              </a:ext>
            </a:extLst>
          </p:cNvPr>
          <p:cNvSpPr>
            <a:spLocks noGrp="1"/>
          </p:cNvSpPr>
          <p:nvPr>
            <p:ph type="pic" sz="quarter" idx="39"/>
          </p:nvPr>
        </p:nvSpPr>
        <p:spPr>
          <a:xfrm>
            <a:off x="360218" y="1936045"/>
            <a:ext cx="8146473" cy="914400"/>
          </a:xfrm>
          <a:prstGeom prst="rect">
            <a:avLst/>
          </a:prstGeom>
          <a:gradFill>
            <a:gsLst>
              <a:gs pos="0">
                <a:schemeClr val="accent5">
                  <a:lumMod val="75000"/>
                  <a:alpha val="0"/>
                </a:schemeClr>
              </a:gs>
              <a:gs pos="34000">
                <a:schemeClr val="accent5">
                  <a:lumMod val="75000"/>
                  <a:alpha val="91267"/>
                </a:schemeClr>
              </a:gs>
            </a:gsLst>
            <a:lin ang="10800000" scaled="0"/>
          </a:gradFill>
        </p:spPr>
        <p:txBody>
          <a:bodyPr/>
          <a:lstStyle>
            <a:lvl1pPr>
              <a:defRPr sz="800"/>
            </a:lvl1pPr>
          </a:lstStyle>
          <a:p>
            <a:endParaRPr lang="en-US" dirty="0"/>
          </a:p>
        </p:txBody>
      </p:sp>
      <p:sp>
        <p:nvSpPr>
          <p:cNvPr id="49" name="Picture Placeholder 71">
            <a:extLst>
              <a:ext uri="{FF2B5EF4-FFF2-40B4-BE49-F238E27FC236}">
                <a16:creationId xmlns:a16="http://schemas.microsoft.com/office/drawing/2014/main" id="{0737985C-7AA3-4AD2-1F08-234FFDB3812C}"/>
              </a:ext>
            </a:extLst>
          </p:cNvPr>
          <p:cNvSpPr>
            <a:spLocks noGrp="1"/>
          </p:cNvSpPr>
          <p:nvPr>
            <p:ph type="pic" sz="quarter" idx="40"/>
          </p:nvPr>
        </p:nvSpPr>
        <p:spPr>
          <a:xfrm>
            <a:off x="346364" y="2963333"/>
            <a:ext cx="8160327" cy="914400"/>
          </a:xfrm>
          <a:prstGeom prst="rect">
            <a:avLst/>
          </a:prstGeom>
          <a:gradFill>
            <a:gsLst>
              <a:gs pos="0">
                <a:schemeClr val="accent5">
                  <a:lumMod val="75000"/>
                  <a:alpha val="0"/>
                </a:schemeClr>
              </a:gs>
              <a:gs pos="34000">
                <a:schemeClr val="accent5">
                  <a:lumMod val="75000"/>
                  <a:alpha val="91267"/>
                </a:schemeClr>
              </a:gs>
            </a:gsLst>
            <a:lin ang="10800000" scaled="0"/>
          </a:gradFill>
        </p:spPr>
        <p:txBody>
          <a:bodyPr/>
          <a:lstStyle>
            <a:lvl1pPr>
              <a:defRPr sz="800"/>
            </a:lvl1pPr>
          </a:lstStyle>
          <a:p>
            <a:endParaRPr lang="en-US" dirty="0"/>
          </a:p>
        </p:txBody>
      </p:sp>
      <p:sp>
        <p:nvSpPr>
          <p:cNvPr id="50" name="Picture Placeholder 71">
            <a:extLst>
              <a:ext uri="{FF2B5EF4-FFF2-40B4-BE49-F238E27FC236}">
                <a16:creationId xmlns:a16="http://schemas.microsoft.com/office/drawing/2014/main" id="{A22BC7D9-1F58-E12D-A2DE-1F7604C27483}"/>
              </a:ext>
            </a:extLst>
          </p:cNvPr>
          <p:cNvSpPr>
            <a:spLocks noGrp="1"/>
          </p:cNvSpPr>
          <p:nvPr>
            <p:ph type="pic" sz="quarter" idx="41"/>
          </p:nvPr>
        </p:nvSpPr>
        <p:spPr>
          <a:xfrm>
            <a:off x="341971" y="3990623"/>
            <a:ext cx="8164720" cy="914400"/>
          </a:xfrm>
          <a:prstGeom prst="rect">
            <a:avLst/>
          </a:prstGeom>
          <a:gradFill>
            <a:gsLst>
              <a:gs pos="0">
                <a:schemeClr val="accent5">
                  <a:lumMod val="75000"/>
                  <a:alpha val="0"/>
                </a:schemeClr>
              </a:gs>
              <a:gs pos="34000">
                <a:schemeClr val="accent5">
                  <a:lumMod val="75000"/>
                  <a:alpha val="91267"/>
                </a:schemeClr>
              </a:gs>
            </a:gsLst>
            <a:lin ang="10800000" scaled="0"/>
          </a:gradFill>
        </p:spPr>
        <p:txBody>
          <a:bodyPr/>
          <a:lstStyle>
            <a:lvl1pPr>
              <a:defRPr sz="800"/>
            </a:lvl1pPr>
          </a:lstStyle>
          <a:p>
            <a:endParaRPr lang="en-US" dirty="0"/>
          </a:p>
        </p:txBody>
      </p:sp>
      <p:sp>
        <p:nvSpPr>
          <p:cNvPr id="34" name="Picture Placeholder 22">
            <a:extLst>
              <a:ext uri="{FF2B5EF4-FFF2-40B4-BE49-F238E27FC236}">
                <a16:creationId xmlns:a16="http://schemas.microsoft.com/office/drawing/2014/main" id="{65459D03-6EBC-6ADE-4570-17D08A2D005F}"/>
              </a:ext>
            </a:extLst>
          </p:cNvPr>
          <p:cNvSpPr>
            <a:spLocks noGrp="1"/>
          </p:cNvSpPr>
          <p:nvPr>
            <p:ph type="pic" sz="quarter" idx="28"/>
          </p:nvPr>
        </p:nvSpPr>
        <p:spPr>
          <a:xfrm>
            <a:off x="480770" y="2017455"/>
            <a:ext cx="751965" cy="750269"/>
          </a:xfrm>
          <a:prstGeom prst="rect">
            <a:avLst/>
          </a:prstGeom>
          <a:solidFill>
            <a:schemeClr val="accent5">
              <a:lumMod val="10000"/>
            </a:schemeClr>
          </a:solidFill>
          <a:ln w="28575">
            <a:noFill/>
          </a:ln>
        </p:spPr>
        <p:txBody>
          <a:bodyPr/>
          <a:lstStyle>
            <a:lvl1pPr>
              <a:defRPr sz="800"/>
            </a:lvl1pPr>
          </a:lstStyle>
          <a:p>
            <a:endParaRPr lang="en-US" dirty="0"/>
          </a:p>
        </p:txBody>
      </p:sp>
      <p:sp>
        <p:nvSpPr>
          <p:cNvPr id="35" name="Picture Placeholder 28">
            <a:extLst>
              <a:ext uri="{FF2B5EF4-FFF2-40B4-BE49-F238E27FC236}">
                <a16:creationId xmlns:a16="http://schemas.microsoft.com/office/drawing/2014/main" id="{DE4C6053-2ACB-9562-5C21-5F2A5287863C}"/>
              </a:ext>
            </a:extLst>
          </p:cNvPr>
          <p:cNvSpPr>
            <a:spLocks noGrp="1"/>
          </p:cNvSpPr>
          <p:nvPr>
            <p:ph type="pic" sz="quarter" idx="29"/>
          </p:nvPr>
        </p:nvSpPr>
        <p:spPr>
          <a:xfrm>
            <a:off x="561910" y="2099726"/>
            <a:ext cx="597253" cy="581386"/>
          </a:xfrm>
          <a:prstGeom prst="rect">
            <a:avLst/>
          </a:prstGeom>
        </p:spPr>
        <p:txBody>
          <a:bodyPr/>
          <a:lstStyle>
            <a:lvl1pPr>
              <a:defRPr sz="800"/>
            </a:lvl1pPr>
          </a:lstStyle>
          <a:p>
            <a:endParaRPr lang="en-US" dirty="0"/>
          </a:p>
        </p:txBody>
      </p:sp>
      <p:sp>
        <p:nvSpPr>
          <p:cNvPr id="36" name="Text Placeholder 5">
            <a:extLst>
              <a:ext uri="{FF2B5EF4-FFF2-40B4-BE49-F238E27FC236}">
                <a16:creationId xmlns:a16="http://schemas.microsoft.com/office/drawing/2014/main" id="{D3AE98FE-5FFF-A7AD-07E7-E3920DA36C8C}"/>
              </a:ext>
            </a:extLst>
          </p:cNvPr>
          <p:cNvSpPr>
            <a:spLocks noGrp="1"/>
          </p:cNvSpPr>
          <p:nvPr>
            <p:ph type="body" sz="quarter" idx="30" hasCustomPrompt="1"/>
          </p:nvPr>
        </p:nvSpPr>
        <p:spPr>
          <a:xfrm>
            <a:off x="1452675" y="2094090"/>
            <a:ext cx="1992273" cy="598310"/>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2) Lorem ipsum</a:t>
            </a:r>
          </a:p>
        </p:txBody>
      </p:sp>
      <p:sp>
        <p:nvSpPr>
          <p:cNvPr id="37" name="Text Placeholder 5">
            <a:extLst>
              <a:ext uri="{FF2B5EF4-FFF2-40B4-BE49-F238E27FC236}">
                <a16:creationId xmlns:a16="http://schemas.microsoft.com/office/drawing/2014/main" id="{F6CB4CBC-9AAF-7BCF-C928-6BF36A4CAA1E}"/>
              </a:ext>
            </a:extLst>
          </p:cNvPr>
          <p:cNvSpPr>
            <a:spLocks noGrp="1"/>
          </p:cNvSpPr>
          <p:nvPr>
            <p:ph type="body" sz="quarter" idx="17" hasCustomPrompt="1"/>
          </p:nvPr>
        </p:nvSpPr>
        <p:spPr>
          <a:xfrm>
            <a:off x="3583171" y="2045529"/>
            <a:ext cx="4795235" cy="687103"/>
          </a:xfrm>
          <a:prstGeom prst="rect">
            <a:avLst/>
          </a:prstGeom>
        </p:spPr>
        <p:txBody>
          <a:bodyPr lIns="0" tIns="0" rIns="0" bIns="0" numCol="1" spcCol="457200"/>
          <a:lstStyle>
            <a:lvl1pPr marL="285750" indent="-285750">
              <a:lnSpc>
                <a:spcPct val="110000"/>
              </a:lnSpc>
              <a:spcBef>
                <a:spcPts val="0"/>
              </a:spcBef>
              <a:spcAft>
                <a:spcPts val="0"/>
              </a:spcAft>
              <a:buFont typeface="Arial" panose="020B0604020202020204" pitchFamily="34" charset="0"/>
              <a:buChar char="•"/>
              <a:tabLst/>
              <a:defRPr sz="14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Lorem ipsum dolor sit </a:t>
            </a:r>
            <a:r>
              <a:rPr lang="en-US" err="1"/>
              <a:t>amet</a:t>
            </a:r>
            <a:r>
              <a:rPr lang="en-US"/>
              <a:t>, </a:t>
            </a:r>
          </a:p>
          <a:p>
            <a:pPr lvl="0"/>
            <a:r>
              <a:rPr lang="en-US"/>
              <a:t>Lorem ipsum dolor sit </a:t>
            </a:r>
            <a:r>
              <a:rPr lang="en-US" err="1"/>
              <a:t>amet</a:t>
            </a:r>
            <a:r>
              <a:rPr lang="en-US"/>
              <a:t>,</a:t>
            </a:r>
          </a:p>
          <a:p>
            <a:pPr marL="285750" marR="0" lvl="0" indent="-285750" algn="l" defTabSz="685766"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a:t>Lorem ipsum dolor sit </a:t>
            </a:r>
            <a:r>
              <a:rPr lang="en-US" err="1"/>
              <a:t>amet</a:t>
            </a:r>
            <a:r>
              <a:rPr lang="en-US"/>
              <a:t>,</a:t>
            </a:r>
          </a:p>
        </p:txBody>
      </p:sp>
      <p:sp>
        <p:nvSpPr>
          <p:cNvPr id="39" name="Picture Placeholder 22">
            <a:extLst>
              <a:ext uri="{FF2B5EF4-FFF2-40B4-BE49-F238E27FC236}">
                <a16:creationId xmlns:a16="http://schemas.microsoft.com/office/drawing/2014/main" id="{053A7433-11A0-44AE-4876-71175EA595AE}"/>
              </a:ext>
            </a:extLst>
          </p:cNvPr>
          <p:cNvSpPr>
            <a:spLocks noGrp="1"/>
          </p:cNvSpPr>
          <p:nvPr>
            <p:ph type="pic" sz="quarter" idx="31"/>
          </p:nvPr>
        </p:nvSpPr>
        <p:spPr>
          <a:xfrm>
            <a:off x="480770" y="3044744"/>
            <a:ext cx="751965" cy="750269"/>
          </a:xfrm>
          <a:prstGeom prst="rect">
            <a:avLst/>
          </a:prstGeom>
          <a:solidFill>
            <a:schemeClr val="accent5">
              <a:lumMod val="10000"/>
            </a:schemeClr>
          </a:solidFill>
          <a:ln w="28575">
            <a:noFill/>
          </a:ln>
        </p:spPr>
        <p:txBody>
          <a:bodyPr/>
          <a:lstStyle>
            <a:lvl1pPr>
              <a:defRPr sz="800"/>
            </a:lvl1pPr>
          </a:lstStyle>
          <a:p>
            <a:endParaRPr lang="en-US" dirty="0"/>
          </a:p>
        </p:txBody>
      </p:sp>
      <p:sp>
        <p:nvSpPr>
          <p:cNvPr id="40" name="Picture Placeholder 28">
            <a:extLst>
              <a:ext uri="{FF2B5EF4-FFF2-40B4-BE49-F238E27FC236}">
                <a16:creationId xmlns:a16="http://schemas.microsoft.com/office/drawing/2014/main" id="{D4C591F3-D0BC-0689-96ED-596B81EA962E}"/>
              </a:ext>
            </a:extLst>
          </p:cNvPr>
          <p:cNvSpPr>
            <a:spLocks noGrp="1"/>
          </p:cNvSpPr>
          <p:nvPr>
            <p:ph type="pic" sz="quarter" idx="32"/>
          </p:nvPr>
        </p:nvSpPr>
        <p:spPr>
          <a:xfrm>
            <a:off x="561910" y="3127015"/>
            <a:ext cx="597253" cy="581386"/>
          </a:xfrm>
          <a:prstGeom prst="rect">
            <a:avLst/>
          </a:prstGeom>
        </p:spPr>
        <p:txBody>
          <a:bodyPr/>
          <a:lstStyle>
            <a:lvl1pPr>
              <a:defRPr sz="800"/>
            </a:lvl1pPr>
          </a:lstStyle>
          <a:p>
            <a:endParaRPr lang="en-US" dirty="0"/>
          </a:p>
        </p:txBody>
      </p:sp>
      <p:sp>
        <p:nvSpPr>
          <p:cNvPr id="41" name="Text Placeholder 5">
            <a:extLst>
              <a:ext uri="{FF2B5EF4-FFF2-40B4-BE49-F238E27FC236}">
                <a16:creationId xmlns:a16="http://schemas.microsoft.com/office/drawing/2014/main" id="{71B4150E-AD80-F342-3C38-B349388E3B67}"/>
              </a:ext>
            </a:extLst>
          </p:cNvPr>
          <p:cNvSpPr>
            <a:spLocks noGrp="1"/>
          </p:cNvSpPr>
          <p:nvPr>
            <p:ph type="body" sz="quarter" idx="33" hasCustomPrompt="1"/>
          </p:nvPr>
        </p:nvSpPr>
        <p:spPr>
          <a:xfrm>
            <a:off x="1452675" y="3121379"/>
            <a:ext cx="7078133" cy="598310"/>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3) Lorem ipsum</a:t>
            </a:r>
          </a:p>
        </p:txBody>
      </p:sp>
      <p:sp>
        <p:nvSpPr>
          <p:cNvPr id="43" name="Picture Placeholder 22">
            <a:extLst>
              <a:ext uri="{FF2B5EF4-FFF2-40B4-BE49-F238E27FC236}">
                <a16:creationId xmlns:a16="http://schemas.microsoft.com/office/drawing/2014/main" id="{F01F376D-D83C-D110-1C3C-2487F0A72C8B}"/>
              </a:ext>
            </a:extLst>
          </p:cNvPr>
          <p:cNvSpPr>
            <a:spLocks noGrp="1"/>
          </p:cNvSpPr>
          <p:nvPr>
            <p:ph type="pic" sz="quarter" idx="34"/>
          </p:nvPr>
        </p:nvSpPr>
        <p:spPr>
          <a:xfrm>
            <a:off x="478982" y="4077678"/>
            <a:ext cx="751965" cy="750269"/>
          </a:xfrm>
          <a:prstGeom prst="rect">
            <a:avLst/>
          </a:prstGeom>
          <a:solidFill>
            <a:schemeClr val="accent5">
              <a:lumMod val="10000"/>
            </a:schemeClr>
          </a:solidFill>
          <a:ln w="28575">
            <a:noFill/>
          </a:ln>
        </p:spPr>
        <p:txBody>
          <a:bodyPr/>
          <a:lstStyle>
            <a:lvl1pPr>
              <a:defRPr sz="800"/>
            </a:lvl1pPr>
          </a:lstStyle>
          <a:p>
            <a:endParaRPr lang="en-US" dirty="0"/>
          </a:p>
        </p:txBody>
      </p:sp>
      <p:sp>
        <p:nvSpPr>
          <p:cNvPr id="44" name="Picture Placeholder 28">
            <a:extLst>
              <a:ext uri="{FF2B5EF4-FFF2-40B4-BE49-F238E27FC236}">
                <a16:creationId xmlns:a16="http://schemas.microsoft.com/office/drawing/2014/main" id="{D664BAB6-4CE2-97FB-DA9F-618400C0521E}"/>
              </a:ext>
            </a:extLst>
          </p:cNvPr>
          <p:cNvSpPr>
            <a:spLocks noGrp="1"/>
          </p:cNvSpPr>
          <p:nvPr>
            <p:ph type="pic" sz="quarter" idx="35"/>
          </p:nvPr>
        </p:nvSpPr>
        <p:spPr>
          <a:xfrm>
            <a:off x="560122" y="4159949"/>
            <a:ext cx="597253" cy="581386"/>
          </a:xfrm>
          <a:prstGeom prst="rect">
            <a:avLst/>
          </a:prstGeom>
        </p:spPr>
        <p:txBody>
          <a:bodyPr/>
          <a:lstStyle>
            <a:lvl1pPr>
              <a:defRPr sz="800"/>
            </a:lvl1pPr>
          </a:lstStyle>
          <a:p>
            <a:endParaRPr lang="en-US" dirty="0"/>
          </a:p>
        </p:txBody>
      </p:sp>
      <p:sp>
        <p:nvSpPr>
          <p:cNvPr id="45" name="Text Placeholder 5">
            <a:extLst>
              <a:ext uri="{FF2B5EF4-FFF2-40B4-BE49-F238E27FC236}">
                <a16:creationId xmlns:a16="http://schemas.microsoft.com/office/drawing/2014/main" id="{A016FB72-8641-9D80-198E-F954102F6459}"/>
              </a:ext>
            </a:extLst>
          </p:cNvPr>
          <p:cNvSpPr>
            <a:spLocks noGrp="1"/>
          </p:cNvSpPr>
          <p:nvPr>
            <p:ph type="body" sz="quarter" idx="36" hasCustomPrompt="1"/>
          </p:nvPr>
        </p:nvSpPr>
        <p:spPr>
          <a:xfrm>
            <a:off x="1458321" y="4154313"/>
            <a:ext cx="1997259" cy="598310"/>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4) Lorem ipsum</a:t>
            </a:r>
          </a:p>
        </p:txBody>
      </p:sp>
      <p:sp>
        <p:nvSpPr>
          <p:cNvPr id="46" name="Text Placeholder 5">
            <a:extLst>
              <a:ext uri="{FF2B5EF4-FFF2-40B4-BE49-F238E27FC236}">
                <a16:creationId xmlns:a16="http://schemas.microsoft.com/office/drawing/2014/main" id="{2B896B4C-99FB-3F83-0035-95BBA7D538C8}"/>
              </a:ext>
            </a:extLst>
          </p:cNvPr>
          <p:cNvSpPr>
            <a:spLocks noGrp="1"/>
          </p:cNvSpPr>
          <p:nvPr>
            <p:ph type="body" sz="quarter" idx="37" hasCustomPrompt="1"/>
          </p:nvPr>
        </p:nvSpPr>
        <p:spPr>
          <a:xfrm>
            <a:off x="3615069" y="4105752"/>
            <a:ext cx="4768983" cy="687103"/>
          </a:xfrm>
          <a:prstGeom prst="rect">
            <a:avLst/>
          </a:prstGeom>
        </p:spPr>
        <p:txBody>
          <a:bodyPr lIns="0" tIns="0" rIns="0" bIns="0" numCol="1" spcCol="457200"/>
          <a:lstStyle>
            <a:lvl1pPr marL="285750" indent="-285750">
              <a:lnSpc>
                <a:spcPct val="110000"/>
              </a:lnSpc>
              <a:spcBef>
                <a:spcPts val="0"/>
              </a:spcBef>
              <a:spcAft>
                <a:spcPts val="0"/>
              </a:spcAft>
              <a:buFont typeface="Arial" panose="020B0604020202020204" pitchFamily="34" charset="0"/>
              <a:buChar char="•"/>
              <a:tabLst/>
              <a:defRPr sz="14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Lorem ipsum dolor sit </a:t>
            </a:r>
            <a:r>
              <a:rPr lang="en-US" err="1"/>
              <a:t>amet</a:t>
            </a:r>
            <a:r>
              <a:rPr lang="en-US"/>
              <a:t>, </a:t>
            </a:r>
          </a:p>
          <a:p>
            <a:pPr lvl="0"/>
            <a:r>
              <a:rPr lang="en-US"/>
              <a:t>Lorem ipsum dolor sit </a:t>
            </a:r>
            <a:r>
              <a:rPr lang="en-US" err="1"/>
              <a:t>amet</a:t>
            </a:r>
            <a:r>
              <a:rPr lang="en-US"/>
              <a:t>,</a:t>
            </a:r>
          </a:p>
          <a:p>
            <a:pPr marL="285750" marR="0" lvl="0" indent="-285750" algn="l" defTabSz="685766"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a:t>Lorem ipsum dolor sit </a:t>
            </a:r>
            <a:r>
              <a:rPr lang="en-US" err="1"/>
              <a:t>amet</a:t>
            </a:r>
            <a:r>
              <a:rPr lang="en-US"/>
              <a:t>,</a:t>
            </a:r>
          </a:p>
        </p:txBody>
      </p:sp>
      <p:sp>
        <p:nvSpPr>
          <p:cNvPr id="28" name="Picture Placeholder 22">
            <a:extLst>
              <a:ext uri="{FF2B5EF4-FFF2-40B4-BE49-F238E27FC236}">
                <a16:creationId xmlns:a16="http://schemas.microsoft.com/office/drawing/2014/main" id="{280D11A6-82B2-57F2-DEB4-7E176FCEDA7D}"/>
              </a:ext>
            </a:extLst>
          </p:cNvPr>
          <p:cNvSpPr>
            <a:spLocks noGrp="1"/>
          </p:cNvSpPr>
          <p:nvPr>
            <p:ph type="pic" sz="quarter" idx="27"/>
          </p:nvPr>
        </p:nvSpPr>
        <p:spPr>
          <a:xfrm>
            <a:off x="486414" y="1007099"/>
            <a:ext cx="751965" cy="750269"/>
          </a:xfrm>
          <a:prstGeom prst="rect">
            <a:avLst/>
          </a:prstGeom>
          <a:solidFill>
            <a:schemeClr val="accent5">
              <a:lumMod val="10000"/>
            </a:schemeClr>
          </a:solidFill>
          <a:ln w="28575">
            <a:noFill/>
          </a:ln>
        </p:spPr>
        <p:txBody>
          <a:bodyPr/>
          <a:lstStyle>
            <a:lvl1pPr>
              <a:defRPr sz="800"/>
            </a:lvl1pPr>
          </a:lstStyle>
          <a:p>
            <a:endParaRPr lang="en-US" dirty="0"/>
          </a:p>
        </p:txBody>
      </p:sp>
      <p:sp>
        <p:nvSpPr>
          <p:cNvPr id="29" name="Picture Placeholder 28">
            <a:extLst>
              <a:ext uri="{FF2B5EF4-FFF2-40B4-BE49-F238E27FC236}">
                <a16:creationId xmlns:a16="http://schemas.microsoft.com/office/drawing/2014/main" id="{994AD472-0620-D985-35EE-C1E4EDBF79A4}"/>
              </a:ext>
            </a:extLst>
          </p:cNvPr>
          <p:cNvSpPr>
            <a:spLocks noGrp="1"/>
          </p:cNvSpPr>
          <p:nvPr>
            <p:ph type="pic" sz="quarter" idx="24"/>
          </p:nvPr>
        </p:nvSpPr>
        <p:spPr>
          <a:xfrm>
            <a:off x="567554" y="1089370"/>
            <a:ext cx="597253" cy="581386"/>
          </a:xfrm>
          <a:prstGeom prst="rect">
            <a:avLst/>
          </a:prstGeom>
        </p:spPr>
        <p:txBody>
          <a:bodyPr/>
          <a:lstStyle>
            <a:lvl1pPr>
              <a:defRPr sz="800"/>
            </a:lvl1pPr>
          </a:lstStyle>
          <a:p>
            <a:endParaRPr lang="en-US" dirty="0"/>
          </a:p>
        </p:txBody>
      </p:sp>
      <p:sp>
        <p:nvSpPr>
          <p:cNvPr id="32" name="Text Placeholder 5">
            <a:extLst>
              <a:ext uri="{FF2B5EF4-FFF2-40B4-BE49-F238E27FC236}">
                <a16:creationId xmlns:a16="http://schemas.microsoft.com/office/drawing/2014/main" id="{CBAB15F1-0B4B-4E4F-EB45-C01BEE20CA84}"/>
              </a:ext>
            </a:extLst>
          </p:cNvPr>
          <p:cNvSpPr>
            <a:spLocks noGrp="1"/>
          </p:cNvSpPr>
          <p:nvPr>
            <p:ph type="body" sz="quarter" idx="12" hasCustomPrompt="1"/>
          </p:nvPr>
        </p:nvSpPr>
        <p:spPr>
          <a:xfrm>
            <a:off x="1458319" y="1083734"/>
            <a:ext cx="7078133" cy="598310"/>
          </a:xfrm>
          <a:prstGeom prst="rect">
            <a:avLst/>
          </a:prstGeom>
        </p:spPr>
        <p:txBody>
          <a:bodyPr lIns="0" tIns="0" rIns="0" bIns="0" numCol="1" spcCol="457200" anchor="ctr"/>
          <a:lstStyle>
            <a:lvl1pPr marL="0" indent="0">
              <a:lnSpc>
                <a:spcPct val="110000"/>
              </a:lnSpc>
              <a:spcBef>
                <a:spcPts val="0"/>
              </a:spcBef>
              <a:spcAft>
                <a:spcPts val="600"/>
              </a:spcAft>
              <a:buFontTx/>
              <a:buNone/>
              <a:tabLst/>
              <a:defRPr sz="16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1) Lorem ipsum</a:t>
            </a:r>
          </a:p>
        </p:txBody>
      </p:sp>
      <p:sp>
        <p:nvSpPr>
          <p:cNvPr id="2" name="Title 1">
            <a:extLst>
              <a:ext uri="{FF2B5EF4-FFF2-40B4-BE49-F238E27FC236}">
                <a16:creationId xmlns:a16="http://schemas.microsoft.com/office/drawing/2014/main" id="{E512CDE7-8BCE-4A5A-FF2F-9C4735183786}"/>
              </a:ext>
            </a:extLst>
          </p:cNvPr>
          <p:cNvSpPr>
            <a:spLocks noGrp="1"/>
          </p:cNvSpPr>
          <p:nvPr>
            <p:ph type="title" hasCustomPrompt="1"/>
          </p:nvPr>
        </p:nvSpPr>
        <p:spPr>
          <a:xfrm>
            <a:off x="340401" y="235019"/>
            <a:ext cx="8043203" cy="548637"/>
          </a:xfrm>
        </p:spPr>
        <p:txBody>
          <a:bodyPr/>
          <a:lstStyle/>
          <a:p>
            <a:r>
              <a:rPr lang="en-US"/>
              <a:t>Infographic Style 5</a:t>
            </a:r>
          </a:p>
        </p:txBody>
      </p:sp>
    </p:spTree>
    <p:extLst>
      <p:ext uri="{BB962C8B-B14F-4D97-AF65-F5344CB8AC3E}">
        <p14:creationId xmlns:p14="http://schemas.microsoft.com/office/powerpoint/2010/main" val="403353123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Infographic_Style6">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4551C4C-74FB-CEA7-1DF5-C71078AB45C1}"/>
              </a:ext>
            </a:extLst>
          </p:cNvPr>
          <p:cNvSpPr>
            <a:spLocks noGrp="1"/>
          </p:cNvSpPr>
          <p:nvPr>
            <p:ph type="body" sz="quarter" idx="31" hasCustomPrompt="1"/>
          </p:nvPr>
        </p:nvSpPr>
        <p:spPr>
          <a:xfrm>
            <a:off x="560172" y="2381074"/>
            <a:ext cx="2479479" cy="1074392"/>
          </a:xfrm>
          <a:prstGeom prst="roundRect">
            <a:avLst/>
          </a:prstGeom>
          <a:solidFill>
            <a:schemeClr val="accent6">
              <a:lumMod val="10000"/>
            </a:schemeClr>
          </a:solidFill>
          <a:ln w="190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r>
              <a:rPr lang="en-US"/>
              <a:t>Lorem ipsum</a:t>
            </a:r>
          </a:p>
          <a:p>
            <a:pPr lvl="1"/>
            <a:r>
              <a:rPr lang="en-US"/>
              <a:t>Lorem ipsum</a:t>
            </a:r>
          </a:p>
          <a:p>
            <a:pPr lvl="1"/>
            <a:r>
              <a:rPr lang="en-US"/>
              <a:t>Lorem ipsum</a:t>
            </a:r>
          </a:p>
          <a:p>
            <a:pPr lvl="1"/>
            <a:r>
              <a:rPr lang="en-US"/>
              <a:t>Lorem ipsum</a:t>
            </a:r>
          </a:p>
        </p:txBody>
      </p:sp>
      <p:sp>
        <p:nvSpPr>
          <p:cNvPr id="22" name="Text Placeholder 17">
            <a:extLst>
              <a:ext uri="{FF2B5EF4-FFF2-40B4-BE49-F238E27FC236}">
                <a16:creationId xmlns:a16="http://schemas.microsoft.com/office/drawing/2014/main" id="{DE227FA7-7AD6-0B3B-2303-AC06E2B96771}"/>
              </a:ext>
            </a:extLst>
          </p:cNvPr>
          <p:cNvSpPr>
            <a:spLocks noGrp="1"/>
          </p:cNvSpPr>
          <p:nvPr>
            <p:ph type="body" sz="quarter" idx="32" hasCustomPrompt="1"/>
          </p:nvPr>
        </p:nvSpPr>
        <p:spPr>
          <a:xfrm>
            <a:off x="5878551" y="2382646"/>
            <a:ext cx="2479479" cy="1074392"/>
          </a:xfrm>
          <a:prstGeom prst="roundRect">
            <a:avLst/>
          </a:prstGeom>
          <a:solidFill>
            <a:schemeClr val="accent6">
              <a:lumMod val="10000"/>
            </a:schemeClr>
          </a:solidFill>
          <a:ln w="190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r>
              <a:rPr lang="en-US"/>
              <a:t>Lorem ipsum</a:t>
            </a:r>
          </a:p>
          <a:p>
            <a:pPr lvl="1"/>
            <a:r>
              <a:rPr lang="en-US"/>
              <a:t>Lorem ipsum</a:t>
            </a:r>
          </a:p>
          <a:p>
            <a:pPr lvl="1"/>
            <a:r>
              <a:rPr lang="en-US"/>
              <a:t>Lorem ipsum</a:t>
            </a:r>
          </a:p>
          <a:p>
            <a:pPr lvl="1"/>
            <a:r>
              <a:rPr lang="en-US"/>
              <a:t>Lorem ipsum</a:t>
            </a:r>
          </a:p>
        </p:txBody>
      </p:sp>
      <p:sp>
        <p:nvSpPr>
          <p:cNvPr id="23" name="Text Placeholder 17">
            <a:extLst>
              <a:ext uri="{FF2B5EF4-FFF2-40B4-BE49-F238E27FC236}">
                <a16:creationId xmlns:a16="http://schemas.microsoft.com/office/drawing/2014/main" id="{07FBCD5D-37B7-FC71-4382-0F8529232C3B}"/>
              </a:ext>
            </a:extLst>
          </p:cNvPr>
          <p:cNvSpPr>
            <a:spLocks noGrp="1"/>
          </p:cNvSpPr>
          <p:nvPr>
            <p:ph type="body" sz="quarter" idx="33" hasCustomPrompt="1"/>
          </p:nvPr>
        </p:nvSpPr>
        <p:spPr>
          <a:xfrm>
            <a:off x="3209596" y="1158732"/>
            <a:ext cx="2479479" cy="1074392"/>
          </a:xfrm>
          <a:prstGeom prst="roundRect">
            <a:avLst/>
          </a:prstGeom>
          <a:solidFill>
            <a:schemeClr val="accent6">
              <a:lumMod val="10000"/>
            </a:schemeClr>
          </a:solidFill>
          <a:ln w="190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r>
              <a:rPr lang="en-US"/>
              <a:t>Lorem ipsum</a:t>
            </a:r>
          </a:p>
          <a:p>
            <a:pPr lvl="1"/>
            <a:r>
              <a:rPr lang="en-US"/>
              <a:t>Lorem ipsum</a:t>
            </a:r>
          </a:p>
          <a:p>
            <a:pPr lvl="1"/>
            <a:r>
              <a:rPr lang="en-US"/>
              <a:t>Lorem ipsum</a:t>
            </a:r>
          </a:p>
          <a:p>
            <a:pPr lvl="1"/>
            <a:r>
              <a:rPr lang="en-US"/>
              <a:t>Lorem ipsum</a:t>
            </a:r>
          </a:p>
        </p:txBody>
      </p:sp>
      <p:sp>
        <p:nvSpPr>
          <p:cNvPr id="24" name="Text Placeholder 17">
            <a:extLst>
              <a:ext uri="{FF2B5EF4-FFF2-40B4-BE49-F238E27FC236}">
                <a16:creationId xmlns:a16="http://schemas.microsoft.com/office/drawing/2014/main" id="{118C5359-0B73-7851-4295-4694D58C74DA}"/>
              </a:ext>
            </a:extLst>
          </p:cNvPr>
          <p:cNvSpPr>
            <a:spLocks noGrp="1"/>
          </p:cNvSpPr>
          <p:nvPr>
            <p:ph type="body" sz="quarter" idx="34" hasCustomPrompt="1"/>
          </p:nvPr>
        </p:nvSpPr>
        <p:spPr>
          <a:xfrm>
            <a:off x="3209596" y="3605748"/>
            <a:ext cx="2479479" cy="1074392"/>
          </a:xfrm>
          <a:prstGeom prst="roundRect">
            <a:avLst/>
          </a:prstGeom>
          <a:solidFill>
            <a:schemeClr val="accent6">
              <a:lumMod val="10000"/>
            </a:schemeClr>
          </a:solidFill>
          <a:ln w="19050">
            <a:solidFill>
              <a:schemeClr val="accent5">
                <a:lumMod val="75000"/>
              </a:schemeClr>
            </a:solidFill>
          </a:ln>
        </p:spPr>
        <p:txBody>
          <a:bodyPr lIns="137160" tIns="0" rIns="0" bIns="0" anchor="ctr"/>
          <a:lstStyle>
            <a:lvl1pPr marL="0" indent="0">
              <a:lnSpc>
                <a:spcPct val="110000"/>
              </a:lnSpc>
              <a:spcBef>
                <a:spcPts val="0"/>
              </a:spcBef>
              <a:spcAft>
                <a:spcPts val="300"/>
              </a:spcAft>
              <a:buFontTx/>
              <a:buNone/>
              <a:defRPr sz="1350">
                <a:solidFill>
                  <a:schemeClr val="bg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r>
              <a:rPr lang="en-US"/>
              <a:t>Lorem ipsum</a:t>
            </a:r>
          </a:p>
          <a:p>
            <a:pPr lvl="1"/>
            <a:r>
              <a:rPr lang="en-US"/>
              <a:t>Lorem ipsum</a:t>
            </a:r>
          </a:p>
          <a:p>
            <a:pPr lvl="1"/>
            <a:r>
              <a:rPr lang="en-US"/>
              <a:t>Lorem ipsum</a:t>
            </a:r>
          </a:p>
          <a:p>
            <a:pPr lvl="1"/>
            <a:r>
              <a:rPr lang="en-US"/>
              <a:t>Lorem ipsum</a:t>
            </a:r>
          </a:p>
        </p:txBody>
      </p:sp>
      <p:sp>
        <p:nvSpPr>
          <p:cNvPr id="30" name="Picture Placeholder 15">
            <a:extLst>
              <a:ext uri="{FF2B5EF4-FFF2-40B4-BE49-F238E27FC236}">
                <a16:creationId xmlns:a16="http://schemas.microsoft.com/office/drawing/2014/main" id="{2D2D6E8B-A9F5-463F-A959-B244E3D49A55}"/>
              </a:ext>
            </a:extLst>
          </p:cNvPr>
          <p:cNvSpPr>
            <a:spLocks noGrp="1"/>
          </p:cNvSpPr>
          <p:nvPr>
            <p:ph type="pic" sz="quarter" idx="36"/>
          </p:nvPr>
        </p:nvSpPr>
        <p:spPr>
          <a:xfrm rot="16200000" flipH="1">
            <a:off x="2810714" y="2763276"/>
            <a:ext cx="528317" cy="312574"/>
          </a:xfrm>
          <a:prstGeom prst="triangle">
            <a:avLst>
              <a:gd name="adj" fmla="val 49039"/>
            </a:avLst>
          </a:prstGeom>
          <a:solidFill>
            <a:schemeClr val="accent5">
              <a:lumMod val="90000"/>
            </a:schemeClr>
          </a:solidFill>
        </p:spPr>
        <p:txBody>
          <a:bodyPr/>
          <a:lstStyle>
            <a:lvl1pPr>
              <a:defRPr sz="300"/>
            </a:lvl1pPr>
          </a:lstStyle>
          <a:p>
            <a:endParaRPr lang="en-US" dirty="0"/>
          </a:p>
        </p:txBody>
      </p:sp>
      <p:sp>
        <p:nvSpPr>
          <p:cNvPr id="38" name="Picture Placeholder 15">
            <a:extLst>
              <a:ext uri="{FF2B5EF4-FFF2-40B4-BE49-F238E27FC236}">
                <a16:creationId xmlns:a16="http://schemas.microsoft.com/office/drawing/2014/main" id="{063681AC-CE4A-97CB-71A7-401A3B66B73A}"/>
              </a:ext>
            </a:extLst>
          </p:cNvPr>
          <p:cNvSpPr>
            <a:spLocks noGrp="1"/>
          </p:cNvSpPr>
          <p:nvPr>
            <p:ph type="pic" sz="quarter" idx="39"/>
          </p:nvPr>
        </p:nvSpPr>
        <p:spPr>
          <a:xfrm rot="5400000">
            <a:off x="5558699" y="2776264"/>
            <a:ext cx="528317" cy="312574"/>
          </a:xfrm>
          <a:prstGeom prst="triangle">
            <a:avLst>
              <a:gd name="adj" fmla="val 49039"/>
            </a:avLst>
          </a:prstGeom>
          <a:solidFill>
            <a:schemeClr val="accent5">
              <a:lumMod val="90000"/>
            </a:schemeClr>
          </a:solidFill>
        </p:spPr>
        <p:txBody>
          <a:bodyPr/>
          <a:lstStyle>
            <a:lvl1pPr>
              <a:defRPr sz="300"/>
            </a:lvl1pPr>
          </a:lstStyle>
          <a:p>
            <a:endParaRPr lang="en-US" dirty="0"/>
          </a:p>
        </p:txBody>
      </p:sp>
      <p:sp>
        <p:nvSpPr>
          <p:cNvPr id="51" name="Picture Placeholder 15">
            <a:extLst>
              <a:ext uri="{FF2B5EF4-FFF2-40B4-BE49-F238E27FC236}">
                <a16:creationId xmlns:a16="http://schemas.microsoft.com/office/drawing/2014/main" id="{0D1ECC44-B5B3-D224-81B7-38E4DB7520A9}"/>
              </a:ext>
            </a:extLst>
          </p:cNvPr>
          <p:cNvSpPr>
            <a:spLocks noGrp="1"/>
          </p:cNvSpPr>
          <p:nvPr>
            <p:ph type="pic" sz="quarter" idx="41"/>
          </p:nvPr>
        </p:nvSpPr>
        <p:spPr>
          <a:xfrm flipV="1">
            <a:off x="4053840" y="3400897"/>
            <a:ext cx="770511" cy="312574"/>
          </a:xfrm>
          <a:prstGeom prst="triangle">
            <a:avLst>
              <a:gd name="adj" fmla="val 49039"/>
            </a:avLst>
          </a:prstGeom>
          <a:solidFill>
            <a:schemeClr val="accent5">
              <a:lumMod val="90000"/>
            </a:schemeClr>
          </a:solidFill>
        </p:spPr>
        <p:txBody>
          <a:bodyPr/>
          <a:lstStyle>
            <a:lvl1pPr>
              <a:defRPr sz="300"/>
            </a:lvl1pPr>
          </a:lstStyle>
          <a:p>
            <a:endParaRPr lang="en-US" dirty="0"/>
          </a:p>
        </p:txBody>
      </p:sp>
      <p:sp>
        <p:nvSpPr>
          <p:cNvPr id="52" name="Picture Placeholder 15">
            <a:extLst>
              <a:ext uri="{FF2B5EF4-FFF2-40B4-BE49-F238E27FC236}">
                <a16:creationId xmlns:a16="http://schemas.microsoft.com/office/drawing/2014/main" id="{68F3A6B9-6E85-4507-8382-0F1F43AD9B5E}"/>
              </a:ext>
            </a:extLst>
          </p:cNvPr>
          <p:cNvSpPr>
            <a:spLocks noGrp="1"/>
          </p:cNvSpPr>
          <p:nvPr>
            <p:ph type="pic" sz="quarter" idx="42"/>
          </p:nvPr>
        </p:nvSpPr>
        <p:spPr>
          <a:xfrm>
            <a:off x="4053840" y="2110577"/>
            <a:ext cx="770511" cy="312574"/>
          </a:xfrm>
          <a:prstGeom prst="triangle">
            <a:avLst>
              <a:gd name="adj" fmla="val 49039"/>
            </a:avLst>
          </a:prstGeom>
          <a:solidFill>
            <a:schemeClr val="accent5">
              <a:lumMod val="90000"/>
            </a:schemeClr>
          </a:solidFill>
        </p:spPr>
        <p:txBody>
          <a:bodyPr/>
          <a:lstStyle>
            <a:lvl1pPr>
              <a:defRPr sz="300"/>
            </a:lvl1pPr>
          </a:lstStyle>
          <a:p>
            <a:endParaRPr lang="en-US" dirty="0"/>
          </a:p>
        </p:txBody>
      </p:sp>
      <p:sp>
        <p:nvSpPr>
          <p:cNvPr id="25" name="Text Placeholder 17">
            <a:extLst>
              <a:ext uri="{FF2B5EF4-FFF2-40B4-BE49-F238E27FC236}">
                <a16:creationId xmlns:a16="http://schemas.microsoft.com/office/drawing/2014/main" id="{8B4C6F58-EB3C-735A-DB92-7BA0E295D511}"/>
              </a:ext>
            </a:extLst>
          </p:cNvPr>
          <p:cNvSpPr>
            <a:spLocks noGrp="1"/>
          </p:cNvSpPr>
          <p:nvPr>
            <p:ph type="body" sz="quarter" idx="35" hasCustomPrompt="1"/>
          </p:nvPr>
        </p:nvSpPr>
        <p:spPr>
          <a:xfrm>
            <a:off x="3209596" y="2380289"/>
            <a:ext cx="2479479" cy="1074392"/>
          </a:xfrm>
          <a:prstGeom prst="roundRect">
            <a:avLst/>
          </a:prstGeom>
          <a:solidFill>
            <a:schemeClr val="accent5">
              <a:lumMod val="75000"/>
            </a:schemeClr>
          </a:solidFill>
          <a:ln w="19050">
            <a:noFill/>
          </a:ln>
        </p:spPr>
        <p:txBody>
          <a:bodyPr lIns="137160" tIns="0" rIns="0" bIns="0" anchor="ctr"/>
          <a:lstStyle>
            <a:lvl1pPr marL="0" indent="0">
              <a:lnSpc>
                <a:spcPct val="110000"/>
              </a:lnSpc>
              <a:spcBef>
                <a:spcPts val="0"/>
              </a:spcBef>
              <a:spcAft>
                <a:spcPts val="300"/>
              </a:spcAft>
              <a:buFontTx/>
              <a:buNone/>
              <a:defRPr sz="1350" b="1"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34950" indent="-227013">
              <a:lnSpc>
                <a:spcPct val="110000"/>
              </a:lnSpc>
              <a:spcBef>
                <a:spcPts val="0"/>
              </a:spcBef>
              <a:buFont typeface="System Font Regular"/>
              <a:buChar char="▷"/>
              <a:tabLst/>
              <a:defRPr sz="1000">
                <a:solidFill>
                  <a:schemeClr val="tx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r>
              <a:rPr lang="en-US"/>
              <a:t>Lorem ipsum</a:t>
            </a:r>
          </a:p>
          <a:p>
            <a:pPr lvl="1"/>
            <a:r>
              <a:rPr lang="en-US"/>
              <a:t>Lorem ipsum</a:t>
            </a:r>
          </a:p>
          <a:p>
            <a:pPr lvl="1"/>
            <a:r>
              <a:rPr lang="en-US"/>
              <a:t>Lorem ipsum</a:t>
            </a:r>
          </a:p>
          <a:p>
            <a:pPr lvl="1"/>
            <a:r>
              <a:rPr lang="en-US"/>
              <a:t>Lorem ipsum</a:t>
            </a:r>
          </a:p>
        </p:txBody>
      </p:sp>
      <p:sp>
        <p:nvSpPr>
          <p:cNvPr id="55" name="Text Placeholder 7">
            <a:extLst>
              <a:ext uri="{FF2B5EF4-FFF2-40B4-BE49-F238E27FC236}">
                <a16:creationId xmlns:a16="http://schemas.microsoft.com/office/drawing/2014/main" id="{30615500-FDA4-077C-2849-4CB67D55EFBD}"/>
              </a:ext>
            </a:extLst>
          </p:cNvPr>
          <p:cNvSpPr>
            <a:spLocks noGrp="1"/>
          </p:cNvSpPr>
          <p:nvPr>
            <p:ph type="body" sz="quarter" idx="43" hasCustomPrompt="1"/>
          </p:nvPr>
        </p:nvSpPr>
        <p:spPr>
          <a:xfrm>
            <a:off x="379436" y="904557"/>
            <a:ext cx="2603607" cy="1343967"/>
          </a:xfrm>
          <a:prstGeom prst="rect">
            <a:avLst/>
          </a:prstGeom>
        </p:spPr>
        <p:txBody>
          <a:bodyPr lIns="0" tIns="0" rIns="0" bIns="0" anchor="t"/>
          <a:lstStyle>
            <a:lvl1pPr marL="0" indent="0">
              <a:buFontTx/>
              <a:buNone/>
              <a:defRPr sz="1600" b="1" i="0">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err="1"/>
              <a:t>Subheader</a:t>
            </a:r>
            <a:endParaRPr lang="en-US"/>
          </a:p>
        </p:txBody>
      </p:sp>
      <p:sp>
        <p:nvSpPr>
          <p:cNvPr id="2" name="Title 1">
            <a:extLst>
              <a:ext uri="{FF2B5EF4-FFF2-40B4-BE49-F238E27FC236}">
                <a16:creationId xmlns:a16="http://schemas.microsoft.com/office/drawing/2014/main" id="{601FF27E-E946-CE62-0805-277B31A96915}"/>
              </a:ext>
            </a:extLst>
          </p:cNvPr>
          <p:cNvSpPr>
            <a:spLocks noGrp="1"/>
          </p:cNvSpPr>
          <p:nvPr>
            <p:ph type="title" hasCustomPrompt="1"/>
          </p:nvPr>
        </p:nvSpPr>
        <p:spPr>
          <a:xfrm>
            <a:off x="372485" y="235019"/>
            <a:ext cx="8043203" cy="548637"/>
          </a:xfrm>
        </p:spPr>
        <p:txBody>
          <a:bodyPr/>
          <a:lstStyle/>
          <a:p>
            <a:r>
              <a:rPr lang="en-US"/>
              <a:t>Infographic Style 6</a:t>
            </a:r>
          </a:p>
        </p:txBody>
      </p:sp>
    </p:spTree>
    <p:extLst>
      <p:ext uri="{BB962C8B-B14F-4D97-AF65-F5344CB8AC3E}">
        <p14:creationId xmlns:p14="http://schemas.microsoft.com/office/powerpoint/2010/main" val="151453585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Activity2_LightBlue">
    <p:spTree>
      <p:nvGrpSpPr>
        <p:cNvPr id="1" name=""/>
        <p:cNvGrpSpPr/>
        <p:nvPr/>
      </p:nvGrpSpPr>
      <p:grpSpPr>
        <a:xfrm>
          <a:off x="0" y="0"/>
          <a:ext cx="0" cy="0"/>
          <a:chOff x="0" y="0"/>
          <a:chExt cx="0" cy="0"/>
        </a:xfrm>
      </p:grpSpPr>
      <p:sp>
        <p:nvSpPr>
          <p:cNvPr id="3" name="Rectangle 22">
            <a:extLst>
              <a:ext uri="{FF2B5EF4-FFF2-40B4-BE49-F238E27FC236}">
                <a16:creationId xmlns:a16="http://schemas.microsoft.com/office/drawing/2014/main" id="{7A4404CD-9BBC-155A-0116-5B558F4A384E}"/>
              </a:ext>
            </a:extLst>
          </p:cNvPr>
          <p:cNvSpPr>
            <a:spLocks noChangeArrowheads="1"/>
          </p:cNvSpPr>
          <p:nvPr userDrawn="1"/>
        </p:nvSpPr>
        <p:spPr bwMode="auto">
          <a:xfrm rot="16200000" flipV="1">
            <a:off x="3727451" y="-2952751"/>
            <a:ext cx="215900" cy="7670802"/>
          </a:xfrm>
          <a:prstGeom prst="rect">
            <a:avLst/>
          </a:prstGeom>
          <a:gradFill>
            <a:gsLst>
              <a:gs pos="12996">
                <a:srgbClr val="9EE3F8"/>
              </a:gs>
              <a:gs pos="74000">
                <a:schemeClr val="accent5">
                  <a:lumMod val="90000"/>
                </a:schemeClr>
              </a:gs>
              <a:gs pos="36000">
                <a:schemeClr val="accent5">
                  <a:lumMod val="90000"/>
                  <a:alpha val="32880"/>
                </a:schemeClr>
              </a:gs>
              <a:gs pos="0">
                <a:schemeClr val="accent5">
                  <a:lumMod val="90000"/>
                </a:schemeClr>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10" name="Rectangle 22">
            <a:extLst>
              <a:ext uri="{FF2B5EF4-FFF2-40B4-BE49-F238E27FC236}">
                <a16:creationId xmlns:a16="http://schemas.microsoft.com/office/drawing/2014/main" id="{D5C14BFC-4D3D-6F20-6BAA-0C1D2D776E75}"/>
              </a:ext>
            </a:extLst>
          </p:cNvPr>
          <p:cNvSpPr>
            <a:spLocks noChangeArrowheads="1"/>
          </p:cNvSpPr>
          <p:nvPr userDrawn="1"/>
        </p:nvSpPr>
        <p:spPr bwMode="auto">
          <a:xfrm rot="16200000" flipV="1">
            <a:off x="3949700" y="-3949700"/>
            <a:ext cx="762000" cy="8661400"/>
          </a:xfrm>
          <a:prstGeom prst="rect">
            <a:avLst/>
          </a:prstGeom>
          <a:gradFill>
            <a:gsLst>
              <a:gs pos="0">
                <a:schemeClr val="tx1">
                  <a:alpha val="0"/>
                </a:schemeClr>
              </a:gs>
              <a:gs pos="35000">
                <a:schemeClr val="tx1"/>
              </a:gs>
            </a:gsLst>
            <a:lin ang="5400000" scaled="0"/>
          </a:gradFill>
          <a:ln w="12700">
            <a:noFill/>
            <a:miter lim="800000"/>
            <a:headEnd/>
            <a:tailEnd/>
          </a:ln>
          <a:scene3d>
            <a:camera prst="orthographicFront"/>
            <a:lightRig rig="threePt" dir="t"/>
          </a:scene3d>
          <a:sp3d>
            <a:bevelB/>
          </a:sp3d>
        </p:spPr>
        <p:txBody>
          <a:bodyPr wrap="square" lIns="0" tIns="0" rIns="0" bIns="0" anchor="ctr">
            <a:noAutofit/>
          </a:bodyPr>
          <a:lstStyle/>
          <a:p>
            <a:pPr algn="ctr" defTabSz="717947" eaLnBrk="0" fontAlgn="base" hangingPunct="0">
              <a:spcBef>
                <a:spcPct val="0"/>
              </a:spcBef>
              <a:spcAft>
                <a:spcPct val="0"/>
              </a:spcAft>
            </a:pPr>
            <a:endParaRPr lang="fr-FR" b="1" dirty="0">
              <a:solidFill>
                <a:srgbClr val="FFFFFF"/>
              </a:solidFill>
              <a:latin typeface="Verdana Pro SemiBold" panose="020B0604030504040204" pitchFamily="34" charset="0"/>
              <a:ea typeface="ＭＳ Ｐゴシック" pitchFamily="34" charset="-128"/>
              <a:cs typeface="Arial" panose="020B0604020202020204" pitchFamily="34" charset="0"/>
            </a:endParaRPr>
          </a:p>
        </p:txBody>
      </p:sp>
      <p:sp>
        <p:nvSpPr>
          <p:cNvPr id="2" name="Title 1">
            <a:extLst>
              <a:ext uri="{FF2B5EF4-FFF2-40B4-BE49-F238E27FC236}">
                <a16:creationId xmlns:a16="http://schemas.microsoft.com/office/drawing/2014/main" id="{8B748F46-E410-2BF9-E0E3-FE5CB2E79C59}"/>
              </a:ext>
            </a:extLst>
          </p:cNvPr>
          <p:cNvSpPr>
            <a:spLocks noGrp="1"/>
          </p:cNvSpPr>
          <p:nvPr>
            <p:ph type="title" hasCustomPrompt="1"/>
          </p:nvPr>
        </p:nvSpPr>
        <p:spPr>
          <a:xfrm>
            <a:off x="308317" y="208283"/>
            <a:ext cx="8043203" cy="426717"/>
          </a:xfrm>
        </p:spPr>
        <p:txBody>
          <a:bodyPr anchor="ctr"/>
          <a:lstStyle>
            <a:lvl1pPr>
              <a:defRPr sz="24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a:t>Activity</a:t>
            </a:r>
          </a:p>
        </p:txBody>
      </p:sp>
      <p:sp>
        <p:nvSpPr>
          <p:cNvPr id="11" name="Oval 10">
            <a:extLst>
              <a:ext uri="{FF2B5EF4-FFF2-40B4-BE49-F238E27FC236}">
                <a16:creationId xmlns:a16="http://schemas.microsoft.com/office/drawing/2014/main" id="{950A34B6-1F0E-35C5-C279-C41F7CC6FB41}"/>
              </a:ext>
            </a:extLst>
          </p:cNvPr>
          <p:cNvSpPr/>
          <p:nvPr userDrawn="1"/>
        </p:nvSpPr>
        <p:spPr>
          <a:xfrm>
            <a:off x="7565276" y="149326"/>
            <a:ext cx="1367327" cy="1367327"/>
          </a:xfrm>
          <a:prstGeom prst="ellipse">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24686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Infographic_Style7">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F465A843-D000-6892-FD7A-0AA306DBE005}"/>
              </a:ext>
            </a:extLst>
          </p:cNvPr>
          <p:cNvSpPr/>
          <p:nvPr userDrawn="1"/>
        </p:nvSpPr>
        <p:spPr>
          <a:xfrm>
            <a:off x="0" y="1991360"/>
            <a:ext cx="8715737" cy="2661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 name="Group 40">
            <a:extLst>
              <a:ext uri="{FF2B5EF4-FFF2-40B4-BE49-F238E27FC236}">
                <a16:creationId xmlns:a16="http://schemas.microsoft.com/office/drawing/2014/main" id="{05173478-D3D5-C3B0-B053-70D72125D6B6}"/>
              </a:ext>
            </a:extLst>
          </p:cNvPr>
          <p:cNvGrpSpPr/>
          <p:nvPr userDrawn="1"/>
        </p:nvGrpSpPr>
        <p:grpSpPr>
          <a:xfrm>
            <a:off x="0" y="2468880"/>
            <a:ext cx="8717280" cy="1615440"/>
            <a:chOff x="-182880" y="1725930"/>
            <a:chExt cx="8892540" cy="1903390"/>
          </a:xfrm>
        </p:grpSpPr>
        <p:sp>
          <p:nvSpPr>
            <p:cNvPr id="42" name="Left Bracket 41">
              <a:extLst>
                <a:ext uri="{FF2B5EF4-FFF2-40B4-BE49-F238E27FC236}">
                  <a16:creationId xmlns:a16="http://schemas.microsoft.com/office/drawing/2014/main" id="{CF04ADFC-392C-F9F6-DD18-4441F7497866}"/>
                </a:ext>
              </a:extLst>
            </p:cNvPr>
            <p:cNvSpPr/>
            <p:nvPr/>
          </p:nvSpPr>
          <p:spPr>
            <a:xfrm flipH="1">
              <a:off x="7722124" y="1736102"/>
              <a:ext cx="669304" cy="942682"/>
            </a:xfrm>
            <a:prstGeom prst="leftBracket">
              <a:avLst>
                <a:gd name="adj" fmla="val 70423"/>
              </a:avLst>
            </a:prstGeom>
            <a:ln w="38100">
              <a:solidFill>
                <a:schemeClr val="accent6">
                  <a:lumMod val="90000"/>
                  <a:alpha val="81242"/>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3" name="Left Bracket 42">
              <a:extLst>
                <a:ext uri="{FF2B5EF4-FFF2-40B4-BE49-F238E27FC236}">
                  <a16:creationId xmlns:a16="http://schemas.microsoft.com/office/drawing/2014/main" id="{AD477C7B-9C83-B8C0-DF6F-28128F8DBD26}"/>
                </a:ext>
              </a:extLst>
            </p:cNvPr>
            <p:cNvSpPr/>
            <p:nvPr/>
          </p:nvSpPr>
          <p:spPr>
            <a:xfrm>
              <a:off x="339365" y="2686638"/>
              <a:ext cx="669304" cy="942682"/>
            </a:xfrm>
            <a:prstGeom prst="leftBracket">
              <a:avLst>
                <a:gd name="adj" fmla="val 70423"/>
              </a:avLst>
            </a:prstGeom>
            <a:ln w="38100">
              <a:solidFill>
                <a:schemeClr val="accent6">
                  <a:lumMod val="90000"/>
                  <a:alpha val="81242"/>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44" name="Straight Connector 43">
              <a:extLst>
                <a:ext uri="{FF2B5EF4-FFF2-40B4-BE49-F238E27FC236}">
                  <a16:creationId xmlns:a16="http://schemas.microsoft.com/office/drawing/2014/main" id="{7AEB307B-CA67-EAE3-8BAC-4A359F657DB5}"/>
                </a:ext>
              </a:extLst>
            </p:cNvPr>
            <p:cNvCxnSpPr>
              <a:cxnSpLocks/>
            </p:cNvCxnSpPr>
            <p:nvPr/>
          </p:nvCxnSpPr>
          <p:spPr>
            <a:xfrm>
              <a:off x="-182880" y="1725930"/>
              <a:ext cx="7941140" cy="0"/>
            </a:xfrm>
            <a:prstGeom prst="line">
              <a:avLst/>
            </a:prstGeom>
            <a:ln w="38100">
              <a:solidFill>
                <a:schemeClr val="accent6">
                  <a:lumMod val="90000"/>
                  <a:alpha val="81242"/>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D53AB59-B4C2-6843-9A02-E67D1E47AAF3}"/>
                </a:ext>
              </a:extLst>
            </p:cNvPr>
            <p:cNvCxnSpPr>
              <a:cxnSpLocks/>
            </p:cNvCxnSpPr>
            <p:nvPr/>
          </p:nvCxnSpPr>
          <p:spPr>
            <a:xfrm>
              <a:off x="1046375" y="2689860"/>
              <a:ext cx="6749592" cy="0"/>
            </a:xfrm>
            <a:prstGeom prst="line">
              <a:avLst/>
            </a:prstGeom>
            <a:ln w="38100">
              <a:solidFill>
                <a:schemeClr val="accent6">
                  <a:lumMod val="90000"/>
                  <a:alpha val="81242"/>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9226D57-5CC8-62F8-BF61-0F26505E76B4}"/>
                </a:ext>
              </a:extLst>
            </p:cNvPr>
            <p:cNvCxnSpPr>
              <a:cxnSpLocks/>
            </p:cNvCxnSpPr>
            <p:nvPr/>
          </p:nvCxnSpPr>
          <p:spPr>
            <a:xfrm>
              <a:off x="895546" y="3615690"/>
              <a:ext cx="7814114" cy="0"/>
            </a:xfrm>
            <a:prstGeom prst="line">
              <a:avLst/>
            </a:prstGeom>
            <a:ln w="38100">
              <a:solidFill>
                <a:schemeClr val="accent6">
                  <a:lumMod val="90000"/>
                  <a:alpha val="81242"/>
                </a:schemeClr>
              </a:solidFill>
            </a:ln>
          </p:spPr>
          <p:style>
            <a:lnRef idx="1">
              <a:schemeClr val="accent1"/>
            </a:lnRef>
            <a:fillRef idx="0">
              <a:schemeClr val="accent1"/>
            </a:fillRef>
            <a:effectRef idx="0">
              <a:schemeClr val="accent1"/>
            </a:effectRef>
            <a:fontRef idx="minor">
              <a:schemeClr val="tx1"/>
            </a:fontRef>
          </p:style>
        </p:cxnSp>
      </p:grpSp>
      <p:sp>
        <p:nvSpPr>
          <p:cNvPr id="18" name="Text Placeholder 17">
            <a:extLst>
              <a:ext uri="{FF2B5EF4-FFF2-40B4-BE49-F238E27FC236}">
                <a16:creationId xmlns:a16="http://schemas.microsoft.com/office/drawing/2014/main" id="{04551C4C-74FB-CEA7-1DF5-C71078AB45C1}"/>
              </a:ext>
            </a:extLst>
          </p:cNvPr>
          <p:cNvSpPr>
            <a:spLocks noGrp="1"/>
          </p:cNvSpPr>
          <p:nvPr>
            <p:ph type="body" sz="quarter" idx="31" hasCustomPrompt="1"/>
          </p:nvPr>
        </p:nvSpPr>
        <p:spPr>
          <a:xfrm>
            <a:off x="970966" y="3007360"/>
            <a:ext cx="1457274" cy="525386"/>
          </a:xfrm>
          <a:prstGeom prst="roundRect">
            <a:avLst/>
          </a:prstGeom>
          <a:solidFill>
            <a:schemeClr val="accent6">
              <a:lumMod val="10000"/>
            </a:schemeClr>
          </a:solidFill>
          <a:ln w="19050">
            <a:solidFill>
              <a:schemeClr val="accent5">
                <a:lumMod val="75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28" name="Text Placeholder 17">
            <a:extLst>
              <a:ext uri="{FF2B5EF4-FFF2-40B4-BE49-F238E27FC236}">
                <a16:creationId xmlns:a16="http://schemas.microsoft.com/office/drawing/2014/main" id="{3DF42114-76FC-0A5D-6D8C-E42AEE9FD9AD}"/>
              </a:ext>
            </a:extLst>
          </p:cNvPr>
          <p:cNvSpPr>
            <a:spLocks noGrp="1"/>
          </p:cNvSpPr>
          <p:nvPr>
            <p:ph type="body" sz="quarter" idx="32" hasCustomPrompt="1"/>
          </p:nvPr>
        </p:nvSpPr>
        <p:spPr>
          <a:xfrm>
            <a:off x="2789606" y="2235200"/>
            <a:ext cx="1457274" cy="525386"/>
          </a:xfrm>
          <a:prstGeom prst="roundRect">
            <a:avLst/>
          </a:prstGeom>
          <a:solidFill>
            <a:schemeClr val="accent6">
              <a:lumMod val="10000"/>
            </a:schemeClr>
          </a:solidFill>
          <a:ln w="19050">
            <a:solidFill>
              <a:schemeClr val="accent5">
                <a:lumMod val="75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29" name="Text Placeholder 17">
            <a:extLst>
              <a:ext uri="{FF2B5EF4-FFF2-40B4-BE49-F238E27FC236}">
                <a16:creationId xmlns:a16="http://schemas.microsoft.com/office/drawing/2014/main" id="{2288D059-0329-1B9E-601C-A7E6A897FBCC}"/>
              </a:ext>
            </a:extLst>
          </p:cNvPr>
          <p:cNvSpPr>
            <a:spLocks noGrp="1"/>
          </p:cNvSpPr>
          <p:nvPr>
            <p:ph type="body" sz="quarter" idx="33" hasCustomPrompt="1"/>
          </p:nvPr>
        </p:nvSpPr>
        <p:spPr>
          <a:xfrm>
            <a:off x="2792993" y="3779520"/>
            <a:ext cx="1457274" cy="525386"/>
          </a:xfrm>
          <a:prstGeom prst="roundRect">
            <a:avLst/>
          </a:prstGeom>
          <a:solidFill>
            <a:schemeClr val="accent6">
              <a:lumMod val="10000"/>
            </a:schemeClr>
          </a:solidFill>
          <a:ln w="19050">
            <a:solidFill>
              <a:schemeClr val="accent5">
                <a:lumMod val="75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31" name="Text Placeholder 17">
            <a:extLst>
              <a:ext uri="{FF2B5EF4-FFF2-40B4-BE49-F238E27FC236}">
                <a16:creationId xmlns:a16="http://schemas.microsoft.com/office/drawing/2014/main" id="{2DE931B3-62DD-8088-64C6-20C2B8C4DADD}"/>
              </a:ext>
            </a:extLst>
          </p:cNvPr>
          <p:cNvSpPr>
            <a:spLocks noGrp="1"/>
          </p:cNvSpPr>
          <p:nvPr>
            <p:ph type="body" sz="quarter" idx="34" hasCustomPrompt="1"/>
          </p:nvPr>
        </p:nvSpPr>
        <p:spPr>
          <a:xfrm>
            <a:off x="4608246" y="3007360"/>
            <a:ext cx="1457274" cy="525386"/>
          </a:xfrm>
          <a:prstGeom prst="roundRect">
            <a:avLst/>
          </a:prstGeom>
          <a:solidFill>
            <a:schemeClr val="accent6">
              <a:lumMod val="10000"/>
            </a:schemeClr>
          </a:solidFill>
          <a:ln w="19050">
            <a:solidFill>
              <a:schemeClr val="accent5">
                <a:lumMod val="75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32" name="Text Placeholder 17">
            <a:extLst>
              <a:ext uri="{FF2B5EF4-FFF2-40B4-BE49-F238E27FC236}">
                <a16:creationId xmlns:a16="http://schemas.microsoft.com/office/drawing/2014/main" id="{2410DBC5-F358-CC6A-4BCE-EB8D9939E221}"/>
              </a:ext>
            </a:extLst>
          </p:cNvPr>
          <p:cNvSpPr>
            <a:spLocks noGrp="1"/>
          </p:cNvSpPr>
          <p:nvPr>
            <p:ph type="body" sz="quarter" idx="35" hasCustomPrompt="1"/>
          </p:nvPr>
        </p:nvSpPr>
        <p:spPr>
          <a:xfrm>
            <a:off x="6416726" y="2235200"/>
            <a:ext cx="1457274" cy="525386"/>
          </a:xfrm>
          <a:prstGeom prst="roundRect">
            <a:avLst/>
          </a:prstGeom>
          <a:solidFill>
            <a:schemeClr val="accent6">
              <a:lumMod val="10000"/>
            </a:schemeClr>
          </a:solidFill>
          <a:ln w="19050">
            <a:solidFill>
              <a:schemeClr val="accent5">
                <a:lumMod val="75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33" name="Text Placeholder 17">
            <a:extLst>
              <a:ext uri="{FF2B5EF4-FFF2-40B4-BE49-F238E27FC236}">
                <a16:creationId xmlns:a16="http://schemas.microsoft.com/office/drawing/2014/main" id="{22B7942D-FF35-446F-2D49-F9347F5FDDF9}"/>
              </a:ext>
            </a:extLst>
          </p:cNvPr>
          <p:cNvSpPr>
            <a:spLocks noGrp="1"/>
          </p:cNvSpPr>
          <p:nvPr>
            <p:ph type="body" sz="quarter" idx="36" hasCustomPrompt="1"/>
          </p:nvPr>
        </p:nvSpPr>
        <p:spPr>
          <a:xfrm>
            <a:off x="6437046" y="3779520"/>
            <a:ext cx="1457274" cy="525386"/>
          </a:xfrm>
          <a:prstGeom prst="roundRect">
            <a:avLst/>
          </a:prstGeom>
          <a:solidFill>
            <a:schemeClr val="accent6">
              <a:lumMod val="10000"/>
            </a:schemeClr>
          </a:solidFill>
          <a:ln w="19050">
            <a:solidFill>
              <a:schemeClr val="accent5">
                <a:lumMod val="75000"/>
              </a:schemeClr>
            </a:solidFill>
          </a:ln>
        </p:spPr>
        <p:txBody>
          <a:bodyPr lIns="0" tIns="0" rIns="0" bIns="0" anchor="ctr"/>
          <a:lstStyle>
            <a:lvl1pPr marL="0" indent="0" algn="ctr">
              <a:lnSpc>
                <a:spcPct val="110000"/>
              </a:lnSpc>
              <a:spcBef>
                <a:spcPts val="0"/>
              </a:spcBef>
              <a:spcAft>
                <a:spcPts val="300"/>
              </a:spcAft>
              <a:buFontTx/>
              <a:buNone/>
              <a:defRPr sz="1200">
                <a:solidFill>
                  <a:schemeClr val="bg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34" name="Text Placeholder 17">
            <a:extLst>
              <a:ext uri="{FF2B5EF4-FFF2-40B4-BE49-F238E27FC236}">
                <a16:creationId xmlns:a16="http://schemas.microsoft.com/office/drawing/2014/main" id="{E556C4A1-138D-F473-0FCF-9FA9235FD0E9}"/>
              </a:ext>
            </a:extLst>
          </p:cNvPr>
          <p:cNvSpPr>
            <a:spLocks noGrp="1"/>
          </p:cNvSpPr>
          <p:nvPr>
            <p:ph type="body" sz="quarter" idx="37" hasCustomPrompt="1"/>
          </p:nvPr>
        </p:nvSpPr>
        <p:spPr>
          <a:xfrm>
            <a:off x="981126" y="2235200"/>
            <a:ext cx="1457274" cy="525386"/>
          </a:xfrm>
          <a:prstGeom prst="roundRect">
            <a:avLst/>
          </a:prstGeom>
          <a:solidFill>
            <a:schemeClr val="accent5">
              <a:lumMod val="75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35" name="Text Placeholder 17">
            <a:extLst>
              <a:ext uri="{FF2B5EF4-FFF2-40B4-BE49-F238E27FC236}">
                <a16:creationId xmlns:a16="http://schemas.microsoft.com/office/drawing/2014/main" id="{70F01CA4-2B97-5120-01A9-C49F98B87267}"/>
              </a:ext>
            </a:extLst>
          </p:cNvPr>
          <p:cNvSpPr>
            <a:spLocks noGrp="1"/>
          </p:cNvSpPr>
          <p:nvPr>
            <p:ph type="body" sz="quarter" idx="38" hasCustomPrompt="1"/>
          </p:nvPr>
        </p:nvSpPr>
        <p:spPr>
          <a:xfrm>
            <a:off x="970966" y="3779520"/>
            <a:ext cx="1457274" cy="525386"/>
          </a:xfrm>
          <a:prstGeom prst="roundRect">
            <a:avLst/>
          </a:prstGeom>
          <a:solidFill>
            <a:schemeClr val="accent5">
              <a:lumMod val="75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36" name="Text Placeholder 17">
            <a:extLst>
              <a:ext uri="{FF2B5EF4-FFF2-40B4-BE49-F238E27FC236}">
                <a16:creationId xmlns:a16="http://schemas.microsoft.com/office/drawing/2014/main" id="{B87628E6-145A-8741-F899-9C97E852AC4C}"/>
              </a:ext>
            </a:extLst>
          </p:cNvPr>
          <p:cNvSpPr>
            <a:spLocks noGrp="1"/>
          </p:cNvSpPr>
          <p:nvPr>
            <p:ph type="body" sz="quarter" idx="39" hasCustomPrompt="1"/>
          </p:nvPr>
        </p:nvSpPr>
        <p:spPr>
          <a:xfrm>
            <a:off x="2789606" y="3007360"/>
            <a:ext cx="1457274" cy="525386"/>
          </a:xfrm>
          <a:prstGeom prst="roundRect">
            <a:avLst/>
          </a:prstGeom>
          <a:solidFill>
            <a:schemeClr val="accent5">
              <a:lumMod val="75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37" name="Text Placeholder 17">
            <a:extLst>
              <a:ext uri="{FF2B5EF4-FFF2-40B4-BE49-F238E27FC236}">
                <a16:creationId xmlns:a16="http://schemas.microsoft.com/office/drawing/2014/main" id="{B9DFB0BE-24D0-986C-5A31-CFF3C7170285}"/>
              </a:ext>
            </a:extLst>
          </p:cNvPr>
          <p:cNvSpPr>
            <a:spLocks noGrp="1"/>
          </p:cNvSpPr>
          <p:nvPr>
            <p:ph type="body" sz="quarter" idx="40" hasCustomPrompt="1"/>
          </p:nvPr>
        </p:nvSpPr>
        <p:spPr>
          <a:xfrm>
            <a:off x="4628566" y="2235200"/>
            <a:ext cx="1457274" cy="525386"/>
          </a:xfrm>
          <a:prstGeom prst="roundRect">
            <a:avLst/>
          </a:prstGeom>
          <a:solidFill>
            <a:schemeClr val="accent5">
              <a:lumMod val="75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39" name="Text Placeholder 17">
            <a:extLst>
              <a:ext uri="{FF2B5EF4-FFF2-40B4-BE49-F238E27FC236}">
                <a16:creationId xmlns:a16="http://schemas.microsoft.com/office/drawing/2014/main" id="{9BCC2083-2E6B-A61E-8687-2D0C3DBB08D3}"/>
              </a:ext>
            </a:extLst>
          </p:cNvPr>
          <p:cNvSpPr>
            <a:spLocks noGrp="1"/>
          </p:cNvSpPr>
          <p:nvPr>
            <p:ph type="body" sz="quarter" idx="41" hasCustomPrompt="1"/>
          </p:nvPr>
        </p:nvSpPr>
        <p:spPr>
          <a:xfrm>
            <a:off x="4615020" y="3779520"/>
            <a:ext cx="1457274" cy="525386"/>
          </a:xfrm>
          <a:prstGeom prst="roundRect">
            <a:avLst/>
          </a:prstGeom>
          <a:solidFill>
            <a:schemeClr val="accent5">
              <a:lumMod val="75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40" name="Text Placeholder 17">
            <a:extLst>
              <a:ext uri="{FF2B5EF4-FFF2-40B4-BE49-F238E27FC236}">
                <a16:creationId xmlns:a16="http://schemas.microsoft.com/office/drawing/2014/main" id="{AECB2F1C-FF09-088C-6F75-D0317280E682}"/>
              </a:ext>
            </a:extLst>
          </p:cNvPr>
          <p:cNvSpPr>
            <a:spLocks noGrp="1"/>
          </p:cNvSpPr>
          <p:nvPr>
            <p:ph type="body" sz="quarter" idx="42" hasCustomPrompt="1"/>
          </p:nvPr>
        </p:nvSpPr>
        <p:spPr>
          <a:xfrm>
            <a:off x="6426886" y="3007360"/>
            <a:ext cx="1457274" cy="525386"/>
          </a:xfrm>
          <a:prstGeom prst="roundRect">
            <a:avLst/>
          </a:prstGeom>
          <a:solidFill>
            <a:schemeClr val="accent5">
              <a:lumMod val="75000"/>
            </a:schemeClr>
          </a:solidFill>
          <a:ln w="19050">
            <a:noFill/>
          </a:ln>
        </p:spPr>
        <p:txBody>
          <a:bodyPr lIns="0" tIns="0" rIns="0" bIns="0" anchor="ctr"/>
          <a:lstStyle>
            <a:lvl1pPr marL="0" indent="0" algn="ctr">
              <a:lnSpc>
                <a:spcPct val="110000"/>
              </a:lnSpc>
              <a:spcBef>
                <a:spcPts val="0"/>
              </a:spcBef>
              <a:spcAft>
                <a:spcPts val="300"/>
              </a:spcAft>
              <a:buFontTx/>
              <a:buNone/>
              <a:defRPr sz="1200">
                <a:solidFill>
                  <a:schemeClr val="tx1"/>
                </a:solidFill>
              </a:defRPr>
            </a:lvl1pPr>
            <a:lvl2pPr marL="234950" indent="-227013">
              <a:lnSpc>
                <a:spcPct val="110000"/>
              </a:lnSpc>
              <a:spcBef>
                <a:spcPts val="0"/>
              </a:spcBef>
              <a:buFont typeface="System Font Regular"/>
              <a:buChar char="▷"/>
              <a:tabLst/>
              <a:defRPr sz="1000">
                <a:solidFill>
                  <a:schemeClr val="bg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Example 1</a:t>
            </a:r>
          </a:p>
        </p:txBody>
      </p:sp>
      <p:sp>
        <p:nvSpPr>
          <p:cNvPr id="47" name="Text Placeholder 5">
            <a:extLst>
              <a:ext uri="{FF2B5EF4-FFF2-40B4-BE49-F238E27FC236}">
                <a16:creationId xmlns:a16="http://schemas.microsoft.com/office/drawing/2014/main" id="{0F053AA7-20BC-4CD1-4065-6FC1E96A419A}"/>
              </a:ext>
            </a:extLst>
          </p:cNvPr>
          <p:cNvSpPr>
            <a:spLocks noGrp="1"/>
          </p:cNvSpPr>
          <p:nvPr>
            <p:ph type="body" sz="quarter" idx="10" hasCustomPrompt="1"/>
          </p:nvPr>
        </p:nvSpPr>
        <p:spPr>
          <a:xfrm>
            <a:off x="308317" y="1371600"/>
            <a:ext cx="8046720" cy="508000"/>
          </a:xfrm>
          <a:prstGeom prst="rect">
            <a:avLst/>
          </a:prstGeom>
        </p:spPr>
        <p:txBody>
          <a:bodyPr lIns="0" tIns="0" rIns="0" bIns="0"/>
          <a:lstStyle>
            <a:lvl1pPr marL="0" indent="0">
              <a:lnSpc>
                <a:spcPct val="110000"/>
              </a:lnSpc>
              <a:spcBef>
                <a:spcPts val="600"/>
              </a:spcBef>
              <a:spcAft>
                <a:spcPts val="600"/>
              </a:spcAft>
              <a:buFontTx/>
              <a:buNone/>
              <a:tabLst/>
              <a:defRPr sz="1400" b="0" i="0">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marL="0" indent="0">
              <a:spcBef>
                <a:spcPts val="500"/>
              </a:spcBef>
              <a:spcAft>
                <a:spcPts val="200"/>
              </a:spcAft>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a:t>
            </a:r>
            <a:r>
              <a:rPr lang="en-US" err="1"/>
              <a:t>luctus</a:t>
            </a:r>
            <a:r>
              <a:rPr lang="en-US"/>
              <a:t> a, </a:t>
            </a:r>
            <a:r>
              <a:rPr lang="en-US" err="1"/>
              <a:t>scelerisque</a:t>
            </a:r>
            <a:r>
              <a:rPr lang="en-US"/>
              <a:t> </a:t>
            </a:r>
            <a:r>
              <a:rPr lang="en-US" err="1"/>
              <a:t>ut</a:t>
            </a:r>
            <a:r>
              <a:rPr lang="en-US"/>
              <a:t> ex. Sed sed dui </a:t>
            </a:r>
            <a:r>
              <a:rPr lang="en-US" err="1"/>
              <a:t>ut</a:t>
            </a:r>
            <a:r>
              <a:rPr lang="en-US"/>
              <a:t> </a:t>
            </a:r>
            <a:r>
              <a:rPr lang="en-US" err="1"/>
              <a:t>quam</a:t>
            </a:r>
            <a:r>
              <a:rPr lang="en-US"/>
              <a:t> </a:t>
            </a:r>
            <a:r>
              <a:rPr lang="en-US" err="1"/>
              <a:t>effic</a:t>
            </a:r>
            <a:r>
              <a:rPr lang="en-US"/>
              <a:t> dui </a:t>
            </a:r>
            <a:r>
              <a:rPr lang="en-US" err="1"/>
              <a:t>ut</a:t>
            </a:r>
            <a:r>
              <a:rPr lang="en-US"/>
              <a:t> </a:t>
            </a:r>
            <a:r>
              <a:rPr lang="en-US" err="1"/>
              <a:t>quam</a:t>
            </a:r>
            <a:r>
              <a:rPr lang="en-US"/>
              <a:t> </a:t>
            </a:r>
            <a:r>
              <a:rPr lang="en-US" err="1"/>
              <a:t>efficitur</a:t>
            </a:r>
            <a:r>
              <a:rPr lang="en-US"/>
              <a:t> </a:t>
            </a:r>
            <a:r>
              <a:rPr lang="en-US" err="1"/>
              <a:t>faucibus</a:t>
            </a:r>
            <a:r>
              <a:rPr lang="en-US"/>
              <a:t> </a:t>
            </a:r>
            <a:r>
              <a:rPr lang="en-US" err="1"/>
              <a:t>itur</a:t>
            </a:r>
            <a:endParaRPr lang="en-US"/>
          </a:p>
        </p:txBody>
      </p:sp>
      <p:sp>
        <p:nvSpPr>
          <p:cNvPr id="48" name="Text Placeholder 7">
            <a:extLst>
              <a:ext uri="{FF2B5EF4-FFF2-40B4-BE49-F238E27FC236}">
                <a16:creationId xmlns:a16="http://schemas.microsoft.com/office/drawing/2014/main" id="{C811AEE1-8F2B-DCD0-FE3B-991EEF99ACB1}"/>
              </a:ext>
            </a:extLst>
          </p:cNvPr>
          <p:cNvSpPr>
            <a:spLocks noGrp="1"/>
          </p:cNvSpPr>
          <p:nvPr>
            <p:ph type="body" sz="quarter" idx="11" hasCustomPrompt="1"/>
          </p:nvPr>
        </p:nvSpPr>
        <p:spPr>
          <a:xfrm>
            <a:off x="308316" y="900727"/>
            <a:ext cx="8058443" cy="380682"/>
          </a:xfrm>
          <a:prstGeom prst="rect">
            <a:avLst/>
          </a:prstGeom>
        </p:spPr>
        <p:txBody>
          <a:bodyPr lIns="0" tIns="0" rIns="0" bIns="0" anchor="ctr"/>
          <a:lstStyle>
            <a:lvl1pPr marL="0" indent="0">
              <a:buFontTx/>
              <a:buNone/>
              <a:defRPr sz="1600" b="1" i="0">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err="1"/>
              <a:t>Subheader</a:t>
            </a:r>
            <a:endParaRPr lang="en-US"/>
          </a:p>
        </p:txBody>
      </p:sp>
      <p:sp>
        <p:nvSpPr>
          <p:cNvPr id="2" name="Title 1">
            <a:extLst>
              <a:ext uri="{FF2B5EF4-FFF2-40B4-BE49-F238E27FC236}">
                <a16:creationId xmlns:a16="http://schemas.microsoft.com/office/drawing/2014/main" id="{3D1F2773-E67A-B76E-BAF2-465DB130610F}"/>
              </a:ext>
            </a:extLst>
          </p:cNvPr>
          <p:cNvSpPr>
            <a:spLocks noGrp="1"/>
          </p:cNvSpPr>
          <p:nvPr>
            <p:ph type="title" hasCustomPrompt="1"/>
          </p:nvPr>
        </p:nvSpPr>
        <p:spPr>
          <a:xfrm>
            <a:off x="316339" y="235020"/>
            <a:ext cx="8043203" cy="548637"/>
          </a:xfrm>
        </p:spPr>
        <p:txBody>
          <a:bodyPr/>
          <a:lstStyle/>
          <a:p>
            <a:r>
              <a:rPr lang="en-US"/>
              <a:t>Infographic Style 7</a:t>
            </a:r>
          </a:p>
        </p:txBody>
      </p:sp>
    </p:spTree>
    <p:extLst>
      <p:ext uri="{BB962C8B-B14F-4D97-AF65-F5344CB8AC3E}">
        <p14:creationId xmlns:p14="http://schemas.microsoft.com/office/powerpoint/2010/main" val="139651185"/>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Infographic_Style8">
    <p:spTree>
      <p:nvGrpSpPr>
        <p:cNvPr id="1" name=""/>
        <p:cNvGrpSpPr/>
        <p:nvPr/>
      </p:nvGrpSpPr>
      <p:grpSpPr>
        <a:xfrm>
          <a:off x="0" y="0"/>
          <a:ext cx="0" cy="0"/>
          <a:chOff x="0" y="0"/>
          <a:chExt cx="0" cy="0"/>
        </a:xfrm>
      </p:grpSpPr>
      <p:sp>
        <p:nvSpPr>
          <p:cNvPr id="77" name="Picture Placeholder 71">
            <a:extLst>
              <a:ext uri="{FF2B5EF4-FFF2-40B4-BE49-F238E27FC236}">
                <a16:creationId xmlns:a16="http://schemas.microsoft.com/office/drawing/2014/main" id="{DB0DA8C0-BADF-DA04-320E-A45653C9B6D8}"/>
              </a:ext>
            </a:extLst>
          </p:cNvPr>
          <p:cNvSpPr>
            <a:spLocks noGrp="1"/>
          </p:cNvSpPr>
          <p:nvPr>
            <p:ph type="pic" sz="quarter" idx="26"/>
          </p:nvPr>
        </p:nvSpPr>
        <p:spPr>
          <a:xfrm>
            <a:off x="0" y="1452880"/>
            <a:ext cx="8729221" cy="3550243"/>
          </a:xfrm>
          <a:prstGeom prst="rect">
            <a:avLst/>
          </a:prstGeom>
          <a:solidFill>
            <a:schemeClr val="accent5">
              <a:lumMod val="75000"/>
            </a:schemeClr>
          </a:solidFill>
        </p:spPr>
        <p:txBody>
          <a:bodyPr/>
          <a:lstStyle>
            <a:lvl1pPr>
              <a:defRPr sz="800"/>
            </a:lvl1pPr>
          </a:lstStyle>
          <a:p>
            <a:endParaRPr lang="en-US" dirty="0"/>
          </a:p>
        </p:txBody>
      </p:sp>
      <p:sp>
        <p:nvSpPr>
          <p:cNvPr id="23" name="Text Placeholder 17">
            <a:extLst>
              <a:ext uri="{FF2B5EF4-FFF2-40B4-BE49-F238E27FC236}">
                <a16:creationId xmlns:a16="http://schemas.microsoft.com/office/drawing/2014/main" id="{A93EEE1A-4C48-60E2-CB8B-1A4F237D23A7}"/>
              </a:ext>
            </a:extLst>
          </p:cNvPr>
          <p:cNvSpPr>
            <a:spLocks noGrp="1"/>
          </p:cNvSpPr>
          <p:nvPr>
            <p:ph type="body" sz="quarter" idx="35" hasCustomPrompt="1"/>
          </p:nvPr>
        </p:nvSpPr>
        <p:spPr>
          <a:xfrm>
            <a:off x="3423920" y="1959729"/>
            <a:ext cx="1960355" cy="2236351"/>
          </a:xfrm>
          <a:prstGeom prst="roundRect">
            <a:avLst/>
          </a:prstGeom>
          <a:solidFill>
            <a:schemeClr val="bg1">
              <a:alpha val="66000"/>
            </a:schemeClr>
          </a:solidFill>
          <a:ln w="19050">
            <a:noFill/>
          </a:ln>
        </p:spPr>
        <p:txBody>
          <a:bodyPr lIns="0" tIns="0" rIns="0" bIns="0" anchor="ctr"/>
          <a:lstStyle>
            <a:lvl1pPr marL="0" indent="0" algn="ctr">
              <a:lnSpc>
                <a:spcPct val="110000"/>
              </a:lnSpc>
              <a:spcBef>
                <a:spcPts val="0"/>
              </a:spcBef>
              <a:spcAft>
                <a:spcPts val="300"/>
              </a:spcAft>
              <a:buFontTx/>
              <a:buNone/>
              <a:defRPr sz="1350" b="1"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937" indent="0" algn="ctr">
              <a:lnSpc>
                <a:spcPct val="110000"/>
              </a:lnSpc>
              <a:spcBef>
                <a:spcPts val="0"/>
              </a:spcBef>
              <a:buFontTx/>
              <a:buNone/>
              <a:tabLst/>
              <a:defRPr sz="1000">
                <a:solidFill>
                  <a:schemeClr val="tx1"/>
                </a:solidFill>
              </a:defRPr>
            </a:lvl2pPr>
            <a:lvl3pPr marL="234950" indent="-227013">
              <a:buFont typeface="System Font Regular"/>
              <a:buChar char="▷"/>
              <a:tabLst/>
              <a:defRPr sz="1000"/>
            </a:lvl3pPr>
            <a:lvl4pPr marL="234950" indent="-227013">
              <a:buFont typeface="System Font Regular"/>
              <a:buChar char="▷"/>
              <a:tabLst/>
              <a:defRPr sz="1000"/>
            </a:lvl4pPr>
            <a:lvl5pPr marL="234950" indent="-227013">
              <a:buFont typeface="System Font Regular"/>
              <a:buChar char="▷"/>
              <a:tabLst/>
              <a:defRPr sz="1000"/>
            </a:lvl5pPr>
          </a:lstStyle>
          <a:p>
            <a:pPr lvl="0"/>
            <a:r>
              <a:rPr lang="en-US"/>
              <a:t>Dummy Text</a:t>
            </a:r>
          </a:p>
          <a:p>
            <a:pPr lvl="1"/>
            <a:r>
              <a:rPr lang="en-US"/>
              <a:t>Dummy text Dummy text</a:t>
            </a:r>
          </a:p>
          <a:p>
            <a:pPr lvl="1"/>
            <a:r>
              <a:rPr lang="en-US"/>
              <a:t>Dummy text Dummy text</a:t>
            </a:r>
          </a:p>
        </p:txBody>
      </p:sp>
      <p:sp>
        <p:nvSpPr>
          <p:cNvPr id="31" name="Text Placeholder 7">
            <a:extLst>
              <a:ext uri="{FF2B5EF4-FFF2-40B4-BE49-F238E27FC236}">
                <a16:creationId xmlns:a16="http://schemas.microsoft.com/office/drawing/2014/main" id="{D57F999C-B547-F7FD-8D30-1410D5E78E85}"/>
              </a:ext>
            </a:extLst>
          </p:cNvPr>
          <p:cNvSpPr>
            <a:spLocks noGrp="1"/>
          </p:cNvSpPr>
          <p:nvPr>
            <p:ph type="body" sz="quarter" idx="11" hasCustomPrompt="1"/>
          </p:nvPr>
        </p:nvSpPr>
        <p:spPr>
          <a:xfrm>
            <a:off x="308316" y="900727"/>
            <a:ext cx="8058443" cy="380682"/>
          </a:xfrm>
          <a:prstGeom prst="rect">
            <a:avLst/>
          </a:prstGeom>
        </p:spPr>
        <p:txBody>
          <a:bodyPr lIns="0" tIns="0" rIns="0" bIns="0" anchor="ctr"/>
          <a:lstStyle>
            <a:lvl1pPr marL="0" indent="0">
              <a:buFontTx/>
              <a:buNone/>
              <a:defRPr sz="1600" b="1" i="0">
                <a:latin typeface="Verdana" panose="020B0604030504040204" pitchFamily="34" charset="0"/>
                <a:ea typeface="Verdana" panose="020B0604030504040204" pitchFamily="34" charset="0"/>
                <a:cs typeface="Verdana" panose="020B0604030504040204" pitchFamily="34" charset="0"/>
              </a:defRPr>
            </a:lvl1pPr>
            <a:lvl2pPr marL="342883" indent="0">
              <a:buNone/>
              <a:defRPr/>
            </a:lvl2pPr>
          </a:lstStyle>
          <a:p>
            <a:pPr lvl="0"/>
            <a:r>
              <a:rPr lang="en-US" err="1"/>
              <a:t>Subheader</a:t>
            </a:r>
            <a:endParaRPr lang="en-US"/>
          </a:p>
        </p:txBody>
      </p:sp>
      <p:sp>
        <p:nvSpPr>
          <p:cNvPr id="36" name="Text Placeholder 5">
            <a:extLst>
              <a:ext uri="{FF2B5EF4-FFF2-40B4-BE49-F238E27FC236}">
                <a16:creationId xmlns:a16="http://schemas.microsoft.com/office/drawing/2014/main" id="{18376436-8857-91D0-F87B-61C071292A60}"/>
              </a:ext>
            </a:extLst>
          </p:cNvPr>
          <p:cNvSpPr>
            <a:spLocks noGrp="1"/>
          </p:cNvSpPr>
          <p:nvPr>
            <p:ph type="body" sz="quarter" idx="10" hasCustomPrompt="1"/>
          </p:nvPr>
        </p:nvSpPr>
        <p:spPr>
          <a:xfrm>
            <a:off x="333939" y="2070229"/>
            <a:ext cx="2165421" cy="688249"/>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l</a:t>
            </a:r>
          </a:p>
        </p:txBody>
      </p:sp>
      <p:sp>
        <p:nvSpPr>
          <p:cNvPr id="37" name="Text Placeholder 5">
            <a:extLst>
              <a:ext uri="{FF2B5EF4-FFF2-40B4-BE49-F238E27FC236}">
                <a16:creationId xmlns:a16="http://schemas.microsoft.com/office/drawing/2014/main" id="{A5C9173C-B638-4E0E-DE74-C7B6BF1DB11B}"/>
              </a:ext>
            </a:extLst>
          </p:cNvPr>
          <p:cNvSpPr>
            <a:spLocks noGrp="1"/>
          </p:cNvSpPr>
          <p:nvPr>
            <p:ph type="body" sz="quarter" idx="14" hasCustomPrompt="1"/>
          </p:nvPr>
        </p:nvSpPr>
        <p:spPr>
          <a:xfrm>
            <a:off x="329369" y="1738605"/>
            <a:ext cx="2571960"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38" name="Text Placeholder 5">
            <a:extLst>
              <a:ext uri="{FF2B5EF4-FFF2-40B4-BE49-F238E27FC236}">
                <a16:creationId xmlns:a16="http://schemas.microsoft.com/office/drawing/2014/main" id="{2E5415E2-09FA-8AAB-4EBA-3FC6AE4B5BD4}"/>
              </a:ext>
            </a:extLst>
          </p:cNvPr>
          <p:cNvSpPr>
            <a:spLocks noGrp="1"/>
          </p:cNvSpPr>
          <p:nvPr>
            <p:ph type="body" sz="quarter" idx="15" hasCustomPrompt="1"/>
          </p:nvPr>
        </p:nvSpPr>
        <p:spPr>
          <a:xfrm>
            <a:off x="321334" y="3476922"/>
            <a:ext cx="2228826"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l</a:t>
            </a:r>
          </a:p>
        </p:txBody>
      </p:sp>
      <p:sp>
        <p:nvSpPr>
          <p:cNvPr id="40" name="Text Placeholder 5">
            <a:extLst>
              <a:ext uri="{FF2B5EF4-FFF2-40B4-BE49-F238E27FC236}">
                <a16:creationId xmlns:a16="http://schemas.microsoft.com/office/drawing/2014/main" id="{6207373F-4B22-E591-5649-1095CFF84F43}"/>
              </a:ext>
            </a:extLst>
          </p:cNvPr>
          <p:cNvSpPr>
            <a:spLocks noGrp="1"/>
          </p:cNvSpPr>
          <p:nvPr>
            <p:ph type="body" sz="quarter" idx="16" hasCustomPrompt="1"/>
          </p:nvPr>
        </p:nvSpPr>
        <p:spPr>
          <a:xfrm>
            <a:off x="316764" y="3138423"/>
            <a:ext cx="2577690"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45" name="Text Placeholder 5">
            <a:extLst>
              <a:ext uri="{FF2B5EF4-FFF2-40B4-BE49-F238E27FC236}">
                <a16:creationId xmlns:a16="http://schemas.microsoft.com/office/drawing/2014/main" id="{E1055A6C-3F5B-B4D6-F36C-FF04E6562830}"/>
              </a:ext>
            </a:extLst>
          </p:cNvPr>
          <p:cNvSpPr>
            <a:spLocks noGrp="1"/>
          </p:cNvSpPr>
          <p:nvPr>
            <p:ph type="body" sz="quarter" idx="17" hasCustomPrompt="1"/>
          </p:nvPr>
        </p:nvSpPr>
        <p:spPr>
          <a:xfrm>
            <a:off x="6329714" y="2079396"/>
            <a:ext cx="2133566"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l</a:t>
            </a:r>
          </a:p>
        </p:txBody>
      </p:sp>
      <p:sp>
        <p:nvSpPr>
          <p:cNvPr id="46" name="Text Placeholder 5">
            <a:extLst>
              <a:ext uri="{FF2B5EF4-FFF2-40B4-BE49-F238E27FC236}">
                <a16:creationId xmlns:a16="http://schemas.microsoft.com/office/drawing/2014/main" id="{A441078B-D899-D447-825D-6C42CBE257C5}"/>
              </a:ext>
            </a:extLst>
          </p:cNvPr>
          <p:cNvSpPr>
            <a:spLocks noGrp="1"/>
          </p:cNvSpPr>
          <p:nvPr>
            <p:ph type="body" sz="quarter" idx="18" hasCustomPrompt="1"/>
          </p:nvPr>
        </p:nvSpPr>
        <p:spPr>
          <a:xfrm>
            <a:off x="6325144" y="1740897"/>
            <a:ext cx="2127976"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47" name="Text Placeholder 5">
            <a:extLst>
              <a:ext uri="{FF2B5EF4-FFF2-40B4-BE49-F238E27FC236}">
                <a16:creationId xmlns:a16="http://schemas.microsoft.com/office/drawing/2014/main" id="{590D82DB-DD0F-2470-49DB-B0DA4BE5CE3D}"/>
              </a:ext>
            </a:extLst>
          </p:cNvPr>
          <p:cNvSpPr>
            <a:spLocks noGrp="1"/>
          </p:cNvSpPr>
          <p:nvPr>
            <p:ph type="body" sz="quarter" idx="19" hasCustomPrompt="1"/>
          </p:nvPr>
        </p:nvSpPr>
        <p:spPr>
          <a:xfrm>
            <a:off x="6337734" y="3460359"/>
            <a:ext cx="2206826" cy="687103"/>
          </a:xfrm>
          <a:prstGeom prst="rect">
            <a:avLst/>
          </a:prstGeom>
        </p:spPr>
        <p:txBody>
          <a:bodyPr lIns="0" tIns="0" rIns="0" bIns="0" numCol="1" spcCol="457200"/>
          <a:lstStyle>
            <a:lvl1pPr marL="0" indent="0">
              <a:lnSpc>
                <a:spcPct val="110000"/>
              </a:lnSpc>
              <a:spcBef>
                <a:spcPts val="0"/>
              </a:spcBef>
              <a:spcAft>
                <a:spcPts val="600"/>
              </a:spcAft>
              <a:buFontTx/>
              <a:buNone/>
              <a:tabLst/>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metus</a:t>
            </a:r>
            <a:r>
              <a:rPr lang="en-US"/>
              <a:t> </a:t>
            </a:r>
            <a:r>
              <a:rPr lang="en-US" err="1"/>
              <a:t>leo</a:t>
            </a:r>
            <a:r>
              <a:rPr lang="en-US"/>
              <a:t>, </a:t>
            </a:r>
            <a:r>
              <a:rPr lang="en-US" err="1"/>
              <a:t>ullamcorper</a:t>
            </a:r>
            <a:r>
              <a:rPr lang="en-US"/>
              <a:t> ac l</a:t>
            </a:r>
          </a:p>
        </p:txBody>
      </p:sp>
      <p:sp>
        <p:nvSpPr>
          <p:cNvPr id="48" name="Text Placeholder 5">
            <a:extLst>
              <a:ext uri="{FF2B5EF4-FFF2-40B4-BE49-F238E27FC236}">
                <a16:creationId xmlns:a16="http://schemas.microsoft.com/office/drawing/2014/main" id="{A35BF3D4-5DDC-B33F-56A3-D31175BE3A4E}"/>
              </a:ext>
            </a:extLst>
          </p:cNvPr>
          <p:cNvSpPr>
            <a:spLocks noGrp="1"/>
          </p:cNvSpPr>
          <p:nvPr>
            <p:ph type="body" sz="quarter" idx="20" hasCustomPrompt="1"/>
          </p:nvPr>
        </p:nvSpPr>
        <p:spPr>
          <a:xfrm>
            <a:off x="6333164" y="3121860"/>
            <a:ext cx="2221556" cy="269358"/>
          </a:xfrm>
          <a:prstGeom prst="rect">
            <a:avLst/>
          </a:prstGeom>
        </p:spPr>
        <p:txBody>
          <a:bodyPr lIns="0" tIns="0" rIns="0" bIns="0" numCol="1" spcCol="457200"/>
          <a:lstStyle>
            <a:lvl1pPr marL="0" indent="0">
              <a:lnSpc>
                <a:spcPct val="110000"/>
              </a:lnSpc>
              <a:spcBef>
                <a:spcPts val="0"/>
              </a:spcBef>
              <a:spcAft>
                <a:spcPts val="600"/>
              </a:spcAft>
              <a:buFontTx/>
              <a:buNone/>
              <a:tabLst/>
              <a:defRPr sz="14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Header</a:t>
            </a:r>
          </a:p>
        </p:txBody>
      </p:sp>
      <p:sp>
        <p:nvSpPr>
          <p:cNvPr id="2" name="Picture Placeholder 71">
            <a:extLst>
              <a:ext uri="{FF2B5EF4-FFF2-40B4-BE49-F238E27FC236}">
                <a16:creationId xmlns:a16="http://schemas.microsoft.com/office/drawing/2014/main" id="{3AD40D9F-1A1E-9790-8E8A-044FC7068A28}"/>
              </a:ext>
            </a:extLst>
          </p:cNvPr>
          <p:cNvSpPr>
            <a:spLocks noGrp="1"/>
          </p:cNvSpPr>
          <p:nvPr>
            <p:ph type="pic" sz="quarter" idx="38"/>
          </p:nvPr>
        </p:nvSpPr>
        <p:spPr>
          <a:xfrm>
            <a:off x="6056" y="4406900"/>
            <a:ext cx="8722019" cy="591820"/>
          </a:xfrm>
          <a:prstGeom prst="rect">
            <a:avLst/>
          </a:prstGeom>
          <a:gradFill>
            <a:gsLst>
              <a:gs pos="0">
                <a:schemeClr val="accent5">
                  <a:lumMod val="25000"/>
                  <a:alpha val="11037"/>
                </a:schemeClr>
              </a:gs>
              <a:gs pos="98000">
                <a:schemeClr val="accent5">
                  <a:lumMod val="25000"/>
                  <a:alpha val="10866"/>
                </a:schemeClr>
              </a:gs>
              <a:gs pos="50000">
                <a:schemeClr val="accent5">
                  <a:lumMod val="25000"/>
                </a:schemeClr>
              </a:gs>
            </a:gsLst>
            <a:lin ang="10800000" scaled="0"/>
          </a:gradFill>
        </p:spPr>
        <p:txBody>
          <a:bodyPr/>
          <a:lstStyle>
            <a:lvl1pPr>
              <a:defRPr sz="800"/>
            </a:lvl1pPr>
          </a:lstStyle>
          <a:p>
            <a:endParaRPr lang="en-US" dirty="0"/>
          </a:p>
        </p:txBody>
      </p:sp>
      <p:cxnSp>
        <p:nvCxnSpPr>
          <p:cNvPr id="10" name="Connecteur droit avec flèche 26">
            <a:extLst>
              <a:ext uri="{FF2B5EF4-FFF2-40B4-BE49-F238E27FC236}">
                <a16:creationId xmlns:a16="http://schemas.microsoft.com/office/drawing/2014/main" id="{A89B7CF5-FBD9-4D4A-BA5A-ED9D5C6D0415}"/>
              </a:ext>
            </a:extLst>
          </p:cNvPr>
          <p:cNvCxnSpPr>
            <a:cxnSpLocks/>
          </p:cNvCxnSpPr>
          <p:nvPr userDrawn="1"/>
        </p:nvCxnSpPr>
        <p:spPr>
          <a:xfrm>
            <a:off x="2418080" y="2384829"/>
            <a:ext cx="843280"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eur droit avec flèche 26">
            <a:extLst>
              <a:ext uri="{FF2B5EF4-FFF2-40B4-BE49-F238E27FC236}">
                <a16:creationId xmlns:a16="http://schemas.microsoft.com/office/drawing/2014/main" id="{532762D5-F56A-8170-92C1-2AD3F916A42A}"/>
              </a:ext>
            </a:extLst>
          </p:cNvPr>
          <p:cNvCxnSpPr>
            <a:cxnSpLocks/>
          </p:cNvCxnSpPr>
          <p:nvPr userDrawn="1"/>
        </p:nvCxnSpPr>
        <p:spPr>
          <a:xfrm>
            <a:off x="2458720" y="3766589"/>
            <a:ext cx="802640"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26">
            <a:extLst>
              <a:ext uri="{FF2B5EF4-FFF2-40B4-BE49-F238E27FC236}">
                <a16:creationId xmlns:a16="http://schemas.microsoft.com/office/drawing/2014/main" id="{23726999-D067-30B0-A639-C0B18DC2C78B}"/>
              </a:ext>
            </a:extLst>
          </p:cNvPr>
          <p:cNvCxnSpPr>
            <a:cxnSpLocks/>
          </p:cNvCxnSpPr>
          <p:nvPr userDrawn="1"/>
        </p:nvCxnSpPr>
        <p:spPr>
          <a:xfrm flipH="1">
            <a:off x="5462385" y="2394989"/>
            <a:ext cx="836815"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eur droit avec flèche 26">
            <a:extLst>
              <a:ext uri="{FF2B5EF4-FFF2-40B4-BE49-F238E27FC236}">
                <a16:creationId xmlns:a16="http://schemas.microsoft.com/office/drawing/2014/main" id="{C1E03E47-3718-4D47-838D-01347D3B3315}"/>
              </a:ext>
            </a:extLst>
          </p:cNvPr>
          <p:cNvCxnSpPr>
            <a:cxnSpLocks/>
          </p:cNvCxnSpPr>
          <p:nvPr userDrawn="1"/>
        </p:nvCxnSpPr>
        <p:spPr>
          <a:xfrm flipH="1">
            <a:off x="5462385" y="3776749"/>
            <a:ext cx="826655" cy="0"/>
          </a:xfrm>
          <a:prstGeom prst="straightConnector1">
            <a:avLst/>
          </a:prstGeom>
          <a:solidFill>
            <a:schemeClr val="accent5">
              <a:lumMod val="50000"/>
            </a:schemeClr>
          </a:solidFill>
          <a:ln w="88900">
            <a:gradFill>
              <a:gsLst>
                <a:gs pos="0">
                  <a:schemeClr val="bg1">
                    <a:alpha val="0"/>
                    <a:lumMod val="96891"/>
                  </a:schemeClr>
                </a:gs>
                <a:gs pos="43000">
                  <a:schemeClr val="bg1"/>
                </a:gs>
              </a:gsLst>
              <a:lin ang="0" scaled="0"/>
            </a:gradFill>
            <a:tailEnd type="triangle"/>
          </a:ln>
        </p:spPr>
        <p:style>
          <a:lnRef idx="2">
            <a:schemeClr val="accent1"/>
          </a:lnRef>
          <a:fillRef idx="0">
            <a:schemeClr val="accent1"/>
          </a:fillRef>
          <a:effectRef idx="1">
            <a:schemeClr val="accent1"/>
          </a:effectRef>
          <a:fontRef idx="minor">
            <a:schemeClr val="tx1"/>
          </a:fontRef>
        </p:style>
      </p:cxnSp>
      <p:sp>
        <p:nvSpPr>
          <p:cNvPr id="22" name="Text Placeholder 5">
            <a:extLst>
              <a:ext uri="{FF2B5EF4-FFF2-40B4-BE49-F238E27FC236}">
                <a16:creationId xmlns:a16="http://schemas.microsoft.com/office/drawing/2014/main" id="{6ECEF891-89D9-AF74-9B11-1CCFCB13EC67}"/>
              </a:ext>
            </a:extLst>
          </p:cNvPr>
          <p:cNvSpPr>
            <a:spLocks noGrp="1"/>
          </p:cNvSpPr>
          <p:nvPr>
            <p:ph type="body" sz="quarter" idx="40" hasCustomPrompt="1"/>
          </p:nvPr>
        </p:nvSpPr>
        <p:spPr>
          <a:xfrm>
            <a:off x="628578" y="4455251"/>
            <a:ext cx="7621341" cy="472349"/>
          </a:xfrm>
          <a:prstGeom prst="rect">
            <a:avLst/>
          </a:prstGeom>
        </p:spPr>
        <p:txBody>
          <a:bodyPr lIns="0" tIns="0" rIns="0" bIns="0" numCol="1" spcCol="457200" anchor="ctr"/>
          <a:lstStyle>
            <a:lvl1pPr marL="0" indent="0" algn="ctr">
              <a:lnSpc>
                <a:spcPct val="100000"/>
              </a:lnSpc>
              <a:spcBef>
                <a:spcPts val="0"/>
              </a:spcBef>
              <a:spcAft>
                <a:spcPts val="600"/>
              </a:spcAft>
              <a:buFontTx/>
              <a:buNone/>
              <a:tabLst/>
              <a:defRPr sz="13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285750" indent="0">
              <a:lnSpc>
                <a:spcPct val="110000"/>
              </a:lnSpc>
              <a:buFontTx/>
              <a:buNone/>
              <a:tabLst/>
              <a:defRPr sz="1400" b="0" i="0"/>
            </a:lvl2pPr>
            <a:lvl3pPr marL="528637" indent="0">
              <a:lnSpc>
                <a:spcPct val="110000"/>
              </a:lnSpc>
              <a:buFontTx/>
              <a:buNone/>
              <a:tabLst/>
              <a:defRPr sz="1400" b="0" i="0"/>
            </a:lvl3pPr>
            <a:lvl4pPr marL="1200090" indent="-171442">
              <a:buFont typeface="Courier New" panose="02070309020205020404" pitchFamily="49" charset="0"/>
              <a:buChar char="o"/>
              <a:defRPr/>
            </a:lvl4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Suspendisse</a:t>
            </a:r>
            <a:r>
              <a:rPr lang="en-US"/>
              <a:t> mi </a:t>
            </a:r>
            <a:r>
              <a:rPr lang="en-US" err="1"/>
              <a:t>purus</a:t>
            </a:r>
            <a:r>
              <a:rPr lang="en-US"/>
              <a:t>, </a:t>
            </a:r>
          </a:p>
        </p:txBody>
      </p:sp>
      <p:sp>
        <p:nvSpPr>
          <p:cNvPr id="3" name="Title 1">
            <a:extLst>
              <a:ext uri="{FF2B5EF4-FFF2-40B4-BE49-F238E27FC236}">
                <a16:creationId xmlns:a16="http://schemas.microsoft.com/office/drawing/2014/main" id="{2D2091A1-0FA6-9003-03E6-0A2E0D499F9F}"/>
              </a:ext>
            </a:extLst>
          </p:cNvPr>
          <p:cNvSpPr>
            <a:spLocks noGrp="1"/>
          </p:cNvSpPr>
          <p:nvPr>
            <p:ph type="title" hasCustomPrompt="1"/>
          </p:nvPr>
        </p:nvSpPr>
        <p:spPr>
          <a:xfrm>
            <a:off x="308318" y="235020"/>
            <a:ext cx="8043203" cy="548637"/>
          </a:xfrm>
        </p:spPr>
        <p:txBody>
          <a:bodyPr/>
          <a:lstStyle/>
          <a:p>
            <a:r>
              <a:rPr lang="en-US"/>
              <a:t>Infographic Style 8</a:t>
            </a:r>
          </a:p>
        </p:txBody>
      </p:sp>
    </p:spTree>
    <p:extLst>
      <p:ext uri="{BB962C8B-B14F-4D97-AF65-F5344CB8AC3E}">
        <p14:creationId xmlns:p14="http://schemas.microsoft.com/office/powerpoint/2010/main" val="1607064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3" Type="http://schemas.openxmlformats.org/officeDocument/2006/relationships/slideLayout" Target="../slideLayouts/slideLayout30.xml"/><Relationship Id="rId21" Type="http://schemas.openxmlformats.org/officeDocument/2006/relationships/theme" Target="../theme/theme2.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9.xml"/><Relationship Id="rId1"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21" Type="http://schemas.openxmlformats.org/officeDocument/2006/relationships/theme" Target="../theme/theme4.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21" Type="http://schemas.openxmlformats.org/officeDocument/2006/relationships/slideLayout" Target="../slideLayouts/slideLayout90.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slideLayout" Target="../slideLayouts/slideLayout89.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23" Type="http://schemas.openxmlformats.org/officeDocument/2006/relationships/theme" Target="../theme/theme5.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 Id="rId22" Type="http://schemas.openxmlformats.org/officeDocument/2006/relationships/slideLayout" Target="../slideLayouts/slideLayout91.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04.xml"/><Relationship Id="rId18" Type="http://schemas.openxmlformats.org/officeDocument/2006/relationships/slideLayout" Target="../slideLayouts/slideLayout109.xml"/><Relationship Id="rId26" Type="http://schemas.openxmlformats.org/officeDocument/2006/relationships/slideLayout" Target="../slideLayouts/slideLayout117.xml"/><Relationship Id="rId3" Type="http://schemas.openxmlformats.org/officeDocument/2006/relationships/slideLayout" Target="../slideLayouts/slideLayout94.xml"/><Relationship Id="rId21" Type="http://schemas.openxmlformats.org/officeDocument/2006/relationships/slideLayout" Target="../slideLayouts/slideLayout112.xml"/><Relationship Id="rId34" Type="http://schemas.openxmlformats.org/officeDocument/2006/relationships/slideLayout" Target="../slideLayouts/slideLayout125.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17" Type="http://schemas.openxmlformats.org/officeDocument/2006/relationships/slideLayout" Target="../slideLayouts/slideLayout108.xml"/><Relationship Id="rId25" Type="http://schemas.openxmlformats.org/officeDocument/2006/relationships/slideLayout" Target="../slideLayouts/slideLayout116.xml"/><Relationship Id="rId33" Type="http://schemas.openxmlformats.org/officeDocument/2006/relationships/slideLayout" Target="../slideLayouts/slideLayout124.xml"/><Relationship Id="rId2" Type="http://schemas.openxmlformats.org/officeDocument/2006/relationships/slideLayout" Target="../slideLayouts/slideLayout93.xml"/><Relationship Id="rId16" Type="http://schemas.openxmlformats.org/officeDocument/2006/relationships/slideLayout" Target="../slideLayouts/slideLayout107.xml"/><Relationship Id="rId20" Type="http://schemas.openxmlformats.org/officeDocument/2006/relationships/slideLayout" Target="../slideLayouts/slideLayout111.xml"/><Relationship Id="rId29" Type="http://schemas.openxmlformats.org/officeDocument/2006/relationships/slideLayout" Target="../slideLayouts/slideLayout120.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24" Type="http://schemas.openxmlformats.org/officeDocument/2006/relationships/slideLayout" Target="../slideLayouts/slideLayout115.xml"/><Relationship Id="rId32" Type="http://schemas.openxmlformats.org/officeDocument/2006/relationships/slideLayout" Target="../slideLayouts/slideLayout123.xml"/><Relationship Id="rId5" Type="http://schemas.openxmlformats.org/officeDocument/2006/relationships/slideLayout" Target="../slideLayouts/slideLayout96.xml"/><Relationship Id="rId15" Type="http://schemas.openxmlformats.org/officeDocument/2006/relationships/slideLayout" Target="../slideLayouts/slideLayout106.xml"/><Relationship Id="rId23" Type="http://schemas.openxmlformats.org/officeDocument/2006/relationships/slideLayout" Target="../slideLayouts/slideLayout114.xml"/><Relationship Id="rId28" Type="http://schemas.openxmlformats.org/officeDocument/2006/relationships/slideLayout" Target="../slideLayouts/slideLayout119.xml"/><Relationship Id="rId36" Type="http://schemas.openxmlformats.org/officeDocument/2006/relationships/theme" Target="../theme/theme6.xml"/><Relationship Id="rId10" Type="http://schemas.openxmlformats.org/officeDocument/2006/relationships/slideLayout" Target="../slideLayouts/slideLayout101.xml"/><Relationship Id="rId19" Type="http://schemas.openxmlformats.org/officeDocument/2006/relationships/slideLayout" Target="../slideLayouts/slideLayout110.xml"/><Relationship Id="rId31" Type="http://schemas.openxmlformats.org/officeDocument/2006/relationships/slideLayout" Target="../slideLayouts/slideLayout122.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 Id="rId22" Type="http://schemas.openxmlformats.org/officeDocument/2006/relationships/slideLayout" Target="../slideLayouts/slideLayout113.xml"/><Relationship Id="rId27" Type="http://schemas.openxmlformats.org/officeDocument/2006/relationships/slideLayout" Target="../slideLayouts/slideLayout118.xml"/><Relationship Id="rId30" Type="http://schemas.openxmlformats.org/officeDocument/2006/relationships/slideLayout" Target="../slideLayouts/slideLayout121.xml"/><Relationship Id="rId35" Type="http://schemas.openxmlformats.org/officeDocument/2006/relationships/slideLayout" Target="../slideLayouts/slideLayout126.xml"/><Relationship Id="rId8" Type="http://schemas.openxmlformats.org/officeDocument/2006/relationships/slideLayout" Target="../slideLayouts/slideLayout9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18" Type="http://schemas.openxmlformats.org/officeDocument/2006/relationships/slideLayout" Target="../slideLayouts/slideLayout144.xml"/><Relationship Id="rId26" Type="http://schemas.openxmlformats.org/officeDocument/2006/relationships/slideLayout" Target="../slideLayouts/slideLayout152.xml"/><Relationship Id="rId3" Type="http://schemas.openxmlformats.org/officeDocument/2006/relationships/slideLayout" Target="../slideLayouts/slideLayout129.xml"/><Relationship Id="rId21" Type="http://schemas.openxmlformats.org/officeDocument/2006/relationships/slideLayout" Target="../slideLayouts/slideLayout147.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17" Type="http://schemas.openxmlformats.org/officeDocument/2006/relationships/slideLayout" Target="../slideLayouts/slideLayout143.xml"/><Relationship Id="rId25" Type="http://schemas.openxmlformats.org/officeDocument/2006/relationships/slideLayout" Target="../slideLayouts/slideLayout151.xml"/><Relationship Id="rId2" Type="http://schemas.openxmlformats.org/officeDocument/2006/relationships/slideLayout" Target="../slideLayouts/slideLayout128.xml"/><Relationship Id="rId16" Type="http://schemas.openxmlformats.org/officeDocument/2006/relationships/slideLayout" Target="../slideLayouts/slideLayout142.xml"/><Relationship Id="rId20" Type="http://schemas.openxmlformats.org/officeDocument/2006/relationships/slideLayout" Target="../slideLayouts/slideLayout146.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24" Type="http://schemas.openxmlformats.org/officeDocument/2006/relationships/slideLayout" Target="../slideLayouts/slideLayout150.xml"/><Relationship Id="rId5" Type="http://schemas.openxmlformats.org/officeDocument/2006/relationships/slideLayout" Target="../slideLayouts/slideLayout131.xml"/><Relationship Id="rId15" Type="http://schemas.openxmlformats.org/officeDocument/2006/relationships/slideLayout" Target="../slideLayouts/slideLayout141.xml"/><Relationship Id="rId23" Type="http://schemas.openxmlformats.org/officeDocument/2006/relationships/slideLayout" Target="../slideLayouts/slideLayout149.xml"/><Relationship Id="rId28" Type="http://schemas.openxmlformats.org/officeDocument/2006/relationships/theme" Target="../theme/theme7.xml"/><Relationship Id="rId10" Type="http://schemas.openxmlformats.org/officeDocument/2006/relationships/slideLayout" Target="../slideLayouts/slideLayout136.xml"/><Relationship Id="rId19" Type="http://schemas.openxmlformats.org/officeDocument/2006/relationships/slideLayout" Target="../slideLayouts/slideLayout145.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 Id="rId22" Type="http://schemas.openxmlformats.org/officeDocument/2006/relationships/slideLayout" Target="../slideLayouts/slideLayout148.xml"/><Relationship Id="rId27" Type="http://schemas.openxmlformats.org/officeDocument/2006/relationships/slideLayout" Target="../slideLayouts/slideLayout1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356302-4444-938E-61FC-A99C750B83B0}"/>
              </a:ext>
            </a:extLst>
          </p:cNvPr>
          <p:cNvSpPr>
            <a:spLocks noGrp="1"/>
          </p:cNvSpPr>
          <p:nvPr>
            <p:ph type="title"/>
          </p:nvPr>
        </p:nvSpPr>
        <p:spPr>
          <a:xfrm>
            <a:off x="308317" y="259084"/>
            <a:ext cx="8043203" cy="548637"/>
          </a:xfrm>
          <a:prstGeom prst="rect">
            <a:avLst/>
          </a:prstGeom>
        </p:spPr>
        <p:txBody>
          <a:bodyPr vert="horz" lIns="0" tIns="0" rIns="0" bIns="0" rtlCol="0" anchor="ctr">
            <a:noAutofit/>
          </a:bodyPr>
          <a:lstStyle/>
          <a:p>
            <a:r>
              <a:rPr lang="en-US" dirty="0"/>
              <a:t>Header</a:t>
            </a:r>
          </a:p>
        </p:txBody>
      </p:sp>
      <p:grpSp>
        <p:nvGrpSpPr>
          <p:cNvPr id="5" name="Group 4">
            <a:extLst>
              <a:ext uri="{FF2B5EF4-FFF2-40B4-BE49-F238E27FC236}">
                <a16:creationId xmlns:a16="http://schemas.microsoft.com/office/drawing/2014/main" id="{A6054346-5ED4-9B34-65F9-05C8CAA5F3C8}"/>
              </a:ext>
            </a:extLst>
          </p:cNvPr>
          <p:cNvGrpSpPr/>
          <p:nvPr userDrawn="1"/>
        </p:nvGrpSpPr>
        <p:grpSpPr>
          <a:xfrm>
            <a:off x="8822060" y="-1"/>
            <a:ext cx="321943" cy="5150662"/>
            <a:chOff x="8822060" y="-1"/>
            <a:chExt cx="321943" cy="5150662"/>
          </a:xfrm>
        </p:grpSpPr>
        <p:sp>
          <p:nvSpPr>
            <p:cNvPr id="3" name="Rectangle 2">
              <a:extLst>
                <a:ext uri="{FF2B5EF4-FFF2-40B4-BE49-F238E27FC236}">
                  <a16:creationId xmlns:a16="http://schemas.microsoft.com/office/drawing/2014/main" id="{03C7ECA6-B372-6D7E-F222-60AB547063C7}"/>
                </a:ext>
              </a:extLst>
            </p:cNvPr>
            <p:cNvSpPr/>
            <p:nvPr userDrawn="1"/>
          </p:nvSpPr>
          <p:spPr>
            <a:xfrm rot="16200000">
              <a:off x="6407701" y="2414358"/>
              <a:ext cx="5150662" cy="321943"/>
            </a:xfrm>
            <a:prstGeom prst="rect">
              <a:avLst/>
            </a:prstGeom>
            <a:solidFill>
              <a:srgbClr val="E6E6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bg1">
                    <a:lumMod val="85000"/>
                  </a:schemeClr>
                </a:solidFill>
                <a:highlight>
                  <a:srgbClr val="C0C0C0"/>
                </a:highlight>
                <a:latin typeface="Verdana" panose="020B0604030504040204" pitchFamily="34" charset="0"/>
              </a:endParaRPr>
            </a:p>
          </p:txBody>
        </p:sp>
        <p:sp>
          <p:nvSpPr>
            <p:cNvPr id="4" name="Rectangle 3">
              <a:extLst>
                <a:ext uri="{FF2B5EF4-FFF2-40B4-BE49-F238E27FC236}">
                  <a16:creationId xmlns:a16="http://schemas.microsoft.com/office/drawing/2014/main" id="{55CAB811-8E26-6E4C-3531-92968DD279EA}"/>
                </a:ext>
              </a:extLst>
            </p:cNvPr>
            <p:cNvSpPr/>
            <p:nvPr userDrawn="1"/>
          </p:nvSpPr>
          <p:spPr>
            <a:xfrm rot="16200000">
              <a:off x="7778589" y="1361922"/>
              <a:ext cx="2413073" cy="215444"/>
            </a:xfrm>
            <a:prstGeom prst="rect">
              <a:avLst/>
            </a:prstGeom>
          </p:spPr>
          <p:txBody>
            <a:bodyPr wrap="square">
              <a:spAutoFit/>
            </a:bodyPr>
            <a:lstStyle/>
            <a:p>
              <a:pPr algn="ctr"/>
              <a:r>
                <a:rPr lang="en-US" sz="800" dirty="0">
                  <a:solidFill>
                    <a:schemeClr val="tx1"/>
                  </a:solidFill>
                  <a:latin typeface="Verdana" panose="020B0604030504040204" pitchFamily="34" charset="0"/>
                  <a:ea typeface="Verdana" panose="020B0604030504040204" pitchFamily="34" charset="0"/>
                  <a:cs typeface="Arial" panose="020B0604020202020204" pitchFamily="34" charset="0"/>
                </a:rPr>
                <a:t>ADAS Testing &amp; Reconstruction</a:t>
              </a:r>
            </a:p>
          </p:txBody>
        </p:sp>
        <p:sp>
          <p:nvSpPr>
            <p:cNvPr id="6" name="Rectangle 5">
              <a:extLst>
                <a:ext uri="{FF2B5EF4-FFF2-40B4-BE49-F238E27FC236}">
                  <a16:creationId xmlns:a16="http://schemas.microsoft.com/office/drawing/2014/main" id="{6BFC119B-07A6-822A-C6EC-9B04D96FA6EE}"/>
                </a:ext>
              </a:extLst>
            </p:cNvPr>
            <p:cNvSpPr/>
            <p:nvPr userDrawn="1"/>
          </p:nvSpPr>
          <p:spPr>
            <a:xfrm>
              <a:off x="8827477" y="2754325"/>
              <a:ext cx="316523" cy="194607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latin typeface="Verdana" panose="020B0604030504040204" pitchFamily="34" charset="0"/>
              </a:endParaRPr>
            </a:p>
          </p:txBody>
        </p:sp>
        <p:sp>
          <p:nvSpPr>
            <p:cNvPr id="8" name="TextBox 7">
              <a:extLst>
                <a:ext uri="{FF2B5EF4-FFF2-40B4-BE49-F238E27FC236}">
                  <a16:creationId xmlns:a16="http://schemas.microsoft.com/office/drawing/2014/main" id="{78787AA1-E253-148A-03C1-390176B5EDFC}"/>
                </a:ext>
              </a:extLst>
            </p:cNvPr>
            <p:cNvSpPr txBox="1"/>
            <p:nvPr userDrawn="1"/>
          </p:nvSpPr>
          <p:spPr>
            <a:xfrm rot="16200000">
              <a:off x="7994572" y="3604252"/>
              <a:ext cx="1991579" cy="246221"/>
            </a:xfrm>
            <a:prstGeom prst="rect">
              <a:avLst/>
            </a:prstGeom>
            <a:noFill/>
          </p:spPr>
          <p:txBody>
            <a:bodyPr wrap="square" rtlCol="0">
              <a:spAutoFit/>
            </a:bodyPr>
            <a:lstStyle/>
            <a:p>
              <a:pPr algn="ctr"/>
              <a:r>
                <a:rPr lang="en-US" sz="1000" spc="200" baseline="0" dirty="0">
                  <a:solidFill>
                    <a:schemeClr val="bg1"/>
                  </a:solidFill>
                  <a:latin typeface="Verdana" panose="020B0604030504040204" pitchFamily="34" charset="0"/>
                </a:rPr>
                <a:t>C2413</a:t>
              </a:r>
            </a:p>
          </p:txBody>
        </p:sp>
      </p:grpSp>
      <p:sp>
        <p:nvSpPr>
          <p:cNvPr id="7" name="Slide Number Placeholder 4">
            <a:extLst>
              <a:ext uri="{FF2B5EF4-FFF2-40B4-BE49-F238E27FC236}">
                <a16:creationId xmlns:a16="http://schemas.microsoft.com/office/drawing/2014/main" id="{FBA4A260-CADF-BADC-B0CD-F05BC1C44E4D}"/>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1241294678"/>
      </p:ext>
    </p:extLst>
  </p:cSld>
  <p:clrMap bg1="lt1" tx1="dk1" bg2="lt2" tx2="dk2" accent1="accent1" accent2="accent2" accent3="accent3" accent4="accent4" accent5="accent5" accent6="accent6" hlink="hlink" folHlink="folHlink"/>
  <p:sldLayoutIdLst>
    <p:sldLayoutId id="2147483785" r:id="rId1"/>
    <p:sldLayoutId id="2147483749" r:id="rId2"/>
    <p:sldLayoutId id="2147483786" r:id="rId3"/>
    <p:sldLayoutId id="2147483893" r:id="rId4"/>
    <p:sldLayoutId id="2147483903" r:id="rId5"/>
    <p:sldLayoutId id="2147483895" r:id="rId6"/>
    <p:sldLayoutId id="2147483787" r:id="rId7"/>
    <p:sldLayoutId id="2147483878" r:id="rId8"/>
    <p:sldLayoutId id="2147483879" r:id="rId9"/>
    <p:sldLayoutId id="2147483880" r:id="rId10"/>
    <p:sldLayoutId id="2147483882" r:id="rId11"/>
    <p:sldLayoutId id="2147483898" r:id="rId12"/>
    <p:sldLayoutId id="2147483900" r:id="rId13"/>
    <p:sldLayoutId id="2147483901" r:id="rId14"/>
    <p:sldLayoutId id="2147483899" r:id="rId15"/>
    <p:sldLayoutId id="2147483889" r:id="rId16"/>
    <p:sldLayoutId id="2147483890" r:id="rId17"/>
    <p:sldLayoutId id="2147483894" r:id="rId18"/>
    <p:sldLayoutId id="2147483902" r:id="rId19"/>
    <p:sldLayoutId id="2147483891" r:id="rId20"/>
    <p:sldLayoutId id="2147483883" r:id="rId21"/>
    <p:sldLayoutId id="2147483884" r:id="rId22"/>
    <p:sldLayoutId id="2147483885" r:id="rId23"/>
    <p:sldLayoutId id="2147483886" r:id="rId24"/>
    <p:sldLayoutId id="2147483892" r:id="rId25"/>
    <p:sldLayoutId id="2147483896" r:id="rId26"/>
    <p:sldLayoutId id="2147483897" r:id="rId27"/>
  </p:sldLayoutIdLst>
  <p:hf hdr="0" ftr="0" dt="0"/>
  <p:txStyles>
    <p:titleStyle>
      <a:lvl1pPr algn="l" defTabSz="685766" rtl="0" eaLnBrk="1" latinLnBrk="0" hangingPunct="1">
        <a:lnSpc>
          <a:spcPct val="110000"/>
        </a:lnSpc>
        <a:spcBef>
          <a:spcPct val="0"/>
        </a:spcBef>
        <a:buNone/>
        <a:defRPr sz="2400" b="0" i="0" kern="1200">
          <a:solidFill>
            <a:schemeClr val="accent1"/>
          </a:solidFill>
          <a:latin typeface="Verdana" panose="020B0604030504040204" pitchFamily="34" charset="0"/>
          <a:ea typeface="+mj-ea"/>
          <a:cs typeface="+mj-cs"/>
        </a:defRPr>
      </a:lvl1pPr>
    </p:titleStyle>
    <p:body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356302-4444-938E-61FC-A99C750B83B0}"/>
              </a:ext>
            </a:extLst>
          </p:cNvPr>
          <p:cNvSpPr>
            <a:spLocks noGrp="1"/>
          </p:cNvSpPr>
          <p:nvPr>
            <p:ph type="title"/>
          </p:nvPr>
        </p:nvSpPr>
        <p:spPr>
          <a:xfrm>
            <a:off x="486138" y="259084"/>
            <a:ext cx="7865383" cy="548637"/>
          </a:xfrm>
          <a:prstGeom prst="rect">
            <a:avLst/>
          </a:prstGeom>
        </p:spPr>
        <p:txBody>
          <a:bodyPr vert="horz" lIns="0" tIns="0" rIns="0" bIns="0" rtlCol="0" anchor="ctr">
            <a:noAutofit/>
          </a:bodyPr>
          <a:lstStyle/>
          <a:p>
            <a:r>
              <a:rPr lang="en-US" dirty="0"/>
              <a:t>Header</a:t>
            </a:r>
          </a:p>
        </p:txBody>
      </p:sp>
      <p:grpSp>
        <p:nvGrpSpPr>
          <p:cNvPr id="5" name="Group 4">
            <a:extLst>
              <a:ext uri="{FF2B5EF4-FFF2-40B4-BE49-F238E27FC236}">
                <a16:creationId xmlns:a16="http://schemas.microsoft.com/office/drawing/2014/main" id="{7573A55C-9FB5-C198-27F5-C2F325C29F61}"/>
              </a:ext>
            </a:extLst>
          </p:cNvPr>
          <p:cNvGrpSpPr/>
          <p:nvPr userDrawn="1"/>
        </p:nvGrpSpPr>
        <p:grpSpPr>
          <a:xfrm>
            <a:off x="8822059" y="1"/>
            <a:ext cx="321943" cy="5143500"/>
            <a:chOff x="8822059" y="1"/>
            <a:chExt cx="321943" cy="5143500"/>
          </a:xfrm>
        </p:grpSpPr>
        <p:sp>
          <p:nvSpPr>
            <p:cNvPr id="3" name="Rectangle 2">
              <a:extLst>
                <a:ext uri="{FF2B5EF4-FFF2-40B4-BE49-F238E27FC236}">
                  <a16:creationId xmlns:a16="http://schemas.microsoft.com/office/drawing/2014/main" id="{03C7ECA6-B372-6D7E-F222-60AB547063C7}"/>
                </a:ext>
              </a:extLst>
            </p:cNvPr>
            <p:cNvSpPr/>
            <p:nvPr userDrawn="1"/>
          </p:nvSpPr>
          <p:spPr>
            <a:xfrm rot="16200000">
              <a:off x="6411281" y="2410779"/>
              <a:ext cx="5143500" cy="321943"/>
            </a:xfrm>
            <a:prstGeom prst="rect">
              <a:avLst/>
            </a:prstGeom>
            <a:solidFill>
              <a:srgbClr val="E6E6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bg1">
                    <a:lumMod val="85000"/>
                  </a:schemeClr>
                </a:solidFill>
                <a:highlight>
                  <a:srgbClr val="C0C0C0"/>
                </a:highlight>
                <a:latin typeface="Verdana" panose="020B0604030504040204" pitchFamily="34" charset="0"/>
              </a:endParaRPr>
            </a:p>
          </p:txBody>
        </p:sp>
        <p:sp>
          <p:nvSpPr>
            <p:cNvPr id="4" name="Rectangle 3">
              <a:extLst>
                <a:ext uri="{FF2B5EF4-FFF2-40B4-BE49-F238E27FC236}">
                  <a16:creationId xmlns:a16="http://schemas.microsoft.com/office/drawing/2014/main" id="{55CAB811-8E26-6E4C-3531-92968DD279EA}"/>
                </a:ext>
              </a:extLst>
            </p:cNvPr>
            <p:cNvSpPr/>
            <p:nvPr userDrawn="1"/>
          </p:nvSpPr>
          <p:spPr>
            <a:xfrm rot="16200000">
              <a:off x="7778589" y="1361922"/>
              <a:ext cx="2413073" cy="215444"/>
            </a:xfrm>
            <a:prstGeom prst="rect">
              <a:avLst/>
            </a:prstGeom>
          </p:spPr>
          <p:txBody>
            <a:bodyPr wrap="square">
              <a:spAutoFit/>
            </a:bodyPr>
            <a:lstStyle/>
            <a:p>
              <a:pPr algn="ctr"/>
              <a:r>
                <a:rPr lang="en-US" sz="800" dirty="0">
                  <a:solidFill>
                    <a:schemeClr val="tx1"/>
                  </a:solidFill>
                  <a:latin typeface="Verdana" panose="020B0604030504040204" pitchFamily="34" charset="0"/>
                  <a:ea typeface="Verdana" panose="020B0604030504040204" pitchFamily="34" charset="0"/>
                  <a:cs typeface="Arial" panose="020B0604020202020204" pitchFamily="34" charset="0"/>
                </a:rPr>
                <a:t>ADAS Testing &amp; Reconstruction</a:t>
              </a:r>
            </a:p>
          </p:txBody>
        </p:sp>
        <p:sp>
          <p:nvSpPr>
            <p:cNvPr id="6" name="Rectangle 5">
              <a:extLst>
                <a:ext uri="{FF2B5EF4-FFF2-40B4-BE49-F238E27FC236}">
                  <a16:creationId xmlns:a16="http://schemas.microsoft.com/office/drawing/2014/main" id="{6BFC119B-07A6-822A-C6EC-9B04D96FA6EE}"/>
                </a:ext>
              </a:extLst>
            </p:cNvPr>
            <p:cNvSpPr/>
            <p:nvPr userDrawn="1"/>
          </p:nvSpPr>
          <p:spPr>
            <a:xfrm>
              <a:off x="8824845" y="2754325"/>
              <a:ext cx="319155" cy="194607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latin typeface="Verdana" panose="020B0604030504040204" pitchFamily="34" charset="0"/>
              </a:endParaRPr>
            </a:p>
          </p:txBody>
        </p:sp>
        <p:sp>
          <p:nvSpPr>
            <p:cNvPr id="8" name="TextBox 7">
              <a:extLst>
                <a:ext uri="{FF2B5EF4-FFF2-40B4-BE49-F238E27FC236}">
                  <a16:creationId xmlns:a16="http://schemas.microsoft.com/office/drawing/2014/main" id="{78787AA1-E253-148A-03C1-390176B5EDFC}"/>
                </a:ext>
              </a:extLst>
            </p:cNvPr>
            <p:cNvSpPr txBox="1"/>
            <p:nvPr userDrawn="1"/>
          </p:nvSpPr>
          <p:spPr>
            <a:xfrm rot="16200000">
              <a:off x="7994572" y="3604252"/>
              <a:ext cx="1991579" cy="246221"/>
            </a:xfrm>
            <a:prstGeom prst="rect">
              <a:avLst/>
            </a:prstGeom>
            <a:noFill/>
          </p:spPr>
          <p:txBody>
            <a:bodyPr wrap="square" rtlCol="0">
              <a:spAutoFit/>
            </a:bodyPr>
            <a:lstStyle/>
            <a:p>
              <a:pPr algn="ctr"/>
              <a:r>
                <a:rPr lang="en-US" sz="1000" spc="200" baseline="0" dirty="0">
                  <a:solidFill>
                    <a:schemeClr val="bg1"/>
                  </a:solidFill>
                  <a:latin typeface="Verdana" panose="020B0604030504040204" pitchFamily="34" charset="0"/>
                </a:rPr>
                <a:t>C2413</a:t>
              </a:r>
            </a:p>
          </p:txBody>
        </p:sp>
      </p:grpSp>
      <p:sp>
        <p:nvSpPr>
          <p:cNvPr id="7" name="Slide Number Placeholder 4">
            <a:extLst>
              <a:ext uri="{FF2B5EF4-FFF2-40B4-BE49-F238E27FC236}">
                <a16:creationId xmlns:a16="http://schemas.microsoft.com/office/drawing/2014/main" id="{FC71A478-7425-ABB9-1F1D-A0BF7ED55A17}"/>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2172202549"/>
      </p:ext>
    </p:extLst>
  </p:cSld>
  <p:clrMap bg1="lt1" tx1="dk1" bg2="lt2" tx2="dk2" accent1="accent1" accent2="accent2" accent3="accent3" accent4="accent4" accent5="accent5" accent6="accent6" hlink="hlink" folHlink="folHlink"/>
  <p:sldLayoutIdLst>
    <p:sldLayoutId id="2147483809" r:id="rId1"/>
    <p:sldLayoutId id="2147483813" r:id="rId2"/>
    <p:sldLayoutId id="2147483811" r:id="rId3"/>
    <p:sldLayoutId id="2147483815" r:id="rId4"/>
    <p:sldLayoutId id="2147483816" r:id="rId5"/>
    <p:sldLayoutId id="2147483763" r:id="rId6"/>
    <p:sldLayoutId id="2147483766" r:id="rId7"/>
    <p:sldLayoutId id="2147483768" r:id="rId8"/>
    <p:sldLayoutId id="2147483772" r:id="rId9"/>
    <p:sldLayoutId id="2147483774" r:id="rId10"/>
    <p:sldLayoutId id="2147483775" r:id="rId11"/>
    <p:sldLayoutId id="2147483776" r:id="rId12"/>
    <p:sldLayoutId id="2147483794" r:id="rId13"/>
    <p:sldLayoutId id="2147483795" r:id="rId14"/>
    <p:sldLayoutId id="2147483796" r:id="rId15"/>
    <p:sldLayoutId id="2147483797" r:id="rId16"/>
    <p:sldLayoutId id="2147483800" r:id="rId17"/>
    <p:sldLayoutId id="2147483826" r:id="rId18"/>
    <p:sldLayoutId id="2147483827" r:id="rId19"/>
    <p:sldLayoutId id="2147483834" r:id="rId20"/>
  </p:sldLayoutIdLst>
  <p:hf hdr="0" ftr="0" dt="0"/>
  <p:txStyles>
    <p:titleStyle>
      <a:lvl1pPr algn="l" defTabSz="685766" rtl="0" eaLnBrk="1" latinLnBrk="0" hangingPunct="1">
        <a:lnSpc>
          <a:spcPct val="110000"/>
        </a:lnSpc>
        <a:spcBef>
          <a:spcPct val="0"/>
        </a:spcBef>
        <a:buNone/>
        <a:defRPr sz="2400" b="0" i="0" kern="1200">
          <a:solidFill>
            <a:schemeClr val="accent1"/>
          </a:solidFill>
          <a:latin typeface="Verdana" panose="020B0604030504040204" pitchFamily="34" charset="0"/>
          <a:ea typeface="+mj-ea"/>
          <a:cs typeface="+mj-cs"/>
        </a:defRPr>
      </a:lvl1pPr>
    </p:titleStyle>
    <p:body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9DB1A9-6755-90D0-E717-DF2D169AB19B}"/>
              </a:ext>
            </a:extLst>
          </p:cNvPr>
          <p:cNvSpPr>
            <a:spLocks noGrp="1"/>
          </p:cNvSpPr>
          <p:nvPr>
            <p:ph type="title"/>
          </p:nvPr>
        </p:nvSpPr>
        <p:spPr>
          <a:xfrm>
            <a:off x="444011" y="450485"/>
            <a:ext cx="7886700" cy="349616"/>
          </a:xfrm>
          <a:prstGeom prst="rect">
            <a:avLst/>
          </a:prstGeom>
        </p:spPr>
        <p:txBody>
          <a:bodyPr vert="horz" lIns="0" tIns="0" rIns="0" bIns="0" rtlCol="0" anchor="ctr">
            <a:noAutofit/>
          </a:bodyPr>
          <a:lstStyle/>
          <a:p>
            <a:r>
              <a:rPr lang="en-US" dirty="0"/>
              <a:t>Contributing Factors</a:t>
            </a:r>
          </a:p>
        </p:txBody>
      </p:sp>
    </p:spTree>
    <p:extLst>
      <p:ext uri="{BB962C8B-B14F-4D97-AF65-F5344CB8AC3E}">
        <p14:creationId xmlns:p14="http://schemas.microsoft.com/office/powerpoint/2010/main" val="3488051330"/>
      </p:ext>
    </p:extLst>
  </p:cSld>
  <p:clrMap bg1="lt1" tx1="dk1" bg2="lt2" tx2="dk2" accent1="accent1" accent2="accent2" accent3="accent3" accent4="accent4" accent5="accent5" accent6="accent6" hlink="hlink" folHlink="folHlink"/>
  <p:sldLayoutIdLst>
    <p:sldLayoutId id="2147483817" r:id="rId1"/>
    <p:sldLayoutId id="2147483828" r:id="rId2"/>
  </p:sldLayoutIdLst>
  <p:hf hdr="0" ftr="0" dt="0"/>
  <p:txStyles>
    <p:titleStyle>
      <a:lvl1pPr algn="l" defTabSz="914400" rtl="0" eaLnBrk="1" latinLnBrk="0" hangingPunct="1">
        <a:lnSpc>
          <a:spcPct val="90000"/>
        </a:lnSpc>
        <a:spcBef>
          <a:spcPct val="0"/>
        </a:spcBef>
        <a:buNone/>
        <a:defRPr sz="1800" b="1" i="0" kern="120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0FC49F-DAE0-73AD-D132-4DC0BF538730}"/>
              </a:ext>
            </a:extLst>
          </p:cNvPr>
          <p:cNvSpPr/>
          <p:nvPr userDrawn="1"/>
        </p:nvSpPr>
        <p:spPr>
          <a:xfrm rot="16200000">
            <a:off x="6409702" y="2412357"/>
            <a:ext cx="5143500" cy="318787"/>
          </a:xfrm>
          <a:prstGeom prst="rect">
            <a:avLst/>
          </a:prstGeom>
          <a:solidFill>
            <a:srgbClr val="E6E6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bg1">
                  <a:lumMod val="85000"/>
                </a:schemeClr>
              </a:solidFill>
              <a:highlight>
                <a:srgbClr val="C0C0C0"/>
              </a:highlight>
              <a:latin typeface="Verdana" panose="020B0604030504040204" pitchFamily="34" charset="0"/>
            </a:endParaRPr>
          </a:p>
        </p:txBody>
      </p:sp>
      <p:sp>
        <p:nvSpPr>
          <p:cNvPr id="8" name="Rectangle 7">
            <a:extLst>
              <a:ext uri="{FF2B5EF4-FFF2-40B4-BE49-F238E27FC236}">
                <a16:creationId xmlns:a16="http://schemas.microsoft.com/office/drawing/2014/main" id="{ACA623C9-441B-3801-E0F5-90B72280BF73}"/>
              </a:ext>
            </a:extLst>
          </p:cNvPr>
          <p:cNvSpPr/>
          <p:nvPr userDrawn="1"/>
        </p:nvSpPr>
        <p:spPr>
          <a:xfrm rot="16200000">
            <a:off x="7778589" y="1361922"/>
            <a:ext cx="2413073" cy="215444"/>
          </a:xfrm>
          <a:prstGeom prst="rect">
            <a:avLst/>
          </a:prstGeom>
        </p:spPr>
        <p:txBody>
          <a:bodyPr wrap="square">
            <a:spAutoFit/>
          </a:bodyPr>
          <a:lstStyle/>
          <a:p>
            <a:pPr algn="ctr"/>
            <a:r>
              <a:rPr lang="en-US" sz="800" dirty="0">
                <a:solidFill>
                  <a:schemeClr val="tx1"/>
                </a:solidFill>
                <a:latin typeface="Verdana" panose="020B0604030504040204" pitchFamily="34" charset="0"/>
                <a:ea typeface="Verdana" panose="020B0604030504040204" pitchFamily="34" charset="0"/>
                <a:cs typeface="Arial" panose="020B0604020202020204" pitchFamily="34" charset="0"/>
              </a:rPr>
              <a:t>ADAS Testing &amp; Reconstruction</a:t>
            </a:r>
          </a:p>
        </p:txBody>
      </p:sp>
      <p:sp>
        <p:nvSpPr>
          <p:cNvPr id="9" name="Rectangle 8">
            <a:extLst>
              <a:ext uri="{FF2B5EF4-FFF2-40B4-BE49-F238E27FC236}">
                <a16:creationId xmlns:a16="http://schemas.microsoft.com/office/drawing/2014/main" id="{F566C933-6C14-B49C-2D16-E7DDF39346FD}"/>
              </a:ext>
            </a:extLst>
          </p:cNvPr>
          <p:cNvSpPr/>
          <p:nvPr userDrawn="1"/>
        </p:nvSpPr>
        <p:spPr>
          <a:xfrm>
            <a:off x="8824845" y="2754325"/>
            <a:ext cx="319155" cy="19460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latin typeface="Verdana" panose="020B0604030504040204" pitchFamily="34" charset="0"/>
            </a:endParaRPr>
          </a:p>
        </p:txBody>
      </p:sp>
      <p:sp>
        <p:nvSpPr>
          <p:cNvPr id="10" name="TextBox 9">
            <a:extLst>
              <a:ext uri="{FF2B5EF4-FFF2-40B4-BE49-F238E27FC236}">
                <a16:creationId xmlns:a16="http://schemas.microsoft.com/office/drawing/2014/main" id="{BEAF4D06-1EDA-F12E-EB3C-5B2C60F8740E}"/>
              </a:ext>
            </a:extLst>
          </p:cNvPr>
          <p:cNvSpPr txBox="1"/>
          <p:nvPr userDrawn="1"/>
        </p:nvSpPr>
        <p:spPr>
          <a:xfrm rot="16200000">
            <a:off x="7994572" y="3604252"/>
            <a:ext cx="1991579" cy="246221"/>
          </a:xfrm>
          <a:prstGeom prst="rect">
            <a:avLst/>
          </a:prstGeom>
          <a:noFill/>
        </p:spPr>
        <p:txBody>
          <a:bodyPr wrap="square" rtlCol="0">
            <a:spAutoFit/>
          </a:bodyPr>
          <a:lstStyle/>
          <a:p>
            <a:pPr algn="ctr"/>
            <a:r>
              <a:rPr lang="en-US" sz="1000" b="0" i="0" spc="200" baseline="0" dirty="0">
                <a:solidFill>
                  <a:schemeClr val="bg1"/>
                </a:solidFill>
                <a:latin typeface="Verdana" panose="020B0604030504040204" pitchFamily="34" charset="0"/>
                <a:ea typeface="Verdana" panose="020B0604030504040204" pitchFamily="34" charset="0"/>
                <a:cs typeface="Arial" panose="020B0604020202020204" pitchFamily="34" charset="0"/>
              </a:rPr>
              <a:t>C2413</a:t>
            </a:r>
          </a:p>
        </p:txBody>
      </p:sp>
      <p:sp>
        <p:nvSpPr>
          <p:cNvPr id="14" name="Title Placeholder 13">
            <a:extLst>
              <a:ext uri="{FF2B5EF4-FFF2-40B4-BE49-F238E27FC236}">
                <a16:creationId xmlns:a16="http://schemas.microsoft.com/office/drawing/2014/main" id="{697161DC-9A0D-0B10-071D-956EC138EC4A}"/>
              </a:ext>
            </a:extLst>
          </p:cNvPr>
          <p:cNvSpPr>
            <a:spLocks noGrp="1"/>
          </p:cNvSpPr>
          <p:nvPr>
            <p:ph type="title"/>
          </p:nvPr>
        </p:nvSpPr>
        <p:spPr>
          <a:xfrm>
            <a:off x="385582" y="587155"/>
            <a:ext cx="6182486" cy="431418"/>
          </a:xfrm>
          <a:prstGeom prst="rect">
            <a:avLst/>
          </a:prstGeom>
        </p:spPr>
        <p:txBody>
          <a:bodyPr vert="horz" lIns="0" tIns="0" rIns="0" bIns="0" rtlCol="0" anchor="ctr">
            <a:normAutofit/>
          </a:bodyPr>
          <a:lstStyle/>
          <a:p>
            <a:r>
              <a:rPr lang="en-US" dirty="0"/>
              <a:t>Summary</a:t>
            </a:r>
          </a:p>
        </p:txBody>
      </p:sp>
      <p:sp>
        <p:nvSpPr>
          <p:cNvPr id="2" name="Slide Number Placeholder 4">
            <a:extLst>
              <a:ext uri="{FF2B5EF4-FFF2-40B4-BE49-F238E27FC236}">
                <a16:creationId xmlns:a16="http://schemas.microsoft.com/office/drawing/2014/main" id="{DCADE896-DC18-C4A4-3B31-9E69B5001C1E}"/>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3420114342"/>
      </p:ext>
    </p:extLst>
  </p:cSld>
  <p:clrMap bg1="lt1" tx1="dk1" bg2="lt2" tx2="dk2" accent1="accent1" accent2="accent2" accent3="accent3" accent4="accent4" accent5="accent5" accent6="accent6" hlink="hlink" folHlink="folHlink"/>
  <p:sldLayoutIdLst>
    <p:sldLayoutId id="2147483818" r:id="rId1"/>
    <p:sldLayoutId id="2147483820" r:id="rId2"/>
    <p:sldLayoutId id="2147483822" r:id="rId3"/>
    <p:sldLayoutId id="2147483767" r:id="rId4"/>
    <p:sldLayoutId id="2147483824" r:id="rId5"/>
    <p:sldLayoutId id="2147483819" r:id="rId6"/>
    <p:sldLayoutId id="2147483823" r:id="rId7"/>
    <p:sldLayoutId id="2147483829" r:id="rId8"/>
    <p:sldLayoutId id="2147483835" r:id="rId9"/>
    <p:sldLayoutId id="2147483836" r:id="rId10"/>
    <p:sldLayoutId id="2147483837" r:id="rId11"/>
    <p:sldLayoutId id="2147483839" r:id="rId12"/>
    <p:sldLayoutId id="2147483840" r:id="rId13"/>
    <p:sldLayoutId id="2147483887" r:id="rId14"/>
    <p:sldLayoutId id="2147483841" r:id="rId15"/>
    <p:sldLayoutId id="2147483904" r:id="rId16"/>
    <p:sldLayoutId id="2147483842" r:id="rId17"/>
    <p:sldLayoutId id="2147483843" r:id="rId18"/>
    <p:sldLayoutId id="2147483844" r:id="rId19"/>
    <p:sldLayoutId id="2147483888" r:id="rId20"/>
  </p:sldLayoutIdLst>
  <p:hf hdr="0" ftr="0" dt="0"/>
  <p:txStyles>
    <p:titleStyle>
      <a:lvl1pPr algn="l" defTabSz="914400" rtl="0" eaLnBrk="1" latinLnBrk="0" hangingPunct="1">
        <a:lnSpc>
          <a:spcPct val="90000"/>
        </a:lnSpc>
        <a:spcBef>
          <a:spcPct val="0"/>
        </a:spcBef>
        <a:buNone/>
        <a:defRPr sz="2000" b="1" i="0" kern="1200">
          <a:solidFill>
            <a:schemeClr val="bg1"/>
          </a:solidFill>
          <a:latin typeface="Verdana" panose="020B0604030504040204" pitchFamily="34" charset="0"/>
          <a:ea typeface="Verdana" panose="020B0604030504040204" pitchFamily="34" charset="0"/>
          <a:cs typeface="Arial" panose="020B0604020202020204" pitchFamily="34" charset="0"/>
        </a:defRPr>
      </a:lvl1pPr>
    </p:titleStyle>
    <p:bodyStyle>
      <a:lvl1pPr marL="0" indent="0" algn="l" defTabSz="914400" rtl="0" eaLnBrk="1" latinLnBrk="0" hangingPunct="1">
        <a:lnSpc>
          <a:spcPct val="110000"/>
        </a:lnSpc>
        <a:spcBef>
          <a:spcPts val="0"/>
        </a:spcBef>
        <a:spcAft>
          <a:spcPts val="600"/>
        </a:spcAft>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356302-4444-938E-61FC-A99C750B83B0}"/>
              </a:ext>
            </a:extLst>
          </p:cNvPr>
          <p:cNvSpPr>
            <a:spLocks noGrp="1"/>
          </p:cNvSpPr>
          <p:nvPr>
            <p:ph type="title"/>
          </p:nvPr>
        </p:nvSpPr>
        <p:spPr>
          <a:xfrm>
            <a:off x="486139" y="259085"/>
            <a:ext cx="7865383" cy="548637"/>
          </a:xfrm>
          <a:prstGeom prst="rect">
            <a:avLst/>
          </a:prstGeom>
        </p:spPr>
        <p:txBody>
          <a:bodyPr vert="horz" lIns="0" tIns="0" rIns="0" bIns="0" rtlCol="0" anchor="ctr">
            <a:noAutofit/>
          </a:bodyPr>
          <a:lstStyle/>
          <a:p>
            <a:r>
              <a:rPr lang="en-US" dirty="0"/>
              <a:t>Header</a:t>
            </a:r>
          </a:p>
        </p:txBody>
      </p:sp>
      <p:grpSp>
        <p:nvGrpSpPr>
          <p:cNvPr id="5" name="Group 4">
            <a:extLst>
              <a:ext uri="{FF2B5EF4-FFF2-40B4-BE49-F238E27FC236}">
                <a16:creationId xmlns:a16="http://schemas.microsoft.com/office/drawing/2014/main" id="{7573A55C-9FB5-C198-27F5-C2F325C29F61}"/>
              </a:ext>
            </a:extLst>
          </p:cNvPr>
          <p:cNvGrpSpPr/>
          <p:nvPr userDrawn="1"/>
        </p:nvGrpSpPr>
        <p:grpSpPr>
          <a:xfrm>
            <a:off x="8822058" y="1"/>
            <a:ext cx="321943" cy="5143500"/>
            <a:chOff x="8822059" y="1"/>
            <a:chExt cx="321943" cy="5143500"/>
          </a:xfrm>
        </p:grpSpPr>
        <p:sp>
          <p:nvSpPr>
            <p:cNvPr id="3" name="Rectangle 2">
              <a:extLst>
                <a:ext uri="{FF2B5EF4-FFF2-40B4-BE49-F238E27FC236}">
                  <a16:creationId xmlns:a16="http://schemas.microsoft.com/office/drawing/2014/main" id="{03C7ECA6-B372-6D7E-F222-60AB547063C7}"/>
                </a:ext>
              </a:extLst>
            </p:cNvPr>
            <p:cNvSpPr/>
            <p:nvPr userDrawn="1"/>
          </p:nvSpPr>
          <p:spPr>
            <a:xfrm rot="16200000">
              <a:off x="6411281" y="2410779"/>
              <a:ext cx="5143500" cy="321943"/>
            </a:xfrm>
            <a:prstGeom prst="rect">
              <a:avLst/>
            </a:prstGeom>
            <a:solidFill>
              <a:srgbClr val="E6E6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85000"/>
                  </a:srgbClr>
                </a:solidFill>
                <a:effectLst/>
                <a:highlight>
                  <a:srgbClr val="C0C0C0"/>
                </a:highlight>
                <a:uLnTx/>
                <a:uFillTx/>
                <a:latin typeface="Verdana" panose="020B0604030504040204" pitchFamily="34" charset="0"/>
                <a:ea typeface="+mn-ea"/>
                <a:cs typeface="+mn-cs"/>
              </a:endParaRPr>
            </a:p>
          </p:txBody>
        </p:sp>
        <p:sp>
          <p:nvSpPr>
            <p:cNvPr id="4" name="Rectangle 3">
              <a:extLst>
                <a:ext uri="{FF2B5EF4-FFF2-40B4-BE49-F238E27FC236}">
                  <a16:creationId xmlns:a16="http://schemas.microsoft.com/office/drawing/2014/main" id="{55CAB811-8E26-6E4C-3531-92968DD279EA}"/>
                </a:ext>
              </a:extLst>
            </p:cNvPr>
            <p:cNvSpPr/>
            <p:nvPr userDrawn="1"/>
          </p:nvSpPr>
          <p:spPr>
            <a:xfrm rot="16200000">
              <a:off x="7778589" y="1361920"/>
              <a:ext cx="2413073" cy="215444"/>
            </a:xfrm>
            <a:prstGeom prst="rect">
              <a:avLst/>
            </a:prstGeom>
          </p:spPr>
          <p:txBody>
            <a:bodyPr wrap="square">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42F38"/>
                  </a:solidFill>
                  <a:effectLst/>
                  <a:uLnTx/>
                  <a:uFillTx/>
                  <a:latin typeface="Verdana" panose="020B0604030504040204" pitchFamily="34" charset="0"/>
                  <a:ea typeface="Verdana" panose="020B0604030504040204" pitchFamily="34" charset="0"/>
                  <a:cs typeface="Arial" panose="020B0604020202020204" pitchFamily="34" charset="0"/>
                </a:rPr>
                <a:t>ADAS Testing &amp; Reconstruction</a:t>
              </a:r>
            </a:p>
          </p:txBody>
        </p:sp>
        <p:sp>
          <p:nvSpPr>
            <p:cNvPr id="6" name="Rectangle 5">
              <a:extLst>
                <a:ext uri="{FF2B5EF4-FFF2-40B4-BE49-F238E27FC236}">
                  <a16:creationId xmlns:a16="http://schemas.microsoft.com/office/drawing/2014/main" id="{6BFC119B-07A6-822A-C6EC-9B04D96FA6EE}"/>
                </a:ext>
              </a:extLst>
            </p:cNvPr>
            <p:cNvSpPr/>
            <p:nvPr userDrawn="1"/>
          </p:nvSpPr>
          <p:spPr>
            <a:xfrm>
              <a:off x="8824845" y="2754325"/>
              <a:ext cx="319155" cy="194607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8" name="TextBox 7">
              <a:extLst>
                <a:ext uri="{FF2B5EF4-FFF2-40B4-BE49-F238E27FC236}">
                  <a16:creationId xmlns:a16="http://schemas.microsoft.com/office/drawing/2014/main" id="{78787AA1-E253-148A-03C1-390176B5EDFC}"/>
                </a:ext>
              </a:extLst>
            </p:cNvPr>
            <p:cNvSpPr txBox="1"/>
            <p:nvPr userDrawn="1"/>
          </p:nvSpPr>
          <p:spPr>
            <a:xfrm rot="16200000">
              <a:off x="7994572" y="3604252"/>
              <a:ext cx="1991579" cy="246221"/>
            </a:xfrm>
            <a:prstGeom prst="rect">
              <a:avLst/>
            </a:prstGeom>
            <a:noFill/>
          </p:spPr>
          <p:txBody>
            <a:bodyPr wrap="square" rtlCol="0">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200" normalizeH="0" baseline="0" noProof="0" dirty="0">
                  <a:ln>
                    <a:noFill/>
                  </a:ln>
                  <a:solidFill>
                    <a:srgbClr val="FFFFFF"/>
                  </a:solidFill>
                  <a:effectLst/>
                  <a:uLnTx/>
                  <a:uFillTx/>
                  <a:latin typeface="Verdana" panose="020B0604030504040204" pitchFamily="34" charset="0"/>
                  <a:ea typeface="+mn-ea"/>
                  <a:cs typeface="+mn-cs"/>
                </a:rPr>
                <a:t>C2413</a:t>
              </a:r>
            </a:p>
          </p:txBody>
        </p:sp>
      </p:grpSp>
      <p:sp>
        <p:nvSpPr>
          <p:cNvPr id="7" name="Slide Number Placeholder 4">
            <a:extLst>
              <a:ext uri="{FF2B5EF4-FFF2-40B4-BE49-F238E27FC236}">
                <a16:creationId xmlns:a16="http://schemas.microsoft.com/office/drawing/2014/main" id="{954A5617-B298-B901-F653-A70E665B723B}"/>
              </a:ext>
            </a:extLst>
          </p:cNvPr>
          <p:cNvSpPr txBox="1">
            <a:spLocks/>
          </p:cNvSpPr>
          <p:nvPr userDrawn="1"/>
        </p:nvSpPr>
        <p:spPr>
          <a:xfrm>
            <a:off x="8821271" y="4873372"/>
            <a:ext cx="322728" cy="274892"/>
          </a:xfrm>
          <a:prstGeom prst="rect">
            <a:avLst/>
          </a:prstGeom>
        </p:spPr>
        <p:txBody>
          <a:bodyPr lIns="0" tIns="0" rIns="0" bIns="0" anchor="ctr"/>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fld id="{DFEA02C3-EF09-49EA-B33F-938F8CC3A508}" type="slidenum">
              <a:rPr lang="en-US" altLang="en-US" sz="900" spc="-60" smtClean="0">
                <a:solidFill>
                  <a:schemeClr val="tx1"/>
                </a:solidFill>
              </a:rPr>
              <a:pPr algn="ctr"/>
              <a:t>‹#›</a:t>
            </a:fld>
            <a:endParaRPr lang="en-US" altLang="en-US" sz="900" spc="-60" dirty="0">
              <a:solidFill>
                <a:schemeClr val="tx1"/>
              </a:solidFill>
            </a:endParaRPr>
          </a:p>
        </p:txBody>
      </p:sp>
    </p:spTree>
    <p:extLst>
      <p:ext uri="{BB962C8B-B14F-4D97-AF65-F5344CB8AC3E}">
        <p14:creationId xmlns:p14="http://schemas.microsoft.com/office/powerpoint/2010/main" val="3577460316"/>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 id="2147483863" r:id="rId18"/>
    <p:sldLayoutId id="2147483864" r:id="rId19"/>
    <p:sldLayoutId id="2147483865" r:id="rId20"/>
    <p:sldLayoutId id="2147483866" r:id="rId21"/>
    <p:sldLayoutId id="2147483867" r:id="rId22"/>
  </p:sldLayoutIdLst>
  <p:hf hdr="0" ftr="0" dt="0"/>
  <p:txStyles>
    <p:titleStyle>
      <a:lvl1pPr algn="l" defTabSz="685749" rtl="0" eaLnBrk="1" latinLnBrk="0" hangingPunct="1">
        <a:lnSpc>
          <a:spcPct val="110000"/>
        </a:lnSpc>
        <a:spcBef>
          <a:spcPct val="0"/>
        </a:spcBef>
        <a:buNone/>
        <a:defRPr sz="2400" b="0" i="0" kern="1200">
          <a:solidFill>
            <a:schemeClr val="accent1"/>
          </a:solidFill>
          <a:latin typeface="Verdana" panose="020B0604030504040204" pitchFamily="34" charset="0"/>
          <a:ea typeface="+mj-ea"/>
          <a:cs typeface="+mj-cs"/>
        </a:defRPr>
      </a:lvl1pPr>
    </p:titleStyle>
    <p:bodyStyle>
      <a:lvl1pPr marL="171438" indent="-171438" algn="l" defTabSz="685749"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13" indent="-171438" algn="l" defTabSz="685749"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186" indent="-171438" algn="l" defTabSz="685749"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49" rtl="0" eaLnBrk="1" latinLnBrk="0" hangingPunct="1">
        <a:defRPr sz="1350" kern="1200">
          <a:solidFill>
            <a:schemeClr val="tx1"/>
          </a:solidFill>
          <a:latin typeface="+mn-lt"/>
          <a:ea typeface="+mn-ea"/>
          <a:cs typeface="+mn-cs"/>
        </a:defRPr>
      </a:lvl1pPr>
      <a:lvl2pPr marL="342875" algn="l" defTabSz="685749" rtl="0" eaLnBrk="1" latinLnBrk="0" hangingPunct="1">
        <a:defRPr sz="1350" kern="1200">
          <a:solidFill>
            <a:schemeClr val="tx1"/>
          </a:solidFill>
          <a:latin typeface="+mn-lt"/>
          <a:ea typeface="+mn-ea"/>
          <a:cs typeface="+mn-cs"/>
        </a:defRPr>
      </a:lvl2pPr>
      <a:lvl3pPr marL="685749" algn="l" defTabSz="685749" rtl="0" eaLnBrk="1" latinLnBrk="0" hangingPunct="1">
        <a:defRPr sz="1350" kern="1200">
          <a:solidFill>
            <a:schemeClr val="tx1"/>
          </a:solidFill>
          <a:latin typeface="+mn-lt"/>
          <a:ea typeface="+mn-ea"/>
          <a:cs typeface="+mn-cs"/>
        </a:defRPr>
      </a:lvl3pPr>
      <a:lvl4pPr marL="1028624" algn="l" defTabSz="685749" rtl="0" eaLnBrk="1" latinLnBrk="0" hangingPunct="1">
        <a:defRPr sz="1350" kern="1200">
          <a:solidFill>
            <a:schemeClr val="tx1"/>
          </a:solidFill>
          <a:latin typeface="+mn-lt"/>
          <a:ea typeface="+mn-ea"/>
          <a:cs typeface="+mn-cs"/>
        </a:defRPr>
      </a:lvl4pPr>
      <a:lvl5pPr marL="1371498" algn="l" defTabSz="685749" rtl="0" eaLnBrk="1" latinLnBrk="0" hangingPunct="1">
        <a:defRPr sz="1350" kern="1200">
          <a:solidFill>
            <a:schemeClr val="tx1"/>
          </a:solidFill>
          <a:latin typeface="+mn-lt"/>
          <a:ea typeface="+mn-ea"/>
          <a:cs typeface="+mn-cs"/>
        </a:defRPr>
      </a:lvl5pPr>
      <a:lvl6pPr marL="1714373" algn="l" defTabSz="685749" rtl="0" eaLnBrk="1" latinLnBrk="0" hangingPunct="1">
        <a:defRPr sz="1350" kern="1200">
          <a:solidFill>
            <a:schemeClr val="tx1"/>
          </a:solidFill>
          <a:latin typeface="+mn-lt"/>
          <a:ea typeface="+mn-ea"/>
          <a:cs typeface="+mn-cs"/>
        </a:defRPr>
      </a:lvl6pPr>
      <a:lvl7pPr marL="2057246" algn="l" defTabSz="685749" rtl="0" eaLnBrk="1" latinLnBrk="0" hangingPunct="1">
        <a:defRPr sz="1350" kern="1200">
          <a:solidFill>
            <a:schemeClr val="tx1"/>
          </a:solidFill>
          <a:latin typeface="+mn-lt"/>
          <a:ea typeface="+mn-ea"/>
          <a:cs typeface="+mn-cs"/>
        </a:defRPr>
      </a:lvl7pPr>
      <a:lvl8pPr marL="2400120" algn="l" defTabSz="685749" rtl="0" eaLnBrk="1" latinLnBrk="0" hangingPunct="1">
        <a:defRPr sz="1350" kern="1200">
          <a:solidFill>
            <a:schemeClr val="tx1"/>
          </a:solidFill>
          <a:latin typeface="+mn-lt"/>
          <a:ea typeface="+mn-ea"/>
          <a:cs typeface="+mn-cs"/>
        </a:defRPr>
      </a:lvl8pPr>
      <a:lvl9pPr marL="2742995" algn="l" defTabSz="685749"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DC42D4-64C7-1971-E6A3-E463C1FAAF61}"/>
              </a:ext>
            </a:extLst>
          </p:cNvPr>
          <p:cNvSpPr/>
          <p:nvPr userDrawn="1"/>
        </p:nvSpPr>
        <p:spPr>
          <a:xfrm>
            <a:off x="0" y="0"/>
            <a:ext cx="9144000" cy="895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69568249"/>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27" r:id="rId22"/>
    <p:sldLayoutId id="2147483928" r:id="rId23"/>
    <p:sldLayoutId id="2147483929" r:id="rId24"/>
    <p:sldLayoutId id="2147483930" r:id="rId25"/>
    <p:sldLayoutId id="2147483931" r:id="rId26"/>
    <p:sldLayoutId id="2147483932" r:id="rId27"/>
    <p:sldLayoutId id="2147483933" r:id="rId28"/>
    <p:sldLayoutId id="2147483934" r:id="rId29"/>
    <p:sldLayoutId id="2147483935" r:id="rId30"/>
    <p:sldLayoutId id="2147483936" r:id="rId31"/>
    <p:sldLayoutId id="2147483937" r:id="rId32"/>
    <p:sldLayoutId id="2147483938" r:id="rId33"/>
    <p:sldLayoutId id="2147483939" r:id="rId34"/>
    <p:sldLayoutId id="2147483940" r:id="rId3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356302-4444-938E-61FC-A99C750B83B0}"/>
              </a:ext>
            </a:extLst>
          </p:cNvPr>
          <p:cNvSpPr>
            <a:spLocks noGrp="1"/>
          </p:cNvSpPr>
          <p:nvPr>
            <p:ph type="title"/>
          </p:nvPr>
        </p:nvSpPr>
        <p:spPr>
          <a:xfrm>
            <a:off x="308317" y="259083"/>
            <a:ext cx="8043203" cy="548637"/>
          </a:xfrm>
          <a:prstGeom prst="rect">
            <a:avLst/>
          </a:prstGeom>
        </p:spPr>
        <p:txBody>
          <a:bodyPr vert="horz" lIns="0" tIns="0" rIns="0" bIns="0" rtlCol="0" anchor="t">
            <a:noAutofit/>
          </a:bodyPr>
          <a:lstStyle/>
          <a:p>
            <a:r>
              <a:rPr lang="en-US"/>
              <a:t>Verdana Regular 24pt, flush left, top aligned</a:t>
            </a:r>
          </a:p>
        </p:txBody>
      </p:sp>
      <p:sp>
        <p:nvSpPr>
          <p:cNvPr id="3" name="Rectangle 2">
            <a:extLst>
              <a:ext uri="{FF2B5EF4-FFF2-40B4-BE49-F238E27FC236}">
                <a16:creationId xmlns:a16="http://schemas.microsoft.com/office/drawing/2014/main" id="{03C7ECA6-B372-6D7E-F222-60AB547063C7}"/>
              </a:ext>
            </a:extLst>
          </p:cNvPr>
          <p:cNvSpPr/>
          <p:nvPr userDrawn="1"/>
        </p:nvSpPr>
        <p:spPr>
          <a:xfrm rot="16200000">
            <a:off x="6409702" y="2412357"/>
            <a:ext cx="5143500" cy="318786"/>
          </a:xfrm>
          <a:prstGeom prst="rect">
            <a:avLst/>
          </a:prstGeom>
          <a:solidFill>
            <a:schemeClr val="bg1">
              <a:lumMod val="95000"/>
              <a:alpha val="7529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85000"/>
                </a:schemeClr>
              </a:solidFill>
              <a:highlight>
                <a:srgbClr val="C0C0C0"/>
              </a:highlight>
            </a:endParaRPr>
          </a:p>
        </p:txBody>
      </p:sp>
      <p:sp>
        <p:nvSpPr>
          <p:cNvPr id="4" name="Rectangle 3">
            <a:extLst>
              <a:ext uri="{FF2B5EF4-FFF2-40B4-BE49-F238E27FC236}">
                <a16:creationId xmlns:a16="http://schemas.microsoft.com/office/drawing/2014/main" id="{55CAB811-8E26-6E4C-3531-92968DD279EA}"/>
              </a:ext>
            </a:extLst>
          </p:cNvPr>
          <p:cNvSpPr/>
          <p:nvPr userDrawn="1"/>
        </p:nvSpPr>
        <p:spPr>
          <a:xfrm rot="16200000">
            <a:off x="7778587" y="1361921"/>
            <a:ext cx="2413073" cy="21544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42F38"/>
                </a:solidFill>
                <a:effectLst/>
                <a:uLnTx/>
                <a:uFillTx/>
                <a:latin typeface="Verdana" panose="020B0604030504040204" pitchFamily="34" charset="0"/>
                <a:ea typeface="Verdana" panose="020B0604030504040204" pitchFamily="34" charset="0"/>
                <a:cs typeface="Arial" panose="020B0604020202020204" pitchFamily="34" charset="0"/>
              </a:rPr>
              <a:t>ADAS Testing &amp; Reconstruction</a:t>
            </a:r>
          </a:p>
        </p:txBody>
      </p:sp>
      <p:sp>
        <p:nvSpPr>
          <p:cNvPr id="6" name="Rectangle 5">
            <a:extLst>
              <a:ext uri="{FF2B5EF4-FFF2-40B4-BE49-F238E27FC236}">
                <a16:creationId xmlns:a16="http://schemas.microsoft.com/office/drawing/2014/main" id="{6BFC119B-07A6-822A-C6EC-9B04D96FA6EE}"/>
              </a:ext>
            </a:extLst>
          </p:cNvPr>
          <p:cNvSpPr/>
          <p:nvPr userDrawn="1"/>
        </p:nvSpPr>
        <p:spPr>
          <a:xfrm>
            <a:off x="8824846" y="2754325"/>
            <a:ext cx="319154" cy="194607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p>
        </p:txBody>
      </p:sp>
      <p:sp>
        <p:nvSpPr>
          <p:cNvPr id="8" name="TextBox 7">
            <a:extLst>
              <a:ext uri="{FF2B5EF4-FFF2-40B4-BE49-F238E27FC236}">
                <a16:creationId xmlns:a16="http://schemas.microsoft.com/office/drawing/2014/main" id="{78787AA1-E253-148A-03C1-390176B5EDFC}"/>
              </a:ext>
            </a:extLst>
          </p:cNvPr>
          <p:cNvSpPr txBox="1"/>
          <p:nvPr userDrawn="1"/>
        </p:nvSpPr>
        <p:spPr>
          <a:xfrm rot="16200000">
            <a:off x="7994571" y="3604250"/>
            <a:ext cx="1991579" cy="246221"/>
          </a:xfrm>
          <a:prstGeom prst="rect">
            <a:avLst/>
          </a:prstGeom>
          <a:noFill/>
        </p:spPr>
        <p:txBody>
          <a:bodyPr wrap="square" rtlCol="0">
            <a:spAutoFit/>
          </a:bodyPr>
          <a:lstStyle/>
          <a:p>
            <a:pPr algn="ctr"/>
            <a:r>
              <a:rPr lang="en-US" sz="1000" spc="200" baseline="0" dirty="0">
                <a:solidFill>
                  <a:schemeClr val="bg1"/>
                </a:solidFill>
              </a:rPr>
              <a:t>C2413</a:t>
            </a:r>
          </a:p>
        </p:txBody>
      </p:sp>
    </p:spTree>
    <p:extLst>
      <p:ext uri="{BB962C8B-B14F-4D97-AF65-F5344CB8AC3E}">
        <p14:creationId xmlns:p14="http://schemas.microsoft.com/office/powerpoint/2010/main" val="2199019701"/>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 id="2147483953" r:id="rId12"/>
    <p:sldLayoutId id="2147483954" r:id="rId13"/>
    <p:sldLayoutId id="2147483955" r:id="rId14"/>
    <p:sldLayoutId id="2147483956" r:id="rId15"/>
    <p:sldLayoutId id="2147483957" r:id="rId16"/>
    <p:sldLayoutId id="2147483958" r:id="rId17"/>
    <p:sldLayoutId id="2147483959" r:id="rId18"/>
    <p:sldLayoutId id="2147483960" r:id="rId19"/>
    <p:sldLayoutId id="2147483961" r:id="rId20"/>
    <p:sldLayoutId id="2147483962" r:id="rId21"/>
    <p:sldLayoutId id="2147483963" r:id="rId22"/>
    <p:sldLayoutId id="2147483964" r:id="rId23"/>
    <p:sldLayoutId id="2147483965" r:id="rId24"/>
    <p:sldLayoutId id="2147483966" r:id="rId25"/>
    <p:sldLayoutId id="2147483967" r:id="rId26"/>
    <p:sldLayoutId id="2147483968" r:id="rId27"/>
  </p:sldLayoutIdLst>
  <p:hf hdr="0" ftr="0" dt="0"/>
  <p:txStyles>
    <p:titleStyle>
      <a:lvl1pPr algn="l" defTabSz="685766" rtl="0" eaLnBrk="1" latinLnBrk="0" hangingPunct="1">
        <a:lnSpc>
          <a:spcPct val="110000"/>
        </a:lnSpc>
        <a:spcBef>
          <a:spcPct val="0"/>
        </a:spcBef>
        <a:buNone/>
        <a:defRPr sz="2400" b="0" i="0" kern="1200">
          <a:solidFill>
            <a:schemeClr val="accent1"/>
          </a:solidFill>
          <a:latin typeface="Verdana" panose="020B0604030504040204" pitchFamily="34" charset="0"/>
          <a:ea typeface="+mj-ea"/>
          <a:cs typeface="+mj-cs"/>
        </a:defRPr>
      </a:lvl1pPr>
    </p:titleStyle>
    <p:body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xml"/><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59.xml"/><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3.png"/><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9.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1.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0.xml"/><Relationship Id="rId1" Type="http://schemas.openxmlformats.org/officeDocument/2006/relationships/slideLayout" Target="../slideLayouts/slideLayout6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7" Type="http://schemas.microsoft.com/office/2007/relationships/hdphoto" Target="../media/hdphoto3.wdp"/><Relationship Id="rId2" Type="http://schemas.openxmlformats.org/officeDocument/2006/relationships/notesSlide" Target="../notesSlides/notesSlide11.xml"/><Relationship Id="rId1" Type="http://schemas.openxmlformats.org/officeDocument/2006/relationships/slideLayout" Target="../slideLayouts/slideLayout2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jpeg"/></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2.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3.png"/><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2.xml"/><Relationship Id="rId1" Type="http://schemas.openxmlformats.org/officeDocument/2006/relationships/slideLayout" Target="../slideLayouts/slideLayout66.xml"/><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3.xml"/><Relationship Id="rId1" Type="http://schemas.openxmlformats.org/officeDocument/2006/relationships/slideLayout" Target="../slideLayouts/slideLayout66.xml"/><Relationship Id="rId5" Type="http://schemas.openxmlformats.org/officeDocument/2006/relationships/image" Target="../media/image48.png"/><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4.xml"/><Relationship Id="rId1" Type="http://schemas.openxmlformats.org/officeDocument/2006/relationships/slideLayout" Target="../slideLayouts/slideLayout66.xml"/><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5.xml"/><Relationship Id="rId1" Type="http://schemas.openxmlformats.org/officeDocument/2006/relationships/slideLayout" Target="../slideLayouts/slideLayout66.xml"/><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9.png"/><Relationship Id="rId1" Type="http://schemas.openxmlformats.org/officeDocument/2006/relationships/slideLayout" Target="../slideLayouts/slideLayout20.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3.png"/><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4.png"/><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0.xml"/><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20.xml"/><Relationship Id="rId4" Type="http://schemas.openxmlformats.org/officeDocument/2006/relationships/image" Target="../media/image4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_rels/slide5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17.xml"/><Relationship Id="rId1" Type="http://schemas.openxmlformats.org/officeDocument/2006/relationships/slideLayout" Target="../slideLayouts/slideLayout59.xml"/><Relationship Id="rId4" Type="http://schemas.openxmlformats.org/officeDocument/2006/relationships/image" Target="../media/image10.emf"/></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10.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59.png"/><Relationship Id="rId1" Type="http://schemas.openxmlformats.org/officeDocument/2006/relationships/slideLayout" Target="../slideLayouts/slideLayout21.xml"/><Relationship Id="rId4" Type="http://schemas.microsoft.com/office/2007/relationships/hdphoto" Target="../media/hdphoto7.wdp"/></Relationships>
</file>

<file path=ppt/slides/_rels/slide5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59.png"/><Relationship Id="rId1" Type="http://schemas.openxmlformats.org/officeDocument/2006/relationships/slideLayout" Target="../slideLayouts/slideLayout21.xml"/><Relationship Id="rId4" Type="http://schemas.microsoft.com/office/2007/relationships/hdphoto" Target="../media/hdphoto7.wdp"/></Relationships>
</file>

<file path=ppt/slides/_rels/slide58.xml.rels><?xml version="1.0" encoding="UTF-8" standalone="yes"?>
<Relationships xmlns="http://schemas.openxmlformats.org/package/2006/relationships"><Relationship Id="rId8" Type="http://schemas.openxmlformats.org/officeDocument/2006/relationships/image" Target="../media/image65.sv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svg"/><Relationship Id="rId2" Type="http://schemas.openxmlformats.org/officeDocument/2006/relationships/notesSlide" Target="../notesSlides/notesSlide20.xml"/><Relationship Id="rId1" Type="http://schemas.openxmlformats.org/officeDocument/2006/relationships/slideLayout" Target="../slideLayouts/slideLayout28.xml"/><Relationship Id="rId6" Type="http://schemas.openxmlformats.org/officeDocument/2006/relationships/image" Target="../media/image63.sv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hyperlink" Target="https://www.vboxautomotive.co.uk/index.php/en/how-does-it-work-gps-accuracy" TargetMode="External"/><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 Id="rId14" Type="http://schemas.openxmlformats.org/officeDocument/2006/relationships/image" Target="../media/image71.svg"/></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hyperlink" Target="https://www.vboxautomotive.co.uk/index.php/en/how-does-it-work-rtk" TargetMode="Externa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3" Type="http://schemas.openxmlformats.org/officeDocument/2006/relationships/hyperlink" Target="https://arcg.is/18fWq8" TargetMode="External"/><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75.png"/></Relationships>
</file>

<file path=ppt/slides/_rels/slide6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77.png"/><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8.xml"/></Relationships>
</file>

<file path=ppt/slides/_rels/slide7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microsoft.com/office/2007/relationships/hdphoto" Target="../media/hdphoto8.wdp"/></Relationships>
</file>

<file path=ppt/slides/_rels/slide7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microsoft.com/office/2007/relationships/hdphoto" Target="../media/hdphoto9.wdp"/></Relationships>
</file>

<file path=ppt/slides/_rels/slide7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hyperlink" Target="https://en.racelogic.support/VBOX_Automotive/Applications/ADAS_Testing/ADAS_Testing_-_Knowledgebase/ADAS_Parameter_Definitions_-_VBOX4_and_VBOX_3i_(FW_v3.0)/001_Channel_Name_Definitions_-_Remote_Target_1" TargetMode="Externa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20.xml"/></Relationships>
</file>

<file path=ppt/slides/_rels/slide75.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0.xml"/></Relationships>
</file>

<file path=ppt/slides/_rels/slide7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77.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0.xml"/><Relationship Id="rId1" Type="http://schemas.openxmlformats.org/officeDocument/2006/relationships/slideLayout" Target="../slideLayouts/slideLayout6.xml"/><Relationship Id="rId5" Type="http://schemas.openxmlformats.org/officeDocument/2006/relationships/image" Target="../media/image92.png"/><Relationship Id="rId4" Type="http://schemas.microsoft.com/office/2007/relationships/hdphoto" Target="../media/hdphoto10.wdp"/></Relationships>
</file>

<file path=ppt/slides/_rels/slide7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96.png"/><Relationship Id="rId1" Type="http://schemas.openxmlformats.org/officeDocument/2006/relationships/slideLayout" Target="../slideLayouts/slideLayout20.xml"/></Relationships>
</file>

<file path=ppt/slides/_rels/slide8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0.xml"/></Relationships>
</file>

<file path=ppt/slides/_rels/slide84.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98.png"/><Relationship Id="rId1" Type="http://schemas.openxmlformats.org/officeDocument/2006/relationships/slideLayout" Target="../slideLayouts/slideLayout20.xml"/></Relationships>
</file>

<file path=ppt/slides/_rels/slide85.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32.xml"/><Relationship Id="rId1" Type="http://schemas.openxmlformats.org/officeDocument/2006/relationships/slideLayout" Target="../slideLayouts/slideLayout20.xml"/></Relationships>
</file>

<file path=ppt/slides/_rels/slide8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3.xml"/><Relationship Id="rId1" Type="http://schemas.openxmlformats.org/officeDocument/2006/relationships/slideLayout" Target="../slideLayouts/slideLayout20.xml"/><Relationship Id="rId5" Type="http://schemas.openxmlformats.org/officeDocument/2006/relationships/image" Target="../media/image101.jpeg"/><Relationship Id="rId4" Type="http://schemas.openxmlformats.org/officeDocument/2006/relationships/hyperlink" Target="https://www.pomonaelectronics.com/products/dmm-test-leads-and-probes/insulation-piercing-clip-set" TargetMode="External"/></Relationships>
</file>

<file path=ppt/slides/_rels/slide87.xml.rels><?xml version="1.0" encoding="UTF-8" standalone="yes"?>
<Relationships xmlns="http://schemas.openxmlformats.org/package/2006/relationships"><Relationship Id="rId3" Type="http://schemas.openxmlformats.org/officeDocument/2006/relationships/hyperlink" Target="https://www.posi-products.com/posiplug.html" TargetMode="External"/><Relationship Id="rId2" Type="http://schemas.openxmlformats.org/officeDocument/2006/relationships/image" Target="../media/image102.jpeg"/><Relationship Id="rId1" Type="http://schemas.openxmlformats.org/officeDocument/2006/relationships/slideLayout" Target="../slideLayouts/slideLayout2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8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9.xml"/></Relationships>
</file>

<file path=ppt/slides/_rels/slide91.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9.xml"/></Relationships>
</file>

<file path=ppt/slides/_rels/slide9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38.xml"/><Relationship Id="rId1" Type="http://schemas.openxmlformats.org/officeDocument/2006/relationships/slideLayout" Target="../slideLayouts/slideLayout9.xml"/><Relationship Id="rId4" Type="http://schemas.openxmlformats.org/officeDocument/2006/relationships/image" Target="../media/image10.emf"/></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25.xml"/></Relationships>
</file>

<file path=ppt/slides/_rels/slide96.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hyperlink" Target="https://www.racelogic.co.uk/_downloads/vbox/Updates_Unprotected/VBOXTestSuiteSetup.exe" TargetMode="External"/><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25.xml"/></Relationships>
</file>

<file path=ppt/slides/_rels/slide98.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25.xml"/></Relationships>
</file>

<file path=ppt/slides/_rels/slide9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7.xml"/></Relationships>
</file>

<file path=ppt/slides/_rels/slide10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7.xml"/></Relationships>
</file>

<file path=ppt/slides/_rels/slide10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6.xml"/></Relationships>
</file>

<file path=ppt/slides/_rels/slide10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7.xml"/></Relationships>
</file>

<file path=ppt/slides/_rels/slide10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7.xml"/></Relationships>
</file>

<file path=ppt/slides/_rels/slide10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6.xml"/></Relationships>
</file>

<file path=ppt/slides/_rels/slide10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0.xml"/><Relationship Id="rId1" Type="http://schemas.openxmlformats.org/officeDocument/2006/relationships/slideLayout" Target="../slideLayouts/slideLayout17.xml"/><Relationship Id="rId4" Type="http://schemas.openxmlformats.org/officeDocument/2006/relationships/image" Target="../media/image115.png"/></Relationships>
</file>

<file path=ppt/slides/_rels/slide107.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7.xml"/></Relationships>
</file>

<file path=ppt/slides/_rels/slide11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6.xml"/></Relationships>
</file>

<file path=ppt/slides/_rels/slide11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6.xml"/></Relationships>
</file>

<file path=ppt/slides/_rels/slide11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6.xml"/></Relationships>
</file>

<file path=ppt/slides/_rels/slide11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7.xml"/></Relationships>
</file>

<file path=ppt/slides/_rels/slide11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1.xml"/><Relationship Id="rId1" Type="http://schemas.openxmlformats.org/officeDocument/2006/relationships/slideLayout" Target="../slideLayouts/slideLayout21.xml"/><Relationship Id="rId4" Type="http://schemas.openxmlformats.org/officeDocument/2006/relationships/image" Target="../media/image122.png"/></Relationships>
</file>

<file path=ppt/slides/_rels/slide11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16.xml"/></Relationships>
</file>

<file path=ppt/slides/_rels/slide116.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9.xml"/></Relationships>
</file>

<file path=ppt/slides/_rels/slide118.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43.xml"/><Relationship Id="rId1" Type="http://schemas.openxmlformats.org/officeDocument/2006/relationships/slideLayout" Target="../slideLayouts/slideLayout24.xml"/></Relationships>
</file>

<file path=ppt/slides/_rels/slide119.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44.xml"/><Relationship Id="rId1" Type="http://schemas.openxmlformats.org/officeDocument/2006/relationships/slideLayout" Target="../slideLayouts/slideLayout48.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95.xml"/><Relationship Id="rId1" Type="http://schemas.openxmlformats.org/officeDocument/2006/relationships/tags" Target="../tags/tag7.xml"/><Relationship Id="rId4" Type="http://schemas.openxmlformats.org/officeDocument/2006/relationships/image" Target="../media/image127.jpeg"/></Relationships>
</file>

<file path=ppt/slides/_rels/slide121.xml.rels><?xml version="1.0" encoding="UTF-8" standalone="yes"?>
<Relationships xmlns="http://schemas.openxmlformats.org/package/2006/relationships"><Relationship Id="rId3" Type="http://schemas.openxmlformats.org/officeDocument/2006/relationships/hyperlink" Target="http://www.iacet.org/" TargetMode="External"/><Relationship Id="rId2" Type="http://schemas.openxmlformats.org/officeDocument/2006/relationships/notesSlide" Target="../notesSlides/notesSlide46.xml"/><Relationship Id="rId1" Type="http://schemas.openxmlformats.org/officeDocument/2006/relationships/slideLayout" Target="../slideLayouts/slideLayout14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1.xml"/></Relationships>
</file>

<file path=ppt/slides/_rels/slide125.xml.rels><?xml version="1.0" encoding="UTF-8" standalone="yes"?>
<Relationships xmlns="http://schemas.openxmlformats.org/package/2006/relationships"><Relationship Id="rId3" Type="http://schemas.openxmlformats.org/officeDocument/2006/relationships/hyperlink" Target="https://www.sae.org/learn/professional-development/certifications" TargetMode="External"/><Relationship Id="rId7" Type="http://schemas.openxmlformats.org/officeDocument/2006/relationships/hyperlink" Target="https://www.sae.org/learn/professional-development/certifications/vehicle-dynamics/" TargetMode="External"/><Relationship Id="rId2" Type="http://schemas.openxmlformats.org/officeDocument/2006/relationships/notesSlide" Target="../notesSlides/notesSlide50.xml"/><Relationship Id="rId1" Type="http://schemas.openxmlformats.org/officeDocument/2006/relationships/slideLayout" Target="../slideLayouts/slideLayout141.xml"/><Relationship Id="rId6" Type="http://schemas.openxmlformats.org/officeDocument/2006/relationships/hyperlink" Target="https://www.sae.org/learn/professional-development/certifications/product-engineering-tools-and-methods" TargetMode="External"/><Relationship Id="rId5" Type="http://schemas.openxmlformats.org/officeDocument/2006/relationships/hyperlink" Target="https://www.sae.org/learn/professional-development/certifications/general-management-leadership-certificate" TargetMode="External"/><Relationship Id="rId4" Type="http://schemas.openxmlformats.org/officeDocument/2006/relationships/hyperlink" Target="https://www.sae.org/learn/professional-development/certifications/accident-reconstruction-certificate" TargetMode="External"/></Relationships>
</file>

<file path=ppt/slides/_rels/slide126.xml.rels><?xml version="1.0" encoding="UTF-8" standalone="yes"?>
<Relationships xmlns="http://schemas.openxmlformats.org/package/2006/relationships"><Relationship Id="rId3" Type="http://schemas.openxmlformats.org/officeDocument/2006/relationships/hyperlink" Target="https://www.sae.org/learn/professional-development/course-catalog" TargetMode="External"/><Relationship Id="rId2" Type="http://schemas.openxmlformats.org/officeDocument/2006/relationships/notesSlide" Target="../notesSlides/notesSlide51.xml"/><Relationship Id="rId1" Type="http://schemas.openxmlformats.org/officeDocument/2006/relationships/slideLayout" Target="../slideLayouts/slideLayout141.xml"/><Relationship Id="rId5" Type="http://schemas.openxmlformats.org/officeDocument/2006/relationships/image" Target="../media/image128.png"/><Relationship Id="rId4" Type="http://schemas.openxmlformats.org/officeDocument/2006/relationships/hyperlink" Target="mailto:mylearnsupport@sae.org" TargetMode="External"/></Relationships>
</file>

<file path=ppt/slides/_rels/slide12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52.xml"/><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2A3BB88E-F179-074F-09C5-F5890C2F520C}"/>
              </a:ext>
            </a:extLst>
          </p:cNvPr>
          <p:cNvPicPr>
            <a:picLocks noGrp="1" noChangeAspect="1"/>
          </p:cNvPicPr>
          <p:nvPr>
            <p:ph type="pic" sz="quarter" idx="12"/>
          </p:nvPr>
        </p:nvPicPr>
        <p:blipFill>
          <a:blip r:embed="rId3" cstate="print">
            <a:alphaModFix amt="78000"/>
            <a:extLst>
              <a:ext uri="{28A0092B-C50C-407E-A947-70E740481C1C}">
                <a14:useLocalDpi xmlns:a14="http://schemas.microsoft.com/office/drawing/2010/main" val="0"/>
              </a:ext>
            </a:extLst>
          </a:blip>
          <a:srcRect l="3026" t="7812" r="2396" b="7812"/>
          <a:stretch>
            <a:fillRect/>
          </a:stretch>
        </p:blipFill>
        <p:spPr>
          <a:xfrm>
            <a:off x="0" y="0"/>
            <a:ext cx="9144000" cy="5143500"/>
          </a:xfrm>
        </p:spPr>
      </p:pic>
      <p:sp>
        <p:nvSpPr>
          <p:cNvPr id="4" name="Rectangle 3">
            <a:extLst>
              <a:ext uri="{FF2B5EF4-FFF2-40B4-BE49-F238E27FC236}">
                <a16:creationId xmlns:a16="http://schemas.microsoft.com/office/drawing/2014/main" id="{526C0CB3-F9DB-8E52-065E-5203ED297A27}"/>
              </a:ext>
            </a:extLst>
          </p:cNvPr>
          <p:cNvSpPr>
            <a:spLocks/>
          </p:cNvSpPr>
          <p:nvPr/>
        </p:nvSpPr>
        <p:spPr>
          <a:xfrm>
            <a:off x="0" y="3925824"/>
            <a:ext cx="9144000" cy="1217676"/>
          </a:xfrm>
          <a:prstGeom prst="rect">
            <a:avLst/>
          </a:prstGeom>
          <a:solidFill>
            <a:schemeClr val="tx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pic>
        <p:nvPicPr>
          <p:cNvPr id="5" name="Picture 4">
            <a:extLst>
              <a:ext uri="{FF2B5EF4-FFF2-40B4-BE49-F238E27FC236}">
                <a16:creationId xmlns:a16="http://schemas.microsoft.com/office/drawing/2014/main" id="{DA9ECFF9-68A3-C54E-114D-C00A7EC3CC0B}"/>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p:blipFill>
        <p:spPr>
          <a:xfrm>
            <a:off x="7907848" y="143843"/>
            <a:ext cx="1090140" cy="837792"/>
          </a:xfrm>
          <a:prstGeom prst="rect">
            <a:avLst/>
          </a:prstGeom>
          <a:effectLst>
            <a:outerShdw blurRad="50800" dist="50800" dir="5400000" algn="ctr" rotWithShape="0">
              <a:schemeClr val="tx1">
                <a:alpha val="45660"/>
              </a:schemeClr>
            </a:outerShdw>
          </a:effectLst>
        </p:spPr>
      </p:pic>
      <p:sp>
        <p:nvSpPr>
          <p:cNvPr id="18" name="Text Placeholder 17">
            <a:extLst>
              <a:ext uri="{FF2B5EF4-FFF2-40B4-BE49-F238E27FC236}">
                <a16:creationId xmlns:a16="http://schemas.microsoft.com/office/drawing/2014/main" id="{95132EBB-997B-BFA1-C5DE-7AE4958942A9}"/>
              </a:ext>
            </a:extLst>
          </p:cNvPr>
          <p:cNvSpPr>
            <a:spLocks noGrp="1"/>
          </p:cNvSpPr>
          <p:nvPr>
            <p:ph type="body" sz="quarter" idx="11"/>
          </p:nvPr>
        </p:nvSpPr>
        <p:spPr>
          <a:xfrm>
            <a:off x="608014" y="4649712"/>
            <a:ext cx="7886700" cy="295275"/>
          </a:xfrm>
        </p:spPr>
        <p:txBody>
          <a:bodyPr/>
          <a:lstStyle/>
          <a:p>
            <a:r>
              <a:rPr lang="en-US" dirty="0">
                <a:latin typeface="Verdana" panose="020B0604030504040204" pitchFamily="34" charset="0"/>
              </a:rPr>
              <a:t>C2413</a:t>
            </a:r>
          </a:p>
        </p:txBody>
      </p:sp>
      <p:sp>
        <p:nvSpPr>
          <p:cNvPr id="20" name="Title 19">
            <a:extLst>
              <a:ext uri="{FF2B5EF4-FFF2-40B4-BE49-F238E27FC236}">
                <a16:creationId xmlns:a16="http://schemas.microsoft.com/office/drawing/2014/main" id="{E810B14F-26D4-5D71-3D4B-1603AA69F81B}"/>
              </a:ext>
            </a:extLst>
          </p:cNvPr>
          <p:cNvSpPr>
            <a:spLocks noGrp="1"/>
          </p:cNvSpPr>
          <p:nvPr>
            <p:ph type="title"/>
          </p:nvPr>
        </p:nvSpPr>
        <p:spPr>
          <a:xfrm>
            <a:off x="607219" y="4092104"/>
            <a:ext cx="7886700" cy="557214"/>
          </a:xfrm>
        </p:spPr>
        <p:txBody>
          <a:bodyPr/>
          <a:lstStyle/>
          <a:p>
            <a:r>
              <a:rPr lang="en-US" sz="2400" b="1" dirty="0">
                <a:solidFill>
                  <a:schemeClr val="bg2">
                    <a:lumMod val="60000"/>
                    <a:lumOff val="40000"/>
                  </a:schemeClr>
                </a:solidFill>
              </a:rPr>
              <a:t>ADAS Testing &amp; Reconstruction</a:t>
            </a:r>
          </a:p>
        </p:txBody>
      </p:sp>
    </p:spTree>
    <p:extLst>
      <p:ext uri="{BB962C8B-B14F-4D97-AF65-F5344CB8AC3E}">
        <p14:creationId xmlns:p14="http://schemas.microsoft.com/office/powerpoint/2010/main" val="583790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10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childTnLst>
                                </p:cTn>
                              </p:par>
                              <p:par>
                                <p:cTn id="15" presetID="6" presetClass="emph" presetSubtype="0" fill="hold" nodeType="withEffect">
                                  <p:stCondLst>
                                    <p:cond delay="0"/>
                                  </p:stCondLst>
                                  <p:childTnLst>
                                    <p:animScale>
                                      <p:cBhvr>
                                        <p:cTn id="16" dur="5000" fill="hold"/>
                                        <p:tgtEl>
                                          <p:spTgt spid="7"/>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p:bldP spid="2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162B20-38F7-57DC-E181-09C8DD2E3797}"/>
              </a:ext>
            </a:extLst>
          </p:cNvPr>
          <p:cNvSpPr>
            <a:spLocks noGrp="1"/>
          </p:cNvSpPr>
          <p:nvPr>
            <p:ph type="body" sz="quarter" idx="10"/>
          </p:nvPr>
        </p:nvSpPr>
        <p:spPr>
          <a:xfrm>
            <a:off x="670560" y="384313"/>
            <a:ext cx="7484533" cy="4453501"/>
          </a:xfrm>
        </p:spPr>
        <p:txBody>
          <a:bodyPr/>
          <a:lstStyle/>
          <a:p>
            <a:pPr algn="just"/>
            <a:r>
              <a:rPr lang="en-US" dirty="0"/>
              <a:t>The information, representations, opinions, and recommendations contained in the lectures and hardcopy material are those of the instructor(s) and not of SAE International. This material is copyright protected. No part of this program may be reproduced, stored in a retrieval system, transmitted, in any form or by any means, electronic, mechanical, photocopying, recording, or otherwise, or used for text and data mining, AI training, or similar technologies, without the prior written permission of the instructor(s).</a:t>
            </a:r>
          </a:p>
        </p:txBody>
      </p:sp>
    </p:spTree>
    <p:extLst>
      <p:ext uri="{BB962C8B-B14F-4D97-AF65-F5344CB8AC3E}">
        <p14:creationId xmlns:p14="http://schemas.microsoft.com/office/powerpoint/2010/main" val="227340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6580"/>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037A718E-7DA3-84DC-799F-1136B58EAD97}"/>
              </a:ext>
            </a:extLst>
          </p:cNvPr>
          <p:cNvGrpSpPr/>
          <p:nvPr/>
        </p:nvGrpSpPr>
        <p:grpSpPr>
          <a:xfrm>
            <a:off x="0" y="0"/>
            <a:ext cx="9144000" cy="5143500"/>
            <a:chOff x="0" y="0"/>
            <a:chExt cx="9144000" cy="5143500"/>
          </a:xfrm>
        </p:grpSpPr>
        <p:pic>
          <p:nvPicPr>
            <p:cNvPr id="8" name="Picture 7" descr="A person looking at a computer screen&#10;&#10;Description automatically generated">
              <a:extLst>
                <a:ext uri="{FF2B5EF4-FFF2-40B4-BE49-F238E27FC236}">
                  <a16:creationId xmlns:a16="http://schemas.microsoft.com/office/drawing/2014/main" id="{049F235D-8FD4-90C0-E274-1EE870C0769F}"/>
                </a:ext>
              </a:extLst>
            </p:cNvPr>
            <p:cNvPicPr>
              <a:picLocks noChangeAspect="1"/>
            </p:cNvPicPr>
            <p:nvPr/>
          </p:nvPicPr>
          <p:blipFill>
            <a:blip r:embed="rId3" cstate="print">
              <a:alphaModFix amt="60000"/>
              <a:extLst>
                <a:ext uri="{28A0092B-C50C-407E-A947-70E740481C1C}">
                  <a14:useLocalDpi xmlns:a14="http://schemas.microsoft.com/office/drawing/2010/main" val="0"/>
                </a:ext>
              </a:extLst>
            </a:blip>
            <a:srcRect t="1917" r="15122" b="9933"/>
            <a:stretch/>
          </p:blipFill>
          <p:spPr>
            <a:xfrm>
              <a:off x="0" y="0"/>
              <a:ext cx="8820150" cy="5143500"/>
            </a:xfrm>
            <a:prstGeom prst="rect">
              <a:avLst/>
            </a:prstGeom>
          </p:spPr>
        </p:pic>
        <p:sp>
          <p:nvSpPr>
            <p:cNvPr id="11" name="Rectangle 10">
              <a:extLst>
                <a:ext uri="{FF2B5EF4-FFF2-40B4-BE49-F238E27FC236}">
                  <a16:creationId xmlns:a16="http://schemas.microsoft.com/office/drawing/2014/main" id="{3045D5F9-D8D2-4FB4-DA7F-147235C08139}"/>
                </a:ext>
              </a:extLst>
            </p:cNvPr>
            <p:cNvSpPr>
              <a:spLocks/>
            </p:cNvSpPr>
            <p:nvPr/>
          </p:nvSpPr>
          <p:spPr>
            <a:xfrm>
              <a:off x="0" y="0"/>
              <a:ext cx="9144000" cy="5143500"/>
            </a:xfrm>
            <a:prstGeom prst="rect">
              <a:avLst/>
            </a:prstGeom>
            <a:gradFill>
              <a:gsLst>
                <a:gs pos="68000">
                  <a:schemeClr val="tx1">
                    <a:alpha val="0"/>
                  </a:schemeClr>
                </a:gs>
                <a:gs pos="6000">
                  <a:schemeClr val="tx1">
                    <a:alpha val="73007"/>
                  </a:schemeClr>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grpSp>
      <p:sp>
        <p:nvSpPr>
          <p:cNvPr id="10" name="Title 9">
            <a:extLst>
              <a:ext uri="{FF2B5EF4-FFF2-40B4-BE49-F238E27FC236}">
                <a16:creationId xmlns:a16="http://schemas.microsoft.com/office/drawing/2014/main" id="{49DCAA7B-96D6-CB9A-1A4B-3D5D764E0E11}"/>
              </a:ext>
            </a:extLst>
          </p:cNvPr>
          <p:cNvSpPr>
            <a:spLocks noGrp="1"/>
          </p:cNvSpPr>
          <p:nvPr>
            <p:ph type="title"/>
          </p:nvPr>
        </p:nvSpPr>
        <p:spPr/>
        <p:txBody>
          <a:bodyPr/>
          <a:lstStyle/>
          <a:p>
            <a:r>
              <a:rPr lang="en-US" dirty="0"/>
              <a:t>Course Objectives</a:t>
            </a:r>
          </a:p>
        </p:txBody>
      </p:sp>
      <p:sp>
        <p:nvSpPr>
          <p:cNvPr id="6" name="Text Placeholder 5">
            <a:extLst>
              <a:ext uri="{FF2B5EF4-FFF2-40B4-BE49-F238E27FC236}">
                <a16:creationId xmlns:a16="http://schemas.microsoft.com/office/drawing/2014/main" id="{8CBBCFB5-64E9-F3E8-B281-6318BC2E0DF5}"/>
              </a:ext>
            </a:extLst>
          </p:cNvPr>
          <p:cNvSpPr>
            <a:spLocks noGrp="1"/>
          </p:cNvSpPr>
          <p:nvPr>
            <p:ph type="body" sz="quarter" idx="10"/>
          </p:nvPr>
        </p:nvSpPr>
        <p:spPr>
          <a:xfrm>
            <a:off x="422618" y="1066800"/>
            <a:ext cx="4578873" cy="3771014"/>
          </a:xfrm>
        </p:spPr>
        <p:txBody>
          <a:bodyPr anchor="ctr"/>
          <a:lstStyle/>
          <a:p>
            <a:r>
              <a:rPr lang="en-US" dirty="0"/>
              <a:t>Design an ADAS testing program</a:t>
            </a:r>
          </a:p>
          <a:p>
            <a:r>
              <a:rPr lang="en-US" dirty="0"/>
              <a:t>Identify key concepts in the ADAS data acquisition process such as GNSS, RTK, </a:t>
            </a:r>
            <a:br>
              <a:rPr lang="en-US" dirty="0"/>
            </a:br>
            <a:r>
              <a:rPr lang="en-US" dirty="0"/>
              <a:t>IMU, and CAN</a:t>
            </a:r>
          </a:p>
          <a:p>
            <a:r>
              <a:rPr lang="en-US" dirty="0"/>
              <a:t>Apply the technology to implement </a:t>
            </a:r>
            <a:br>
              <a:rPr lang="en-US" dirty="0"/>
            </a:br>
            <a:r>
              <a:rPr lang="en-US" dirty="0"/>
              <a:t>ADAS tests</a:t>
            </a:r>
          </a:p>
          <a:p>
            <a:r>
              <a:rPr lang="en-US" dirty="0"/>
              <a:t>Conduct hands-on testing of ADAS in passenger vehicles and/or commercial vehicles</a:t>
            </a:r>
          </a:p>
          <a:p>
            <a:r>
              <a:rPr lang="en-US" dirty="0"/>
              <a:t>Analyze and interpret ADAS and vehicle </a:t>
            </a:r>
            <a:br>
              <a:rPr lang="en-US" dirty="0"/>
            </a:br>
            <a:r>
              <a:rPr lang="en-US" dirty="0"/>
              <a:t>CAN data in different scenarios</a:t>
            </a:r>
          </a:p>
        </p:txBody>
      </p:sp>
    </p:spTree>
    <p:extLst>
      <p:ext uri="{BB962C8B-B14F-4D97-AF65-F5344CB8AC3E}">
        <p14:creationId xmlns:p14="http://schemas.microsoft.com/office/powerpoint/2010/main" val="1058715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06576B-3697-B148-6A79-BDADFB953A9B}"/>
              </a:ext>
            </a:extLst>
          </p:cNvPr>
          <p:cNvSpPr>
            <a:spLocks noGrp="1"/>
          </p:cNvSpPr>
          <p:nvPr>
            <p:ph type="title"/>
          </p:nvPr>
        </p:nvSpPr>
        <p:spPr>
          <a:xfrm>
            <a:off x="428114" y="447455"/>
            <a:ext cx="6182486" cy="431418"/>
          </a:xfrm>
        </p:spPr>
        <p:txBody>
          <a:bodyPr/>
          <a:lstStyle/>
          <a:p>
            <a:r>
              <a:rPr lang="en-US" dirty="0"/>
              <a:t>Course Agenda</a:t>
            </a:r>
          </a:p>
        </p:txBody>
      </p:sp>
      <p:graphicFrame>
        <p:nvGraphicFramePr>
          <p:cNvPr id="6" name="Table Placeholder 5">
            <a:extLst>
              <a:ext uri="{FF2B5EF4-FFF2-40B4-BE49-F238E27FC236}">
                <a16:creationId xmlns:a16="http://schemas.microsoft.com/office/drawing/2014/main" id="{87FB560B-97D6-2E02-36BC-54EE72F1EDF3}"/>
              </a:ext>
            </a:extLst>
          </p:cNvPr>
          <p:cNvGraphicFramePr>
            <a:graphicFrameLocks noGrp="1"/>
          </p:cNvGraphicFramePr>
          <p:nvPr>
            <p:ph type="tbl" sz="quarter" idx="10"/>
            <p:extLst>
              <p:ext uri="{D42A27DB-BD31-4B8C-83A1-F6EECF244321}">
                <p14:modId xmlns:p14="http://schemas.microsoft.com/office/powerpoint/2010/main" val="779184897"/>
              </p:ext>
            </p:extLst>
          </p:nvPr>
        </p:nvGraphicFramePr>
        <p:xfrm>
          <a:off x="448434" y="1516700"/>
          <a:ext cx="7750686" cy="3246308"/>
        </p:xfrm>
        <a:graphic>
          <a:graphicData uri="http://schemas.openxmlformats.org/drawingml/2006/table">
            <a:tbl>
              <a:tblPr firstRow="1" bandRow="1">
                <a:tableStyleId>{5C22544A-7EE6-4342-B048-85BDC9FD1C3A}</a:tableStyleId>
              </a:tblPr>
              <a:tblGrid>
                <a:gridCol w="3875343">
                  <a:extLst>
                    <a:ext uri="{9D8B030D-6E8A-4147-A177-3AD203B41FA5}">
                      <a16:colId xmlns:a16="http://schemas.microsoft.com/office/drawing/2014/main" val="1107171242"/>
                    </a:ext>
                  </a:extLst>
                </a:gridCol>
                <a:gridCol w="3875343">
                  <a:extLst>
                    <a:ext uri="{9D8B030D-6E8A-4147-A177-3AD203B41FA5}">
                      <a16:colId xmlns:a16="http://schemas.microsoft.com/office/drawing/2014/main" val="3169998080"/>
                    </a:ext>
                  </a:extLst>
                </a:gridCol>
              </a:tblGrid>
              <a:tr h="362900">
                <a:tc gridSpan="2">
                  <a:txBody>
                    <a:bodyPr/>
                    <a:lstStyle/>
                    <a:p>
                      <a:r>
                        <a:rPr lang="en-US" sz="1300" dirty="0">
                          <a:latin typeface="Verdana" panose="020B0604030504040204" pitchFamily="34" charset="0"/>
                          <a:ea typeface="Verdana" panose="020B0604030504040204" pitchFamily="34" charset="0"/>
                          <a:cs typeface="Arial" panose="020B0604020202020204" pitchFamily="34" charset="0"/>
                        </a:rPr>
                        <a:t>Topics</a:t>
                      </a:r>
                    </a:p>
                  </a:txBody>
                  <a:tcPr marR="45720" marT="0" marB="0" anchor="ctr">
                    <a:solidFill>
                      <a:srgbClr val="096580"/>
                    </a:solidFill>
                  </a:tcPr>
                </a:tc>
                <a:tc hMerge="1">
                  <a:txBody>
                    <a:bodyPr/>
                    <a:lstStyle/>
                    <a:p>
                      <a:endParaRPr lang="en-US"/>
                    </a:p>
                  </a:txBody>
                  <a:tcPr/>
                </a:tc>
                <a:extLst>
                  <a:ext uri="{0D108BD9-81ED-4DB2-BD59-A6C34878D82A}">
                    <a16:rowId xmlns:a16="http://schemas.microsoft.com/office/drawing/2014/main" val="1054911850"/>
                  </a:ext>
                </a:extLst>
              </a:tr>
              <a:tr h="24444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Introduction to Course – Schedule, Objectives, Format (30 minutes)</a:t>
                      </a:r>
                    </a:p>
                  </a:txBody>
                  <a:tcPr marR="45720" marT="54864" marB="54864"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2322730617"/>
                  </a:ext>
                </a:extLst>
              </a:tr>
              <a:tr h="244448">
                <a:tc gridSpan="2">
                  <a:txBody>
                    <a:bodyPr/>
                    <a:lstStyle/>
                    <a:p>
                      <a:r>
                        <a:rPr lang="en-US" sz="1000" b="0" i="0" dirty="0">
                          <a:latin typeface="Verdana" panose="020B0604030504040204" pitchFamily="34" charset="0"/>
                          <a:ea typeface="Verdana" panose="020B0604030504040204" pitchFamily="34" charset="0"/>
                          <a:cs typeface="Arial" panose="020B0604020202020204" pitchFamily="34" charset="0"/>
                        </a:rPr>
                        <a:t>Intro to Testing, ADAS, &amp; TTC/TTC2 (SH 30 minutes)</a:t>
                      </a:r>
                    </a:p>
                  </a:txBody>
                  <a:tcPr marR="45720" marT="54864" marB="54864" anchor="ctr">
                    <a:solidFill>
                      <a:schemeClr val="accent3">
                        <a:lumMod val="60000"/>
                        <a:lumOff val="40000"/>
                      </a:schemeClr>
                    </a:solidFill>
                  </a:tcPr>
                </a:tc>
                <a:tc hMerge="1">
                  <a:txBody>
                    <a:bodyPr/>
                    <a:lstStyle/>
                    <a:p>
                      <a:endParaRPr lang="en-US"/>
                    </a:p>
                  </a:txBody>
                  <a:tcPr/>
                </a:tc>
                <a:extLst>
                  <a:ext uri="{0D108BD9-81ED-4DB2-BD59-A6C34878D82A}">
                    <a16:rowId xmlns:a16="http://schemas.microsoft.com/office/drawing/2014/main" val="277811213"/>
                  </a:ext>
                </a:extLst>
              </a:tr>
              <a:tr h="24444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Overview of VBOX Data Acquisition (JL 60 min)</a:t>
                      </a:r>
                    </a:p>
                  </a:txBody>
                  <a:tcPr marR="45720" marT="54864" marB="54864"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2960143381"/>
                  </a:ext>
                </a:extLst>
              </a:tr>
              <a:tr h="24444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Break </a:t>
                      </a:r>
                    </a:p>
                  </a:txBody>
                  <a:tcPr marR="45720" marT="54864" marB="54864" anchor="ctr">
                    <a:solidFill>
                      <a:schemeClr val="accent3">
                        <a:lumMod val="60000"/>
                        <a:lumOff val="40000"/>
                      </a:schemeClr>
                    </a:solidFill>
                  </a:tcPr>
                </a:tc>
                <a:tc hMerge="1">
                  <a:txBody>
                    <a:bodyPr/>
                    <a:lstStyle/>
                    <a:p>
                      <a:endParaRPr lang="en-US"/>
                    </a:p>
                  </a:txBody>
                  <a:tcPr/>
                </a:tc>
                <a:extLst>
                  <a:ext uri="{0D108BD9-81ED-4DB2-BD59-A6C34878D82A}">
                    <a16:rowId xmlns:a16="http://schemas.microsoft.com/office/drawing/2014/main" val="1706058148"/>
                  </a:ext>
                </a:extLst>
              </a:tr>
              <a:tr h="24444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rPr>
                        <a:t>Overview of VBOX Test Suite for Data Analysis </a:t>
                      </a:r>
                      <a:r>
                        <a:rPr lang="en-US" sz="1000" b="0" i="0" dirty="0">
                          <a:latin typeface="Verdana" panose="020B0604030504040204" pitchFamily="34" charset="0"/>
                          <a:ea typeface="Verdana" panose="020B0604030504040204" pitchFamily="34" charset="0"/>
                          <a:cs typeface="Arial" panose="020B0604020202020204" pitchFamily="34" charset="0"/>
                        </a:rPr>
                        <a:t>(JL 60 min) </a:t>
                      </a:r>
                    </a:p>
                  </a:txBody>
                  <a:tcPr marR="45720" marT="54864" marB="54864"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2971198548"/>
                  </a:ext>
                </a:extLst>
              </a:tr>
              <a:tr h="24444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Track Safety (SH 30 min)</a:t>
                      </a:r>
                    </a:p>
                  </a:txBody>
                  <a:tcPr marR="45720" marT="54864" marB="54864" anchor="ctr">
                    <a:solidFill>
                      <a:schemeClr val="accent3">
                        <a:lumMod val="60000"/>
                        <a:lumOff val="40000"/>
                      </a:schemeClr>
                    </a:solidFill>
                  </a:tcPr>
                </a:tc>
                <a:tc hMerge="1">
                  <a:txBody>
                    <a:bodyPr/>
                    <a:lstStyle/>
                    <a:p>
                      <a:endParaRPr lang="en-US"/>
                    </a:p>
                  </a:txBody>
                  <a:tcPr/>
                </a:tc>
                <a:extLst>
                  <a:ext uri="{0D108BD9-81ED-4DB2-BD59-A6C34878D82A}">
                    <a16:rowId xmlns:a16="http://schemas.microsoft.com/office/drawing/2014/main" val="880283651"/>
                  </a:ext>
                </a:extLst>
              </a:tr>
              <a:tr h="24444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Lunch</a:t>
                      </a:r>
                    </a:p>
                  </a:txBody>
                  <a:tcPr marR="45720" marT="54864" marB="54864"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361105644"/>
                  </a:ext>
                </a:extLst>
              </a:tr>
              <a:tr h="2444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Practice Driving (SH 90 min)</a:t>
                      </a:r>
                    </a:p>
                  </a:txBody>
                  <a:tcPr marR="45720" marT="54864" marB="54864" anchor="ctr">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Analyzing Data (JL 90 min)</a:t>
                      </a:r>
                    </a:p>
                  </a:txBody>
                  <a:tcPr marR="45720" marT="54864" marB="54864" anchor="ctr">
                    <a:solidFill>
                      <a:schemeClr val="accent3">
                        <a:lumMod val="60000"/>
                        <a:lumOff val="40000"/>
                      </a:schemeClr>
                    </a:solidFill>
                  </a:tcPr>
                </a:tc>
                <a:extLst>
                  <a:ext uri="{0D108BD9-81ED-4DB2-BD59-A6C34878D82A}">
                    <a16:rowId xmlns:a16="http://schemas.microsoft.com/office/drawing/2014/main" val="404773572"/>
                  </a:ext>
                </a:extLst>
              </a:tr>
              <a:tr h="24444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Break</a:t>
                      </a:r>
                    </a:p>
                  </a:txBody>
                  <a:tcPr marR="45720" marT="54864" marB="54864"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2482460203"/>
                  </a:ext>
                </a:extLst>
              </a:tr>
              <a:tr h="2444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Analyzing Data (JL 90 min)</a:t>
                      </a:r>
                    </a:p>
                  </a:txBody>
                  <a:tcPr marR="45720" marT="54864" marB="54864" anchor="ctr">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Practice Driving (SH 90 min)</a:t>
                      </a:r>
                    </a:p>
                  </a:txBody>
                  <a:tcPr marR="45720" marT="54864" marB="54864" anchor="ctr"/>
                </a:tc>
                <a:extLst>
                  <a:ext uri="{0D108BD9-81ED-4DB2-BD59-A6C34878D82A}">
                    <a16:rowId xmlns:a16="http://schemas.microsoft.com/office/drawing/2014/main" val="1949009885"/>
                  </a:ext>
                </a:extLst>
              </a:tr>
              <a:tr h="24444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Closing</a:t>
                      </a:r>
                    </a:p>
                  </a:txBody>
                  <a:tcPr marR="45720" marT="54864" marB="54864"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636344424"/>
                  </a:ext>
                </a:extLst>
              </a:tr>
            </a:tbl>
          </a:graphicData>
        </a:graphic>
      </p:graphicFrame>
      <p:sp>
        <p:nvSpPr>
          <p:cNvPr id="8" name="Title 1">
            <a:extLst>
              <a:ext uri="{FF2B5EF4-FFF2-40B4-BE49-F238E27FC236}">
                <a16:creationId xmlns:a16="http://schemas.microsoft.com/office/drawing/2014/main" id="{33482EEB-A1C0-2649-CD5B-4E217B80947A}"/>
              </a:ext>
            </a:extLst>
          </p:cNvPr>
          <p:cNvSpPr txBox="1">
            <a:spLocks/>
          </p:cNvSpPr>
          <p:nvPr/>
        </p:nvSpPr>
        <p:spPr>
          <a:xfrm>
            <a:off x="468754" y="897324"/>
            <a:ext cx="6182486" cy="346443"/>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1400" b="1" dirty="0">
                <a:cs typeface="Arial" panose="020B0604020202020204" pitchFamily="34" charset="0"/>
              </a:rPr>
              <a:t>Day 1:</a:t>
            </a:r>
          </a:p>
        </p:txBody>
      </p:sp>
    </p:spTree>
    <p:extLst>
      <p:ext uri="{BB962C8B-B14F-4D97-AF65-F5344CB8AC3E}">
        <p14:creationId xmlns:p14="http://schemas.microsoft.com/office/powerpoint/2010/main" val="3334551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5B790-06EB-F577-151D-C4AE696E01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52A6AF-C3B6-EA9E-43B9-4486D56CB354}"/>
              </a:ext>
            </a:extLst>
          </p:cNvPr>
          <p:cNvSpPr>
            <a:spLocks noGrp="1" noRot="1" noMove="1" noResize="1" noEditPoints="1" noAdjustHandles="1" noChangeArrowheads="1" noChangeShapeType="1"/>
          </p:cNvSpPr>
          <p:nvPr>
            <p:ph type="title"/>
          </p:nvPr>
        </p:nvSpPr>
        <p:spPr/>
        <p:txBody>
          <a:bodyPr/>
          <a:lstStyle/>
          <a:p>
            <a:r>
              <a:rPr lang="en-US" dirty="0"/>
              <a:t>Course Agenda</a:t>
            </a:r>
          </a:p>
        </p:txBody>
      </p:sp>
      <p:graphicFrame>
        <p:nvGraphicFramePr>
          <p:cNvPr id="6" name="Table Placeholder 5">
            <a:extLst>
              <a:ext uri="{FF2B5EF4-FFF2-40B4-BE49-F238E27FC236}">
                <a16:creationId xmlns:a16="http://schemas.microsoft.com/office/drawing/2014/main" id="{9B44AF60-8F5D-B775-38F0-BC7F0D1A53E2}"/>
              </a:ext>
            </a:extLst>
          </p:cNvPr>
          <p:cNvGraphicFramePr>
            <a:graphicFrameLocks noGrp="1"/>
          </p:cNvGraphicFramePr>
          <p:nvPr>
            <p:ph type="tbl" sz="quarter" idx="10"/>
            <p:extLst>
              <p:ext uri="{D42A27DB-BD31-4B8C-83A1-F6EECF244321}">
                <p14:modId xmlns:p14="http://schemas.microsoft.com/office/powerpoint/2010/main" val="3658268096"/>
              </p:ext>
            </p:extLst>
          </p:nvPr>
        </p:nvGraphicFramePr>
        <p:xfrm>
          <a:off x="428114" y="1467287"/>
          <a:ext cx="7821806" cy="3274653"/>
        </p:xfrm>
        <a:graphic>
          <a:graphicData uri="http://schemas.openxmlformats.org/drawingml/2006/table">
            <a:tbl>
              <a:tblPr firstRow="1" bandRow="1">
                <a:tableStyleId>{5C22544A-7EE6-4342-B048-85BDC9FD1C3A}</a:tableStyleId>
              </a:tblPr>
              <a:tblGrid>
                <a:gridCol w="3910903">
                  <a:extLst>
                    <a:ext uri="{9D8B030D-6E8A-4147-A177-3AD203B41FA5}">
                      <a16:colId xmlns:a16="http://schemas.microsoft.com/office/drawing/2014/main" val="1107171242"/>
                    </a:ext>
                  </a:extLst>
                </a:gridCol>
                <a:gridCol w="3910903">
                  <a:extLst>
                    <a:ext uri="{9D8B030D-6E8A-4147-A177-3AD203B41FA5}">
                      <a16:colId xmlns:a16="http://schemas.microsoft.com/office/drawing/2014/main" val="3169998080"/>
                    </a:ext>
                  </a:extLst>
                </a:gridCol>
              </a:tblGrid>
              <a:tr h="432633">
                <a:tc gridSpan="2">
                  <a:txBody>
                    <a:bodyPr/>
                    <a:lstStyle/>
                    <a:p>
                      <a:r>
                        <a:rPr lang="en-US" sz="1300" dirty="0">
                          <a:latin typeface="Verdana" panose="020B0604030504040204" pitchFamily="34" charset="0"/>
                          <a:ea typeface="Verdana" panose="020B0604030504040204" pitchFamily="34" charset="0"/>
                          <a:cs typeface="Arial" panose="020B0604020202020204" pitchFamily="34" charset="0"/>
                        </a:rPr>
                        <a:t>Topics</a:t>
                      </a:r>
                    </a:p>
                  </a:txBody>
                  <a:tcPr marR="45720" marT="0" marB="0" anchor="ctr">
                    <a:solidFill>
                      <a:srgbClr val="096580"/>
                    </a:solidFill>
                  </a:tcPr>
                </a:tc>
                <a:tc hMerge="1">
                  <a:txBody>
                    <a:bodyPr/>
                    <a:lstStyle/>
                    <a:p>
                      <a:endParaRPr lang="en-US"/>
                    </a:p>
                  </a:txBody>
                  <a:tcPr/>
                </a:tc>
                <a:extLst>
                  <a:ext uri="{0D108BD9-81ED-4DB2-BD59-A6C34878D82A}">
                    <a16:rowId xmlns:a16="http://schemas.microsoft.com/office/drawing/2014/main" val="1054911850"/>
                  </a:ext>
                </a:extLst>
              </a:tr>
              <a:tr h="31578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Day 2 – Let’s get started (15 min)</a:t>
                      </a:r>
                    </a:p>
                  </a:txBody>
                  <a:tcPr marR="45720" marT="0" marB="0"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2322730617"/>
                  </a:ext>
                </a:extLst>
              </a:tr>
              <a:tr h="315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Track Testing (SH 90 min)</a:t>
                      </a:r>
                    </a:p>
                  </a:txBody>
                  <a:tcPr marR="45720" marT="0" marB="0" anchor="ctr">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Analyzing Data (JL 90 min)</a:t>
                      </a:r>
                    </a:p>
                  </a:txBody>
                  <a:tcPr marR="45720" marT="0" marB="0" anchor="ctr"/>
                </a:tc>
                <a:extLst>
                  <a:ext uri="{0D108BD9-81ED-4DB2-BD59-A6C34878D82A}">
                    <a16:rowId xmlns:a16="http://schemas.microsoft.com/office/drawing/2014/main" val="277811213"/>
                  </a:ext>
                </a:extLst>
              </a:tr>
              <a:tr h="31578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Break</a:t>
                      </a:r>
                    </a:p>
                  </a:txBody>
                  <a:tcPr marR="45720" marT="0" marB="0"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2971198548"/>
                  </a:ext>
                </a:extLst>
              </a:tr>
              <a:tr h="315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Analyzing Data (JL 90 min)</a:t>
                      </a:r>
                    </a:p>
                  </a:txBody>
                  <a:tcPr marR="45720" marT="0" marB="0" anchor="ctr">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dk1"/>
                          </a:solidFill>
                          <a:latin typeface="Verdana" panose="020B0604030504040204" pitchFamily="34" charset="0"/>
                          <a:ea typeface="Verdana" panose="020B0604030504040204" pitchFamily="34" charset="0"/>
                          <a:cs typeface="Arial" panose="020B0604020202020204" pitchFamily="34" charset="0"/>
                        </a:rPr>
                        <a:t>Track Testing </a:t>
                      </a:r>
                      <a:r>
                        <a:rPr lang="en-US" sz="1000" b="0" i="0" dirty="0">
                          <a:latin typeface="Verdana" panose="020B0604030504040204" pitchFamily="34" charset="0"/>
                          <a:ea typeface="Verdana" panose="020B0604030504040204" pitchFamily="34" charset="0"/>
                          <a:cs typeface="Arial" panose="020B0604020202020204" pitchFamily="34" charset="0"/>
                        </a:rPr>
                        <a:t>(SH 90 min)</a:t>
                      </a:r>
                    </a:p>
                  </a:txBody>
                  <a:tcPr marR="45720" marT="0" marB="0" anchor="ctr"/>
                </a:tc>
                <a:extLst>
                  <a:ext uri="{0D108BD9-81ED-4DB2-BD59-A6C34878D82A}">
                    <a16:rowId xmlns:a16="http://schemas.microsoft.com/office/drawing/2014/main" val="880283651"/>
                  </a:ext>
                </a:extLst>
              </a:tr>
              <a:tr h="31578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Lunch</a:t>
                      </a:r>
                    </a:p>
                  </a:txBody>
                  <a:tcPr marR="45720" marT="0" marB="0"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361105644"/>
                  </a:ext>
                </a:extLst>
              </a:tr>
              <a:tr h="315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Track Testing (SH 90 min)</a:t>
                      </a:r>
                    </a:p>
                  </a:txBody>
                  <a:tcPr marR="45720" marT="0" marB="0" anchor="ctr">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Analyzing Data (JL 90 min)</a:t>
                      </a:r>
                    </a:p>
                  </a:txBody>
                  <a:tcPr marR="45720" marT="0" marB="0" anchor="ctr">
                    <a:solidFill>
                      <a:schemeClr val="accent3">
                        <a:lumMod val="60000"/>
                        <a:lumOff val="40000"/>
                      </a:schemeClr>
                    </a:solidFill>
                  </a:tcPr>
                </a:tc>
                <a:extLst>
                  <a:ext uri="{0D108BD9-81ED-4DB2-BD59-A6C34878D82A}">
                    <a16:rowId xmlns:a16="http://schemas.microsoft.com/office/drawing/2014/main" val="404773572"/>
                  </a:ext>
                </a:extLst>
              </a:tr>
              <a:tr h="31578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Break</a:t>
                      </a:r>
                    </a:p>
                  </a:txBody>
                  <a:tcPr marR="45720" marT="0" marB="0"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2482460203"/>
                  </a:ext>
                </a:extLst>
              </a:tr>
              <a:tr h="315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Analyzing Data (JL 90 min)</a:t>
                      </a:r>
                    </a:p>
                  </a:txBody>
                  <a:tcPr marR="45720" marT="0" marB="0" anchor="ctr">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dk1"/>
                          </a:solidFill>
                          <a:latin typeface="Verdana" panose="020B0604030504040204" pitchFamily="34" charset="0"/>
                          <a:ea typeface="Verdana" panose="020B0604030504040204" pitchFamily="34" charset="0"/>
                          <a:cs typeface="Arial" panose="020B0604020202020204" pitchFamily="34" charset="0"/>
                        </a:rPr>
                        <a:t>Track Testing </a:t>
                      </a:r>
                      <a:r>
                        <a:rPr lang="en-US" sz="1000" b="0" i="0" dirty="0">
                          <a:latin typeface="Verdana" panose="020B0604030504040204" pitchFamily="34" charset="0"/>
                          <a:ea typeface="Verdana" panose="020B0604030504040204" pitchFamily="34" charset="0"/>
                          <a:cs typeface="Arial" panose="020B0604020202020204" pitchFamily="34" charset="0"/>
                        </a:rPr>
                        <a:t>(SH 90 min)</a:t>
                      </a:r>
                    </a:p>
                  </a:txBody>
                  <a:tcPr marR="45720" marT="0" marB="0" anchor="ctr"/>
                </a:tc>
                <a:extLst>
                  <a:ext uri="{0D108BD9-81ED-4DB2-BD59-A6C34878D82A}">
                    <a16:rowId xmlns:a16="http://schemas.microsoft.com/office/drawing/2014/main" val="1949009885"/>
                  </a:ext>
                </a:extLst>
              </a:tr>
              <a:tr h="31578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Closing</a:t>
                      </a:r>
                    </a:p>
                  </a:txBody>
                  <a:tcPr marR="45720" marT="0" marB="0"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636344424"/>
                  </a:ext>
                </a:extLst>
              </a:tr>
            </a:tbl>
          </a:graphicData>
        </a:graphic>
      </p:graphicFrame>
      <p:sp>
        <p:nvSpPr>
          <p:cNvPr id="2" name="Title 1">
            <a:extLst>
              <a:ext uri="{FF2B5EF4-FFF2-40B4-BE49-F238E27FC236}">
                <a16:creationId xmlns:a16="http://schemas.microsoft.com/office/drawing/2014/main" id="{82C76D16-C2C1-08AB-4877-47F4C4F7030A}"/>
              </a:ext>
            </a:extLst>
          </p:cNvPr>
          <p:cNvSpPr txBox="1">
            <a:spLocks/>
          </p:cNvSpPr>
          <p:nvPr/>
        </p:nvSpPr>
        <p:spPr>
          <a:xfrm>
            <a:off x="468754" y="897324"/>
            <a:ext cx="6182486" cy="346443"/>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1400" b="1" dirty="0">
                <a:cs typeface="Arial" panose="020B0604020202020204" pitchFamily="34" charset="0"/>
              </a:rPr>
              <a:t>Day 2:</a:t>
            </a:r>
          </a:p>
        </p:txBody>
      </p:sp>
    </p:spTree>
    <p:extLst>
      <p:ext uri="{BB962C8B-B14F-4D97-AF65-F5344CB8AC3E}">
        <p14:creationId xmlns:p14="http://schemas.microsoft.com/office/powerpoint/2010/main" val="1774030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5F725-4C1C-9C2E-EEC0-132DA4B549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4A8F6AB-348B-94C5-8D95-5638F762E922}"/>
              </a:ext>
            </a:extLst>
          </p:cNvPr>
          <p:cNvSpPr>
            <a:spLocks noGrp="1" noRot="1" noMove="1" noResize="1" noEditPoints="1" noAdjustHandles="1" noChangeArrowheads="1" noChangeShapeType="1"/>
          </p:cNvSpPr>
          <p:nvPr>
            <p:ph type="title"/>
          </p:nvPr>
        </p:nvSpPr>
        <p:spPr/>
        <p:txBody>
          <a:bodyPr/>
          <a:lstStyle/>
          <a:p>
            <a:r>
              <a:rPr lang="en-US" dirty="0"/>
              <a:t>Course Agenda</a:t>
            </a:r>
          </a:p>
        </p:txBody>
      </p:sp>
      <p:graphicFrame>
        <p:nvGraphicFramePr>
          <p:cNvPr id="6" name="Table Placeholder 5">
            <a:extLst>
              <a:ext uri="{FF2B5EF4-FFF2-40B4-BE49-F238E27FC236}">
                <a16:creationId xmlns:a16="http://schemas.microsoft.com/office/drawing/2014/main" id="{05389491-2C64-29C9-1D13-A038EF7E18D0}"/>
              </a:ext>
            </a:extLst>
          </p:cNvPr>
          <p:cNvGraphicFramePr>
            <a:graphicFrameLocks noGrp="1"/>
          </p:cNvGraphicFramePr>
          <p:nvPr>
            <p:ph type="tbl" sz="quarter" idx="10"/>
            <p:extLst>
              <p:ext uri="{D42A27DB-BD31-4B8C-83A1-F6EECF244321}">
                <p14:modId xmlns:p14="http://schemas.microsoft.com/office/powerpoint/2010/main" val="670472217"/>
              </p:ext>
            </p:extLst>
          </p:nvPr>
        </p:nvGraphicFramePr>
        <p:xfrm>
          <a:off x="428114" y="1467286"/>
          <a:ext cx="7811646" cy="2923197"/>
        </p:xfrm>
        <a:graphic>
          <a:graphicData uri="http://schemas.openxmlformats.org/drawingml/2006/table">
            <a:tbl>
              <a:tblPr firstRow="1" bandRow="1">
                <a:tableStyleId>{5C22544A-7EE6-4342-B048-85BDC9FD1C3A}</a:tableStyleId>
              </a:tblPr>
              <a:tblGrid>
                <a:gridCol w="3905823">
                  <a:extLst>
                    <a:ext uri="{9D8B030D-6E8A-4147-A177-3AD203B41FA5}">
                      <a16:colId xmlns:a16="http://schemas.microsoft.com/office/drawing/2014/main" val="1107171242"/>
                    </a:ext>
                  </a:extLst>
                </a:gridCol>
                <a:gridCol w="3905823">
                  <a:extLst>
                    <a:ext uri="{9D8B030D-6E8A-4147-A177-3AD203B41FA5}">
                      <a16:colId xmlns:a16="http://schemas.microsoft.com/office/drawing/2014/main" val="3169998080"/>
                    </a:ext>
                  </a:extLst>
                </a:gridCol>
              </a:tblGrid>
              <a:tr h="402154">
                <a:tc gridSpan="2">
                  <a:txBody>
                    <a:bodyPr/>
                    <a:lstStyle/>
                    <a:p>
                      <a:r>
                        <a:rPr lang="en-US" sz="1300" dirty="0">
                          <a:latin typeface="Verdana" panose="020B0604030504040204" pitchFamily="34" charset="0"/>
                          <a:ea typeface="Verdana" panose="020B0604030504040204" pitchFamily="34" charset="0"/>
                          <a:cs typeface="Arial" panose="020B0604020202020204" pitchFamily="34" charset="0"/>
                        </a:rPr>
                        <a:t>Topics</a:t>
                      </a:r>
                    </a:p>
                  </a:txBody>
                  <a:tcPr marR="45720" marT="0" marB="0" anchor="ctr">
                    <a:solidFill>
                      <a:srgbClr val="096580"/>
                    </a:solidFill>
                  </a:tcPr>
                </a:tc>
                <a:tc hMerge="1">
                  <a:txBody>
                    <a:bodyPr/>
                    <a:lstStyle/>
                    <a:p>
                      <a:endParaRPr lang="en-US"/>
                    </a:p>
                  </a:txBody>
                  <a:tcPr/>
                </a:tc>
                <a:extLst>
                  <a:ext uri="{0D108BD9-81ED-4DB2-BD59-A6C34878D82A}">
                    <a16:rowId xmlns:a16="http://schemas.microsoft.com/office/drawing/2014/main" val="1054911850"/>
                  </a:ext>
                </a:extLst>
              </a:tr>
              <a:tr h="36014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Day 3 – Let’s get started (15 min)</a:t>
                      </a:r>
                    </a:p>
                  </a:txBody>
                  <a:tcPr marR="45720" marT="0" marB="0"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2322730617"/>
                  </a:ext>
                </a:extLst>
              </a:tr>
              <a:tr h="3601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Track Testing (SH 90 min)</a:t>
                      </a:r>
                    </a:p>
                  </a:txBody>
                  <a:tcPr marR="45720" marT="0" marB="0" anchor="ctr">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Analyzing Data – Prep (JL 90 min)</a:t>
                      </a:r>
                    </a:p>
                  </a:txBody>
                  <a:tcPr marR="45720" marT="0" marB="0" anchor="ctr"/>
                </a:tc>
                <a:extLst>
                  <a:ext uri="{0D108BD9-81ED-4DB2-BD59-A6C34878D82A}">
                    <a16:rowId xmlns:a16="http://schemas.microsoft.com/office/drawing/2014/main" val="277811213"/>
                  </a:ext>
                </a:extLst>
              </a:tr>
              <a:tr h="36014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Break</a:t>
                      </a:r>
                    </a:p>
                  </a:txBody>
                  <a:tcPr marR="45720" marT="0" marB="0"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2971198548"/>
                  </a:ext>
                </a:extLst>
              </a:tr>
              <a:tr h="3601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Analyzing Data - Prep (JL 90 min)</a:t>
                      </a:r>
                    </a:p>
                  </a:txBody>
                  <a:tcPr marR="45720" marT="0" marB="0" anchor="ctr">
                    <a:solidFill>
                      <a:schemeClr val="accent3">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dk1"/>
                          </a:solidFill>
                          <a:latin typeface="Verdana" panose="020B0604030504040204" pitchFamily="34" charset="0"/>
                          <a:ea typeface="Verdana" panose="020B0604030504040204" pitchFamily="34" charset="0"/>
                          <a:cs typeface="Arial" panose="020B0604020202020204" pitchFamily="34" charset="0"/>
                        </a:rPr>
                        <a:t>Track Testing </a:t>
                      </a:r>
                      <a:r>
                        <a:rPr lang="en-US" sz="1000" b="0" i="0" dirty="0">
                          <a:latin typeface="Verdana" panose="020B0604030504040204" pitchFamily="34" charset="0"/>
                          <a:ea typeface="Verdana" panose="020B0604030504040204" pitchFamily="34" charset="0"/>
                          <a:cs typeface="Arial" panose="020B0604020202020204" pitchFamily="34" charset="0"/>
                        </a:rPr>
                        <a:t>(SH 90 min)</a:t>
                      </a:r>
                    </a:p>
                  </a:txBody>
                  <a:tcPr marR="45720" marT="0" marB="0" anchor="ctr"/>
                </a:tc>
                <a:extLst>
                  <a:ext uri="{0D108BD9-81ED-4DB2-BD59-A6C34878D82A}">
                    <a16:rowId xmlns:a16="http://schemas.microsoft.com/office/drawing/2014/main" val="880283651"/>
                  </a:ext>
                </a:extLst>
              </a:tr>
              <a:tr h="36014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Lunch</a:t>
                      </a:r>
                    </a:p>
                  </a:txBody>
                  <a:tcPr marR="45720" marT="0" marB="0"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361105644"/>
                  </a:ext>
                </a:extLst>
              </a:tr>
              <a:tr h="36014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Group Presentation</a:t>
                      </a:r>
                    </a:p>
                  </a:txBody>
                  <a:tcPr marR="45720" marT="0" marB="0" anchor="ctr">
                    <a:solidFill>
                      <a:schemeClr val="accent3">
                        <a:lumMod val="60000"/>
                        <a:lumOff val="40000"/>
                      </a:schemeClr>
                    </a:solidFill>
                  </a:tcPr>
                </a:tc>
                <a:tc hMerge="1">
                  <a:txBody>
                    <a:bodyPr/>
                    <a:lstStyle/>
                    <a:p>
                      <a:endParaRPr dirty="0"/>
                    </a:p>
                  </a:txBody>
                  <a:tcPr marR="45720" marT="0" marB="0" anchor="ctr">
                    <a:solidFill>
                      <a:schemeClr val="accent3">
                        <a:lumMod val="60000"/>
                        <a:lumOff val="40000"/>
                      </a:schemeClr>
                    </a:solidFill>
                  </a:tcPr>
                </a:tc>
                <a:extLst>
                  <a:ext uri="{0D108BD9-81ED-4DB2-BD59-A6C34878D82A}">
                    <a16:rowId xmlns:a16="http://schemas.microsoft.com/office/drawing/2014/main" val="404773572"/>
                  </a:ext>
                </a:extLst>
              </a:tr>
              <a:tr h="36014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latin typeface="Verdana" panose="020B0604030504040204" pitchFamily="34" charset="0"/>
                          <a:ea typeface="Verdana" panose="020B0604030504040204" pitchFamily="34" charset="0"/>
                          <a:cs typeface="Arial" panose="020B0604020202020204" pitchFamily="34" charset="0"/>
                        </a:rPr>
                        <a:t>Closing – Assessment and Evaluation</a:t>
                      </a:r>
                    </a:p>
                  </a:txBody>
                  <a:tcPr marR="45720" marT="0" marB="0" anchor="ctr">
                    <a:solidFill>
                      <a:schemeClr val="accent3">
                        <a:lumMod val="40000"/>
                        <a:lumOff val="60000"/>
                      </a:schemeClr>
                    </a:solidFill>
                  </a:tcPr>
                </a:tc>
                <a:tc hMerge="1">
                  <a:txBody>
                    <a:bodyPr/>
                    <a:lstStyle/>
                    <a:p>
                      <a:endParaRPr lang="en-US"/>
                    </a:p>
                  </a:txBody>
                  <a:tcPr/>
                </a:tc>
                <a:extLst>
                  <a:ext uri="{0D108BD9-81ED-4DB2-BD59-A6C34878D82A}">
                    <a16:rowId xmlns:a16="http://schemas.microsoft.com/office/drawing/2014/main" val="2482460203"/>
                  </a:ext>
                </a:extLst>
              </a:tr>
            </a:tbl>
          </a:graphicData>
        </a:graphic>
      </p:graphicFrame>
      <p:sp>
        <p:nvSpPr>
          <p:cNvPr id="2" name="Title 1">
            <a:extLst>
              <a:ext uri="{FF2B5EF4-FFF2-40B4-BE49-F238E27FC236}">
                <a16:creationId xmlns:a16="http://schemas.microsoft.com/office/drawing/2014/main" id="{37EF4EF5-C98B-55D4-98BA-6BBDE6E9E8BF}"/>
              </a:ext>
            </a:extLst>
          </p:cNvPr>
          <p:cNvSpPr txBox="1">
            <a:spLocks/>
          </p:cNvSpPr>
          <p:nvPr/>
        </p:nvSpPr>
        <p:spPr>
          <a:xfrm>
            <a:off x="468754" y="897324"/>
            <a:ext cx="6182486" cy="346443"/>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1400" b="1" dirty="0">
                <a:cs typeface="Arial" panose="020B0604020202020204" pitchFamily="34" charset="0"/>
              </a:rPr>
              <a:t>Day 3:</a:t>
            </a:r>
          </a:p>
        </p:txBody>
      </p:sp>
    </p:spTree>
    <p:extLst>
      <p:ext uri="{BB962C8B-B14F-4D97-AF65-F5344CB8AC3E}">
        <p14:creationId xmlns:p14="http://schemas.microsoft.com/office/powerpoint/2010/main" val="357419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6580"/>
        </a:solidFill>
        <a:effectLst/>
      </p:bgPr>
    </p:bg>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1296B155-C6BC-8315-67E7-5C82A4D7AA18}"/>
              </a:ext>
            </a:extLst>
          </p:cNvPr>
          <p:cNvPicPr>
            <a:picLocks noGrp="1" noChangeAspect="1"/>
          </p:cNvPicPr>
          <p:nvPr>
            <p:ph type="pic" sz="quarter" idx="12"/>
          </p:nvPr>
        </p:nvPicPr>
        <p:blipFill>
          <a:blip r:embed="rId3" cstate="print">
            <a:alphaModFix amt="58000"/>
            <a:extLst>
              <a:ext uri="{28A0092B-C50C-407E-A947-70E740481C1C}">
                <a14:useLocalDpi xmlns:a14="http://schemas.microsoft.com/office/drawing/2010/main" val="0"/>
              </a:ext>
            </a:extLst>
          </a:blip>
          <a:srcRect/>
          <a:stretch/>
        </p:blipFill>
        <p:spPr>
          <a:xfrm>
            <a:off x="0" y="0"/>
            <a:ext cx="9144000" cy="5143500"/>
          </a:xfrm>
        </p:spPr>
      </p:pic>
      <p:sp>
        <p:nvSpPr>
          <p:cNvPr id="19" name="Rectangle 18">
            <a:extLst>
              <a:ext uri="{FF2B5EF4-FFF2-40B4-BE49-F238E27FC236}">
                <a16:creationId xmlns:a16="http://schemas.microsoft.com/office/drawing/2014/main" id="{91644484-9840-5E9D-511F-1713B54286EA}"/>
              </a:ext>
            </a:extLst>
          </p:cNvPr>
          <p:cNvSpPr>
            <a:spLocks noGrp="1" noRot="1" noMove="1" noResize="1" noEditPoints="1" noAdjustHandles="1" noChangeArrowheads="1" noChangeShapeType="1"/>
          </p:cNvSpPr>
          <p:nvPr/>
        </p:nvSpPr>
        <p:spPr>
          <a:xfrm>
            <a:off x="0" y="4003288"/>
            <a:ext cx="9144000" cy="568712"/>
          </a:xfrm>
          <a:prstGeom prst="rect">
            <a:avLst/>
          </a:prstGeom>
          <a:solidFill>
            <a:schemeClr val="tx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 name="Title 1">
            <a:extLst>
              <a:ext uri="{FF2B5EF4-FFF2-40B4-BE49-F238E27FC236}">
                <a16:creationId xmlns:a16="http://schemas.microsoft.com/office/drawing/2014/main" id="{CAFE39D3-0EC4-46F4-E31C-F0A3C3AACF2E}"/>
              </a:ext>
            </a:extLst>
          </p:cNvPr>
          <p:cNvSpPr>
            <a:spLocks noGrp="1"/>
          </p:cNvSpPr>
          <p:nvPr>
            <p:ph type="title"/>
          </p:nvPr>
        </p:nvSpPr>
        <p:spPr>
          <a:xfrm>
            <a:off x="607219" y="3581740"/>
            <a:ext cx="7886700" cy="557214"/>
          </a:xfrm>
        </p:spPr>
        <p:txBody>
          <a:bodyPr/>
          <a:lstStyle/>
          <a:p>
            <a:r>
              <a:rPr lang="en-US" dirty="0"/>
              <a:t>Module 1</a:t>
            </a:r>
          </a:p>
        </p:txBody>
      </p:sp>
      <p:sp>
        <p:nvSpPr>
          <p:cNvPr id="3" name="Text Placeholder 2">
            <a:extLst>
              <a:ext uri="{FF2B5EF4-FFF2-40B4-BE49-F238E27FC236}">
                <a16:creationId xmlns:a16="http://schemas.microsoft.com/office/drawing/2014/main" id="{2195F12B-9181-342F-058A-585715FCEB78}"/>
              </a:ext>
            </a:extLst>
          </p:cNvPr>
          <p:cNvSpPr>
            <a:spLocks noGrp="1"/>
          </p:cNvSpPr>
          <p:nvPr>
            <p:ph type="body" sz="quarter" idx="11"/>
          </p:nvPr>
        </p:nvSpPr>
        <p:spPr/>
        <p:txBody>
          <a:bodyPr/>
          <a:lstStyle/>
          <a:p>
            <a:r>
              <a:rPr lang="en-US" dirty="0">
                <a:solidFill>
                  <a:srgbClr val="7BDAF5"/>
                </a:solidFill>
                <a:latin typeface="Verdana" panose="020B0604030504040204" pitchFamily="34" charset="0"/>
              </a:rPr>
              <a:t>Introduction to ADAS Testing and Reconstruction</a:t>
            </a:r>
          </a:p>
        </p:txBody>
      </p:sp>
      <p:pic>
        <p:nvPicPr>
          <p:cNvPr id="20" name="Picture 19">
            <a:extLst>
              <a:ext uri="{FF2B5EF4-FFF2-40B4-BE49-F238E27FC236}">
                <a16:creationId xmlns:a16="http://schemas.microsoft.com/office/drawing/2014/main" id="{79C31F78-5D3A-F680-6946-1A038EAEFF8B}"/>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p:blipFill>
        <p:spPr>
          <a:xfrm>
            <a:off x="7939746" y="143843"/>
            <a:ext cx="1090140" cy="837792"/>
          </a:xfrm>
          <a:prstGeom prst="rect">
            <a:avLst/>
          </a:prstGeom>
          <a:effectLst>
            <a:outerShdw blurRad="50800" dist="50800" dir="5400000" algn="ctr" rotWithShape="0">
              <a:schemeClr val="tx1">
                <a:alpha val="45660"/>
              </a:schemeClr>
            </a:outerShdw>
          </a:effectLst>
        </p:spPr>
      </p:pic>
    </p:spTree>
    <p:extLst>
      <p:ext uri="{BB962C8B-B14F-4D97-AF65-F5344CB8AC3E}">
        <p14:creationId xmlns:p14="http://schemas.microsoft.com/office/powerpoint/2010/main" val="2265942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2000"/>
                                        <p:tgtEl>
                                          <p:spTgt spid="20"/>
                                        </p:tgtEl>
                                      </p:cBhvr>
                                    </p:animEffect>
                                  </p:childTnLst>
                                </p:cTn>
                              </p:par>
                              <p:par>
                                <p:cTn id="12" presetID="6" presetClass="emph" presetSubtype="0" fill="hold" nodeType="withEffect">
                                  <p:stCondLst>
                                    <p:cond delay="0"/>
                                  </p:stCondLst>
                                  <p:childTnLst>
                                    <p:animScale>
                                      <p:cBhvr>
                                        <p:cTn id="13" dur="5000"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4048711-69C8-4B00-90BE-C31C2289A7D4}"/>
              </a:ext>
            </a:extLst>
          </p:cNvPr>
          <p:cNvSpPr txBox="1">
            <a:spLocks/>
          </p:cNvSpPr>
          <p:nvPr/>
        </p:nvSpPr>
        <p:spPr>
          <a:xfrm>
            <a:off x="3598120" y="562910"/>
            <a:ext cx="5066720" cy="759853"/>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450"/>
              </a:spcAft>
            </a:pPr>
            <a:endParaRPr lang="en-US" sz="4050" b="1" dirty="0"/>
          </a:p>
        </p:txBody>
      </p:sp>
      <p:sp>
        <p:nvSpPr>
          <p:cNvPr id="7" name="Rectangle 6">
            <a:extLst>
              <a:ext uri="{FF2B5EF4-FFF2-40B4-BE49-F238E27FC236}">
                <a16:creationId xmlns:a16="http://schemas.microsoft.com/office/drawing/2014/main" id="{E021AC63-546C-4FBB-B17E-CA4AEC1DB525}"/>
              </a:ext>
            </a:extLst>
          </p:cNvPr>
          <p:cNvSpPr/>
          <p:nvPr/>
        </p:nvSpPr>
        <p:spPr>
          <a:xfrm>
            <a:off x="-2110741" y="1637570"/>
            <a:ext cx="5066720" cy="2612898"/>
          </a:xfrm>
          <a:prstGeom prst="rect">
            <a:avLst/>
          </a:prstGeom>
        </p:spPr>
        <p:txBody>
          <a:bodyPr vert="horz" lIns="68580" tIns="34290" rIns="68580" bIns="34290" rtlCol="0">
            <a:normAutofit/>
          </a:bodyPr>
          <a:lstStyle/>
          <a:p>
            <a:pPr marL="714364" indent="-171450">
              <a:lnSpc>
                <a:spcPct val="90000"/>
              </a:lnSpc>
              <a:spcAft>
                <a:spcPts val="1600"/>
              </a:spcAft>
              <a:buFont typeface="Arial" panose="020B0604020202020204" pitchFamily="34" charset="0"/>
              <a:buChar char="•"/>
            </a:pPr>
            <a:endParaRPr lang="en-US" sz="1125" dirty="0">
              <a:latin typeface="Verdana" panose="020B0604030504040204" pitchFamily="34" charset="0"/>
            </a:endParaRPr>
          </a:p>
        </p:txBody>
      </p:sp>
      <p:sp>
        <p:nvSpPr>
          <p:cNvPr id="2" name="Title 1">
            <a:extLst>
              <a:ext uri="{FF2B5EF4-FFF2-40B4-BE49-F238E27FC236}">
                <a16:creationId xmlns:a16="http://schemas.microsoft.com/office/drawing/2014/main" id="{0E5A0F5A-278B-B79C-4BD4-1DF309C7B354}"/>
              </a:ext>
            </a:extLst>
          </p:cNvPr>
          <p:cNvSpPr>
            <a:spLocks noGrp="1"/>
          </p:cNvSpPr>
          <p:nvPr>
            <p:ph type="title"/>
          </p:nvPr>
        </p:nvSpPr>
        <p:spPr/>
        <p:txBody>
          <a:bodyPr/>
          <a:lstStyle/>
          <a:p>
            <a:r>
              <a:rPr lang="en-US" dirty="0"/>
              <a:t>About the Instructor</a:t>
            </a:r>
          </a:p>
        </p:txBody>
      </p:sp>
      <p:sp>
        <p:nvSpPr>
          <p:cNvPr id="3" name="Text Placeholder 2">
            <a:extLst>
              <a:ext uri="{FF2B5EF4-FFF2-40B4-BE49-F238E27FC236}">
                <a16:creationId xmlns:a16="http://schemas.microsoft.com/office/drawing/2014/main" id="{A4478C14-1095-A2C7-C4C9-D3DEE15389F5}"/>
              </a:ext>
            </a:extLst>
          </p:cNvPr>
          <p:cNvSpPr>
            <a:spLocks noGrp="1"/>
          </p:cNvSpPr>
          <p:nvPr>
            <p:ph type="body" sz="quarter" idx="10"/>
          </p:nvPr>
        </p:nvSpPr>
        <p:spPr>
          <a:xfrm>
            <a:off x="422619" y="1066800"/>
            <a:ext cx="4149382" cy="3771014"/>
          </a:xfrm>
        </p:spPr>
        <p:txBody>
          <a:bodyPr anchor="ctr"/>
          <a:lstStyle/>
          <a:p>
            <a:r>
              <a:rPr lang="en-US" sz="1500" b="1" dirty="0"/>
              <a:t>Shawn Harrington</a:t>
            </a:r>
          </a:p>
          <a:p>
            <a:pPr marL="214313" indent="-214313">
              <a:buFont typeface="Arial" panose="020B0604020202020204" pitchFamily="34" charset="0"/>
              <a:buChar char="•"/>
            </a:pPr>
            <a:r>
              <a:rPr lang="en-US" sz="1350" dirty="0"/>
              <a:t>Principal &amp; Founder of Forensic Rock</a:t>
            </a:r>
          </a:p>
          <a:p>
            <a:pPr marL="214313" indent="-214313">
              <a:buFont typeface="Arial" panose="020B0604020202020204" pitchFamily="34" charset="0"/>
              <a:buChar char="•"/>
            </a:pPr>
            <a:r>
              <a:rPr lang="en-US" sz="1350" dirty="0"/>
              <a:t>17+ years experience in Accident Reconstruction &amp; ADAS</a:t>
            </a:r>
          </a:p>
          <a:p>
            <a:pPr marL="214313" indent="-214313">
              <a:buFont typeface="Arial" panose="020B0604020202020204" pitchFamily="34" charset="0"/>
              <a:buChar char="•"/>
            </a:pPr>
            <a:r>
              <a:rPr lang="en-US" sz="1350" dirty="0"/>
              <a:t>Testified in State &amp; Federal Courts throughout Country</a:t>
            </a:r>
          </a:p>
          <a:p>
            <a:pPr marL="214313" indent="-214313">
              <a:buFont typeface="Arial" panose="020B0604020202020204" pitchFamily="34" charset="0"/>
              <a:buChar char="•"/>
            </a:pPr>
            <a:r>
              <a:rPr lang="en-US" sz="1350" dirty="0"/>
              <a:t>Has CDL</a:t>
            </a:r>
          </a:p>
          <a:p>
            <a:pPr marL="214313" indent="-214313">
              <a:buFont typeface="Arial" panose="020B0604020202020204" pitchFamily="34" charset="0"/>
              <a:buChar char="•"/>
            </a:pPr>
            <a:r>
              <a:rPr lang="en-US" sz="1350" dirty="0"/>
              <a:t>Volunteer Firefighter</a:t>
            </a:r>
          </a:p>
          <a:p>
            <a:pPr marL="214313" indent="-214313">
              <a:buFont typeface="Arial" panose="020B0604020202020204" pitchFamily="34" charset="0"/>
              <a:buChar char="•"/>
            </a:pPr>
            <a:r>
              <a:rPr lang="en-US" sz="1350" dirty="0"/>
              <a:t>Published in SAE, Collision Magazine </a:t>
            </a:r>
          </a:p>
          <a:p>
            <a:pPr marL="214313" indent="-214313">
              <a:buFont typeface="Arial" panose="020B0604020202020204" pitchFamily="34" charset="0"/>
              <a:buChar char="•"/>
            </a:pPr>
            <a:r>
              <a:rPr lang="en-US" sz="1350" dirty="0"/>
              <a:t>Actively researching, publishing, and presenting in the areas of ADAS on </a:t>
            </a:r>
            <a:br>
              <a:rPr lang="en-US" sz="1350" dirty="0"/>
            </a:br>
            <a:r>
              <a:rPr lang="en-US" sz="1350" dirty="0"/>
              <a:t>heavy truck and passenger vehicles</a:t>
            </a:r>
          </a:p>
          <a:p>
            <a:endParaRPr lang="en-US" dirty="0"/>
          </a:p>
        </p:txBody>
      </p:sp>
      <p:pic>
        <p:nvPicPr>
          <p:cNvPr id="8" name="Picture Placeholder 7">
            <a:extLst>
              <a:ext uri="{FF2B5EF4-FFF2-40B4-BE49-F238E27FC236}">
                <a16:creationId xmlns:a16="http://schemas.microsoft.com/office/drawing/2014/main" id="{CDA1F2DB-45A1-43A4-0E27-22A2B39A909F}"/>
              </a:ext>
            </a:extLst>
          </p:cNvPr>
          <p:cNvPicPr>
            <a:picLocks noGrp="1" noChangeAspect="1"/>
          </p:cNvPicPr>
          <p:nvPr>
            <p:ph type="pic" sz="quarter" idx="11"/>
          </p:nvPr>
        </p:nvPicPr>
        <p:blipFill>
          <a:blip r:embed="rId2"/>
          <a:srcRect l="8674" r="8674"/>
          <a:stretch>
            <a:fillRect/>
          </a:stretch>
        </p:blipFill>
        <p:spPr>
          <a:xfrm>
            <a:off x="5155819" y="810768"/>
            <a:ext cx="3103707" cy="3754438"/>
          </a:xfrm>
          <a:prstGeom prst="roundRect">
            <a:avLst>
              <a:gd name="adj" fmla="val 5275"/>
            </a:avLst>
          </a:prstGeom>
        </p:spPr>
      </p:pic>
    </p:spTree>
    <p:extLst>
      <p:ext uri="{BB962C8B-B14F-4D97-AF65-F5344CB8AC3E}">
        <p14:creationId xmlns:p14="http://schemas.microsoft.com/office/powerpoint/2010/main" val="1622368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0404D-EB6C-5A5E-18E4-23063CC4558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6234A3F-8EC5-77A2-F13A-77A28C9CC3D8}"/>
              </a:ext>
            </a:extLst>
          </p:cNvPr>
          <p:cNvSpPr/>
          <p:nvPr/>
        </p:nvSpPr>
        <p:spPr>
          <a:xfrm>
            <a:off x="-1506109" y="1265301"/>
            <a:ext cx="5066720" cy="2612898"/>
          </a:xfrm>
          <a:prstGeom prst="rect">
            <a:avLst/>
          </a:prstGeom>
        </p:spPr>
        <p:txBody>
          <a:bodyPr vert="horz" lIns="68580" tIns="34290" rIns="68580" bIns="34290" rtlCol="0">
            <a:normAutofit/>
          </a:bodyPr>
          <a:lstStyle/>
          <a:p>
            <a:pPr marL="714364" indent="-171450">
              <a:lnSpc>
                <a:spcPct val="90000"/>
              </a:lnSpc>
              <a:spcAft>
                <a:spcPts val="1600"/>
              </a:spcAft>
              <a:buFont typeface="Arial" panose="020B0604020202020204" pitchFamily="34" charset="0"/>
              <a:buChar char="•"/>
            </a:pPr>
            <a:endParaRPr lang="en-US" sz="1125" dirty="0">
              <a:latin typeface="Verdana" panose="020B0604030504040204" pitchFamily="34" charset="0"/>
            </a:endParaRPr>
          </a:p>
        </p:txBody>
      </p:sp>
      <p:sp>
        <p:nvSpPr>
          <p:cNvPr id="4" name="Title 3">
            <a:extLst>
              <a:ext uri="{FF2B5EF4-FFF2-40B4-BE49-F238E27FC236}">
                <a16:creationId xmlns:a16="http://schemas.microsoft.com/office/drawing/2014/main" id="{6278638D-A646-A6F2-8BD8-A59DD76B8450}"/>
              </a:ext>
            </a:extLst>
          </p:cNvPr>
          <p:cNvSpPr>
            <a:spLocks noGrp="1"/>
          </p:cNvSpPr>
          <p:nvPr>
            <p:ph type="title"/>
          </p:nvPr>
        </p:nvSpPr>
        <p:spPr>
          <a:ln>
            <a:noFill/>
          </a:ln>
        </p:spPr>
        <p:txBody>
          <a:bodyPr/>
          <a:lstStyle/>
          <a:p>
            <a:r>
              <a:rPr lang="en-US" dirty="0"/>
              <a:t>About the Instructor</a:t>
            </a:r>
            <a:endParaRPr lang="en-US" dirty="0">
              <a:ln>
                <a:solidFill>
                  <a:schemeClr val="bg1"/>
                </a:solidFill>
              </a:ln>
            </a:endParaRPr>
          </a:p>
        </p:txBody>
      </p:sp>
      <p:sp>
        <p:nvSpPr>
          <p:cNvPr id="5" name="Text Placeholder 4">
            <a:extLst>
              <a:ext uri="{FF2B5EF4-FFF2-40B4-BE49-F238E27FC236}">
                <a16:creationId xmlns:a16="http://schemas.microsoft.com/office/drawing/2014/main" id="{542B6B21-6943-ED69-44D4-8B500D9463B9}"/>
              </a:ext>
            </a:extLst>
          </p:cNvPr>
          <p:cNvSpPr>
            <a:spLocks noGrp="1"/>
          </p:cNvSpPr>
          <p:nvPr>
            <p:ph type="body" sz="quarter" idx="10"/>
          </p:nvPr>
        </p:nvSpPr>
        <p:spPr/>
        <p:txBody>
          <a:bodyPr anchor="ctr"/>
          <a:lstStyle/>
          <a:p>
            <a:r>
              <a:rPr lang="en-US" sz="1500" b="1" dirty="0"/>
              <a:t>Jim Lau</a:t>
            </a:r>
          </a:p>
          <a:p>
            <a:pPr marL="214313" indent="-214313">
              <a:buFont typeface="Arial" panose="020B0604020202020204" pitchFamily="34" charset="0"/>
              <a:buChar char="•"/>
            </a:pPr>
            <a:r>
              <a:rPr lang="en-US" sz="1350" dirty="0"/>
              <a:t>Technical Director at Racelogic</a:t>
            </a:r>
          </a:p>
          <a:p>
            <a:pPr marL="214313" indent="-214313">
              <a:buFont typeface="Arial" panose="020B0604020202020204" pitchFamily="34" charset="0"/>
              <a:buChar char="•"/>
            </a:pPr>
            <a:r>
              <a:rPr lang="en-US" sz="1350" dirty="0"/>
              <a:t>Employed by VBOX/Racelogic since 2005</a:t>
            </a:r>
          </a:p>
          <a:p>
            <a:pPr marL="214313" indent="-214313">
              <a:buFont typeface="Arial" panose="020B0604020202020204" pitchFamily="34" charset="0"/>
              <a:buChar char="•"/>
            </a:pPr>
            <a:r>
              <a:rPr lang="en-US" sz="1350" dirty="0"/>
              <a:t>Automotive CAN Expert</a:t>
            </a:r>
          </a:p>
          <a:p>
            <a:pPr marL="214313" indent="-214313">
              <a:buFont typeface="Arial" panose="020B0604020202020204" pitchFamily="34" charset="0"/>
              <a:buChar char="•"/>
            </a:pPr>
            <a:r>
              <a:rPr lang="en-US" sz="1350" dirty="0"/>
              <a:t>ADAS Testing Expert</a:t>
            </a:r>
            <a:endParaRPr lang="en-US" sz="1350" b="1" dirty="0"/>
          </a:p>
          <a:p>
            <a:endParaRPr lang="en-US" dirty="0"/>
          </a:p>
        </p:txBody>
      </p:sp>
      <p:pic>
        <p:nvPicPr>
          <p:cNvPr id="9" name="Picture Placeholder 8">
            <a:extLst>
              <a:ext uri="{FF2B5EF4-FFF2-40B4-BE49-F238E27FC236}">
                <a16:creationId xmlns:a16="http://schemas.microsoft.com/office/drawing/2014/main" id="{192AEDBE-00F4-2BE1-62F5-3A78437ACD7E}"/>
              </a:ext>
            </a:extLst>
          </p:cNvPr>
          <p:cNvPicPr>
            <a:picLocks noGrp="1" noChangeAspect="1"/>
          </p:cNvPicPr>
          <p:nvPr>
            <p:ph type="pic" sz="quarter" idx="11"/>
          </p:nvPr>
        </p:nvPicPr>
        <p:blipFill>
          <a:blip r:embed="rId2">
            <a:extLst>
              <a:ext uri="{BEBA8EAE-BF5A-486C-A8C5-ECC9F3942E4B}">
                <a14:imgProps xmlns:a14="http://schemas.microsoft.com/office/drawing/2010/main">
                  <a14:imgLayer r:embed="rId3">
                    <a14:imgEffect>
                      <a14:colorTemperature colorTemp="7390"/>
                    </a14:imgEffect>
                  </a14:imgLayer>
                </a14:imgProps>
              </a:ext>
            </a:extLst>
          </a:blip>
          <a:srcRect l="8674" r="8674"/>
          <a:stretch>
            <a:fillRect/>
          </a:stretch>
        </p:blipFill>
        <p:spPr>
          <a:xfrm>
            <a:off x="5253753" y="969265"/>
            <a:ext cx="2887021" cy="3493008"/>
          </a:xfrm>
          <a:prstGeom prst="roundRect">
            <a:avLst>
              <a:gd name="adj" fmla="val 6109"/>
            </a:avLst>
          </a:prstGeom>
        </p:spPr>
      </p:pic>
    </p:spTree>
    <p:extLst>
      <p:ext uri="{BB962C8B-B14F-4D97-AF65-F5344CB8AC3E}">
        <p14:creationId xmlns:p14="http://schemas.microsoft.com/office/powerpoint/2010/main" val="1422265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12">
            <a:extLst>
              <a:ext uri="{FF2B5EF4-FFF2-40B4-BE49-F238E27FC236}">
                <a16:creationId xmlns:a16="http://schemas.microsoft.com/office/drawing/2014/main" id="{3630346B-DE9D-6E42-5AEE-E814D6623BF0}"/>
              </a:ext>
            </a:extLst>
          </p:cNvPr>
          <p:cNvPicPr>
            <a:picLocks noChangeAspect="1"/>
          </p:cNvPicPr>
          <p:nvPr/>
        </p:nvPicPr>
        <p:blipFill rotWithShape="1">
          <a:blip r:embed="rId3" cstate="print">
            <a:alphaModFix amt="57000"/>
            <a:extLst>
              <a:ext uri="{28A0092B-C50C-407E-A947-70E740481C1C}">
                <a14:useLocalDpi xmlns:a14="http://schemas.microsoft.com/office/drawing/2010/main" val="0"/>
              </a:ext>
            </a:extLst>
          </a:blip>
          <a:srcRect l="19812" t="23311" r="9198" b="1764"/>
          <a:stretch/>
        </p:blipFill>
        <p:spPr>
          <a:xfrm>
            <a:off x="732781" y="0"/>
            <a:ext cx="8095130" cy="5143500"/>
          </a:xfrm>
          <a:prstGeom prst="rect">
            <a:avLst/>
          </a:prstGeom>
        </p:spPr>
      </p:pic>
      <p:sp>
        <p:nvSpPr>
          <p:cNvPr id="5" name="Rectangle 4">
            <a:extLst>
              <a:ext uri="{FF2B5EF4-FFF2-40B4-BE49-F238E27FC236}">
                <a16:creationId xmlns:a16="http://schemas.microsoft.com/office/drawing/2014/main" id="{E0CF8CB1-75CA-F50D-F482-3A0F9CAAAA31}"/>
              </a:ext>
            </a:extLst>
          </p:cNvPr>
          <p:cNvSpPr>
            <a:spLocks/>
          </p:cNvSpPr>
          <p:nvPr/>
        </p:nvSpPr>
        <p:spPr>
          <a:xfrm>
            <a:off x="696111" y="0"/>
            <a:ext cx="2696049" cy="5143500"/>
          </a:xfrm>
          <a:prstGeom prst="rect">
            <a:avLst/>
          </a:prstGeom>
          <a:gradFill>
            <a:gsLst>
              <a:gs pos="67000">
                <a:schemeClr val="bg1">
                  <a:alpha val="0"/>
                </a:schemeClr>
              </a:gs>
              <a:gs pos="1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6" name="Rectangle 5">
            <a:extLst>
              <a:ext uri="{FF2B5EF4-FFF2-40B4-BE49-F238E27FC236}">
                <a16:creationId xmlns:a16="http://schemas.microsoft.com/office/drawing/2014/main" id="{2CA6EF48-929B-CB6A-CDE2-0304FF8FC2FB}"/>
              </a:ext>
            </a:extLst>
          </p:cNvPr>
          <p:cNvSpPr>
            <a:spLocks/>
          </p:cNvSpPr>
          <p:nvPr/>
        </p:nvSpPr>
        <p:spPr>
          <a:xfrm>
            <a:off x="0" y="24384"/>
            <a:ext cx="3691467" cy="5143500"/>
          </a:xfrm>
          <a:prstGeom prst="rect">
            <a:avLst/>
          </a:prstGeom>
          <a:solidFill>
            <a:srgbClr val="096580">
              <a:alpha val="8940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latin typeface="Verdana" panose="020B0604030504040204" pitchFamily="34" charset="0"/>
            </a:endParaRPr>
          </a:p>
        </p:txBody>
      </p:sp>
      <p:sp>
        <p:nvSpPr>
          <p:cNvPr id="2" name="Title 1">
            <a:extLst>
              <a:ext uri="{FF2B5EF4-FFF2-40B4-BE49-F238E27FC236}">
                <a16:creationId xmlns:a16="http://schemas.microsoft.com/office/drawing/2014/main" id="{00ACBEFA-72A7-010D-61DA-586906D9EE05}"/>
              </a:ext>
            </a:extLst>
          </p:cNvPr>
          <p:cNvSpPr>
            <a:spLocks noGrp="1"/>
          </p:cNvSpPr>
          <p:nvPr>
            <p:ph type="title"/>
          </p:nvPr>
        </p:nvSpPr>
        <p:spPr/>
        <p:txBody>
          <a:bodyPr/>
          <a:lstStyle/>
          <a:p>
            <a:r>
              <a:rPr lang="en-US" dirty="0"/>
              <a:t>Who are YOU?</a:t>
            </a:r>
          </a:p>
        </p:txBody>
      </p:sp>
      <p:sp>
        <p:nvSpPr>
          <p:cNvPr id="3" name="Text Placeholder 2">
            <a:extLst>
              <a:ext uri="{FF2B5EF4-FFF2-40B4-BE49-F238E27FC236}">
                <a16:creationId xmlns:a16="http://schemas.microsoft.com/office/drawing/2014/main" id="{19B3573E-4587-B03E-B4F9-931D9F085199}"/>
              </a:ext>
            </a:extLst>
          </p:cNvPr>
          <p:cNvSpPr>
            <a:spLocks noGrp="1"/>
          </p:cNvSpPr>
          <p:nvPr>
            <p:ph type="body" sz="quarter" idx="10"/>
          </p:nvPr>
        </p:nvSpPr>
        <p:spPr>
          <a:xfrm>
            <a:off x="422619" y="780288"/>
            <a:ext cx="3170245" cy="4057525"/>
          </a:xfrm>
        </p:spPr>
        <p:txBody>
          <a:bodyPr anchor="ctr"/>
          <a:lstStyle/>
          <a:p>
            <a:r>
              <a:rPr lang="en-US" b="1" dirty="0"/>
              <a:t>Information to share:</a:t>
            </a:r>
          </a:p>
          <a:p>
            <a:pPr marL="194310" indent="-194310">
              <a:buFont typeface="Arial" panose="020B0604020202020204" pitchFamily="34" charset="0"/>
              <a:buChar char="•"/>
            </a:pPr>
            <a:r>
              <a:rPr lang="en-US" dirty="0"/>
              <a:t>Name and organization</a:t>
            </a:r>
          </a:p>
          <a:p>
            <a:pPr marL="194310" indent="-194310">
              <a:buFont typeface="Arial" panose="020B0604020202020204" pitchFamily="34" charset="0"/>
              <a:buChar char="•"/>
            </a:pPr>
            <a:r>
              <a:rPr lang="en-US" dirty="0"/>
              <a:t>Position and role</a:t>
            </a:r>
          </a:p>
          <a:p>
            <a:pPr marL="194310" indent="-194310">
              <a:buFont typeface="Arial" panose="020B0604020202020204" pitchFamily="34" charset="0"/>
              <a:buChar char="•"/>
            </a:pPr>
            <a:r>
              <a:rPr lang="en-US" dirty="0"/>
              <a:t>Questions you hope to have addressed in the class</a:t>
            </a:r>
          </a:p>
        </p:txBody>
      </p:sp>
    </p:spTree>
    <p:extLst>
      <p:ext uri="{BB962C8B-B14F-4D97-AF65-F5344CB8AC3E}">
        <p14:creationId xmlns:p14="http://schemas.microsoft.com/office/powerpoint/2010/main" val="604776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 presetClass="entr" presetSubtype="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500"/>
                                        <p:tgtEl>
                                          <p:spTgt spid="3">
                                            <p:txEl>
                                              <p:pRg st="1" end="1"/>
                                            </p:txEl>
                                          </p:spTgt>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500"/>
                                        <p:tgtEl>
                                          <p:spTgt spid="3">
                                            <p:txEl>
                                              <p:pRg st="2" end="2"/>
                                            </p:txEl>
                                          </p:spTgt>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 grpId="0"/>
      <p:bldP spid="3" grpId="0" build="p" bldLvl="4"/>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CBE82-DF3F-1CAC-2AF0-7D028D2CC70D}"/>
            </a:ext>
          </a:extLst>
        </p:cNvPr>
        <p:cNvGrpSpPr/>
        <p:nvPr/>
      </p:nvGrpSpPr>
      <p:grpSpPr>
        <a:xfrm>
          <a:off x="0" y="0"/>
          <a:ext cx="0" cy="0"/>
          <a:chOff x="0" y="0"/>
          <a:chExt cx="0" cy="0"/>
        </a:xfrm>
      </p:grpSpPr>
      <p:pic>
        <p:nvPicPr>
          <p:cNvPr id="7" name="Picture Placeholder 12">
            <a:extLst>
              <a:ext uri="{FF2B5EF4-FFF2-40B4-BE49-F238E27FC236}">
                <a16:creationId xmlns:a16="http://schemas.microsoft.com/office/drawing/2014/main" id="{9D2D10B4-24C4-D370-8286-763A9ACBB562}"/>
              </a:ext>
            </a:extLst>
          </p:cNvPr>
          <p:cNvPicPr>
            <a:picLocks noChangeAspect="1"/>
          </p:cNvPicPr>
          <p:nvPr/>
        </p:nvPicPr>
        <p:blipFill rotWithShape="1">
          <a:blip r:embed="rId3" cstate="print">
            <a:alphaModFix amt="49000"/>
            <a:extLst>
              <a:ext uri="{28A0092B-C50C-407E-A947-70E740481C1C}">
                <a14:useLocalDpi xmlns:a14="http://schemas.microsoft.com/office/drawing/2010/main" val="0"/>
              </a:ext>
            </a:extLst>
          </a:blip>
          <a:srcRect l="-2336" t="11" r="5964" b="187"/>
          <a:stretch/>
        </p:blipFill>
        <p:spPr>
          <a:xfrm>
            <a:off x="1377617" y="0"/>
            <a:ext cx="7450296" cy="5143500"/>
          </a:xfrm>
          <a:prstGeom prst="rect">
            <a:avLst/>
          </a:prstGeom>
        </p:spPr>
      </p:pic>
      <p:sp>
        <p:nvSpPr>
          <p:cNvPr id="5" name="Rectangle 4">
            <a:extLst>
              <a:ext uri="{FF2B5EF4-FFF2-40B4-BE49-F238E27FC236}">
                <a16:creationId xmlns:a16="http://schemas.microsoft.com/office/drawing/2014/main" id="{2B9A1C1E-7DFC-D31F-905C-877AF7F66790}"/>
              </a:ext>
            </a:extLst>
          </p:cNvPr>
          <p:cNvSpPr>
            <a:spLocks/>
          </p:cNvSpPr>
          <p:nvPr/>
        </p:nvSpPr>
        <p:spPr>
          <a:xfrm>
            <a:off x="1373445" y="-5156"/>
            <a:ext cx="2696049" cy="5143500"/>
          </a:xfrm>
          <a:prstGeom prst="rect">
            <a:avLst/>
          </a:prstGeom>
          <a:gradFill>
            <a:gsLst>
              <a:gs pos="68000">
                <a:schemeClr val="bg1">
                  <a:alpha val="0"/>
                </a:schemeClr>
              </a:gs>
              <a:gs pos="12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6" name="Rectangle 5">
            <a:extLst>
              <a:ext uri="{FF2B5EF4-FFF2-40B4-BE49-F238E27FC236}">
                <a16:creationId xmlns:a16="http://schemas.microsoft.com/office/drawing/2014/main" id="{4B45B53A-45CE-998A-E7B4-A216B1EB2AF9}"/>
              </a:ext>
            </a:extLst>
          </p:cNvPr>
          <p:cNvSpPr>
            <a:spLocks/>
          </p:cNvSpPr>
          <p:nvPr/>
        </p:nvSpPr>
        <p:spPr>
          <a:xfrm>
            <a:off x="0" y="0"/>
            <a:ext cx="4413956" cy="5143500"/>
          </a:xfrm>
          <a:prstGeom prst="rect">
            <a:avLst/>
          </a:prstGeom>
          <a:solidFill>
            <a:srgbClr val="096580">
              <a:alpha val="8940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latin typeface="Verdana" panose="020B0604030504040204" pitchFamily="34" charset="0"/>
            </a:endParaRPr>
          </a:p>
        </p:txBody>
      </p:sp>
      <p:sp>
        <p:nvSpPr>
          <p:cNvPr id="2" name="Title 1">
            <a:extLst>
              <a:ext uri="{FF2B5EF4-FFF2-40B4-BE49-F238E27FC236}">
                <a16:creationId xmlns:a16="http://schemas.microsoft.com/office/drawing/2014/main" id="{DAD9A836-B9DF-66A5-1AE0-D5C2F0E2F30D}"/>
              </a:ext>
            </a:extLst>
          </p:cNvPr>
          <p:cNvSpPr>
            <a:spLocks noGrp="1"/>
          </p:cNvSpPr>
          <p:nvPr>
            <p:ph type="title"/>
          </p:nvPr>
        </p:nvSpPr>
        <p:spPr/>
        <p:txBody>
          <a:bodyPr/>
          <a:lstStyle/>
          <a:p>
            <a:r>
              <a:rPr lang="en-US" dirty="0"/>
              <a:t>Expectations for You</a:t>
            </a:r>
            <a:br>
              <a:rPr lang="en-US" dirty="0"/>
            </a:br>
            <a:endParaRPr lang="en-US" dirty="0"/>
          </a:p>
        </p:txBody>
      </p:sp>
      <p:sp>
        <p:nvSpPr>
          <p:cNvPr id="3" name="Text Placeholder 2">
            <a:extLst>
              <a:ext uri="{FF2B5EF4-FFF2-40B4-BE49-F238E27FC236}">
                <a16:creationId xmlns:a16="http://schemas.microsoft.com/office/drawing/2014/main" id="{21540C8B-99E7-8354-90CD-9CC39B9C9B87}"/>
              </a:ext>
            </a:extLst>
          </p:cNvPr>
          <p:cNvSpPr>
            <a:spLocks noGrp="1"/>
          </p:cNvSpPr>
          <p:nvPr>
            <p:ph type="body" sz="quarter" idx="10"/>
          </p:nvPr>
        </p:nvSpPr>
        <p:spPr/>
        <p:txBody>
          <a:bodyPr/>
          <a:lstStyle/>
          <a:p>
            <a:r>
              <a:rPr lang="en-US" b="1" dirty="0"/>
              <a:t>Our expectations are that you will:</a:t>
            </a:r>
          </a:p>
          <a:p>
            <a:pPr marL="194310" indent="-194310">
              <a:buFont typeface="Arial" panose="020B0604020202020204" pitchFamily="34" charset="0"/>
              <a:buChar char="•"/>
            </a:pPr>
            <a:r>
              <a:rPr lang="en-US" dirty="0"/>
              <a:t>Actively participate in discussion </a:t>
            </a:r>
            <a:br>
              <a:rPr lang="en-US" dirty="0"/>
            </a:br>
            <a:r>
              <a:rPr lang="en-US" dirty="0"/>
              <a:t>and activities</a:t>
            </a:r>
          </a:p>
          <a:p>
            <a:pPr marL="194310" indent="-194310">
              <a:buFont typeface="Arial" panose="020B0604020202020204" pitchFamily="34" charset="0"/>
              <a:buChar char="•"/>
            </a:pPr>
            <a:r>
              <a:rPr lang="en-US" dirty="0"/>
              <a:t>Gain new skills and build on existing ones</a:t>
            </a:r>
          </a:p>
          <a:p>
            <a:pPr marL="194310" indent="-194310">
              <a:buFont typeface="Arial" panose="020B0604020202020204" pitchFamily="34" charset="0"/>
              <a:buChar char="•"/>
            </a:pPr>
            <a:r>
              <a:rPr lang="en-US" dirty="0"/>
              <a:t>Reflect on your own experiences</a:t>
            </a:r>
          </a:p>
          <a:p>
            <a:pPr marL="194310" indent="-194310">
              <a:buFont typeface="Arial" panose="020B0604020202020204" pitchFamily="34" charset="0"/>
              <a:buChar char="•"/>
            </a:pPr>
            <a:r>
              <a:rPr lang="en-US" dirty="0"/>
              <a:t>Think about how you’d use the skills and concepts you learn in this course in your job</a:t>
            </a:r>
          </a:p>
        </p:txBody>
      </p:sp>
    </p:spTree>
    <p:extLst>
      <p:ext uri="{BB962C8B-B14F-4D97-AF65-F5344CB8AC3E}">
        <p14:creationId xmlns:p14="http://schemas.microsoft.com/office/powerpoint/2010/main" val="84882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 presetClass="entr" presetSubtype="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500"/>
                                        <p:tgtEl>
                                          <p:spTgt spid="3">
                                            <p:txEl>
                                              <p:pRg st="1" end="1"/>
                                            </p:txEl>
                                          </p:spTgt>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500"/>
                                        <p:tgtEl>
                                          <p:spTgt spid="3">
                                            <p:txEl>
                                              <p:pRg st="2" end="2"/>
                                            </p:txEl>
                                          </p:spTgt>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par>
                          <p:cTn id="35" fill="hold">
                            <p:stCondLst>
                              <p:cond delay="3500"/>
                            </p:stCondLst>
                            <p:childTnLst>
                              <p:par>
                                <p:cTn id="36" presetID="10" presetClass="entr" presetSubtype="0" fill="hold" grpId="0" nodeType="after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 grpId="0"/>
      <p:bldP spid="3" grpId="0" build="p" bldLvl="4"/>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687DD-82EF-599C-BF1D-DC773FF2C695}"/>
              </a:ext>
            </a:extLst>
          </p:cNvPr>
          <p:cNvSpPr>
            <a:spLocks noGrp="1"/>
          </p:cNvSpPr>
          <p:nvPr>
            <p:ph type="title"/>
          </p:nvPr>
        </p:nvSpPr>
        <p:spPr/>
        <p:txBody>
          <a:bodyPr/>
          <a:lstStyle/>
          <a:p>
            <a:r>
              <a:rPr lang="en-US" dirty="0"/>
              <a:t>Module Objectives</a:t>
            </a:r>
          </a:p>
        </p:txBody>
      </p:sp>
      <p:sp>
        <p:nvSpPr>
          <p:cNvPr id="4" name="Content Placeholder 2">
            <a:extLst>
              <a:ext uri="{FF2B5EF4-FFF2-40B4-BE49-F238E27FC236}">
                <a16:creationId xmlns:a16="http://schemas.microsoft.com/office/drawing/2014/main" id="{76FF6165-6C11-6975-09F6-9FEA8F9B4C41}"/>
              </a:ext>
            </a:extLst>
          </p:cNvPr>
          <p:cNvSpPr txBox="1">
            <a:spLocks/>
          </p:cNvSpPr>
          <p:nvPr/>
        </p:nvSpPr>
        <p:spPr>
          <a:xfrm>
            <a:off x="417850" y="996140"/>
            <a:ext cx="4298476" cy="3078441"/>
          </a:xfrm>
          <a:prstGeom prst="rect">
            <a:avLst/>
          </a:prstGeom>
        </p:spPr>
        <p:txBody>
          <a:bodyPr lIns="0" tIns="0" rIns="0" bIns="0" anchor="ctr">
            <a:noAutofit/>
          </a:bodyPr>
          <a:lstStyle>
            <a:lvl1pPr marL="230188" indent="-230188" algn="l" defTabSz="914400" rtl="0" eaLnBrk="1" latinLnBrk="0" hangingPunct="1">
              <a:lnSpc>
                <a:spcPct val="110000"/>
              </a:lnSpc>
              <a:spcBef>
                <a:spcPts val="900"/>
              </a:spcBef>
              <a:spcAft>
                <a:spcPts val="0"/>
              </a:spcAft>
              <a:buFont typeface="Arial" panose="020B0604020202020204" pitchFamily="34" charset="0"/>
              <a:buChar char="•"/>
              <a:tabLst/>
              <a:defRPr sz="1400" b="0" i="0" kern="120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gn="l" defTabSz="914400" rtl="0" eaLnBrk="1" latinLnBrk="0" hangingPunct="1">
              <a:lnSpc>
                <a:spcPct val="110000"/>
              </a:lnSpc>
              <a:spcBef>
                <a:spcPts val="500"/>
              </a:spcBef>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528637" indent="0" algn="l" defTabSz="914400" rtl="0" eaLnBrk="1" latinLnBrk="0" hangingPunct="1">
              <a:lnSpc>
                <a:spcPct val="110000"/>
              </a:lnSpc>
              <a:spcBef>
                <a:spcPts val="500"/>
              </a:spcBef>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200090" indent="-171442" algn="l" defTabSz="914400" rtl="0" eaLnBrk="1" latinLnBrk="0" hangingPunct="1">
              <a:lnSpc>
                <a:spcPct val="90000"/>
              </a:lnSpc>
              <a:spcBef>
                <a:spcPts val="500"/>
              </a:spcBef>
              <a:buFont typeface="Courier New" panose="02070309020205020404" pitchFamily="49" charset="0"/>
              <a:buChar char="o"/>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Identify the foundational technologies </a:t>
            </a:r>
            <a:br>
              <a:rPr lang="en-US" dirty="0"/>
            </a:br>
            <a:r>
              <a:rPr lang="en-US" dirty="0"/>
              <a:t>of ADAS</a:t>
            </a:r>
          </a:p>
          <a:p>
            <a:r>
              <a:rPr lang="en-US" dirty="0"/>
              <a:t>Recognize the various ADAS in vehicles</a:t>
            </a:r>
          </a:p>
          <a:p>
            <a:r>
              <a:rPr lang="en-US" dirty="0"/>
              <a:t>Explain an overview of SAE Levels 1 to 5</a:t>
            </a:r>
          </a:p>
          <a:p>
            <a:r>
              <a:rPr lang="en-US" dirty="0"/>
              <a:t>Identify and define time to collision and time to collision 2</a:t>
            </a:r>
          </a:p>
          <a:p>
            <a:r>
              <a:rPr lang="en-US" dirty="0"/>
              <a:t>List what agencies are currently testing ADAS in vehicles</a:t>
            </a:r>
          </a:p>
        </p:txBody>
      </p:sp>
    </p:spTree>
    <p:extLst>
      <p:ext uri="{BB962C8B-B14F-4D97-AF65-F5344CB8AC3E}">
        <p14:creationId xmlns:p14="http://schemas.microsoft.com/office/powerpoint/2010/main" val="2731873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CFD981B-1568-CD48-83E1-FE0129B6ED13}"/>
              </a:ext>
            </a:extLst>
          </p:cNvPr>
          <p:cNvSpPr/>
          <p:nvPr/>
        </p:nvSpPr>
        <p:spPr>
          <a:xfrm>
            <a:off x="4230" y="1"/>
            <a:ext cx="9135541" cy="5143500"/>
          </a:xfrm>
          <a:prstGeom prst="rect">
            <a:avLst/>
          </a:prstGeom>
          <a:solidFill>
            <a:srgbClr val="0965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pic>
        <p:nvPicPr>
          <p:cNvPr id="6" name="Picture Placeholder 6">
            <a:extLst>
              <a:ext uri="{FF2B5EF4-FFF2-40B4-BE49-F238E27FC236}">
                <a16:creationId xmlns:a16="http://schemas.microsoft.com/office/drawing/2014/main" id="{AB4FE790-B6F7-DB88-CB7C-E45DACC7328E}"/>
              </a:ext>
            </a:extLst>
          </p:cNvPr>
          <p:cNvPicPr>
            <a:picLocks noChangeAspect="1"/>
          </p:cNvPicPr>
          <p:nvPr/>
        </p:nvPicPr>
        <p:blipFill>
          <a:blip r:embed="rId2">
            <a:alphaModFix amt="65000"/>
            <a:extLst>
              <a:ext uri="{28A0092B-C50C-407E-A947-70E740481C1C}">
                <a14:useLocalDpi xmlns:a14="http://schemas.microsoft.com/office/drawing/2010/main" val="0"/>
              </a:ext>
            </a:extLst>
          </a:blip>
          <a:srcRect l="8547" t="6794" r="11909" b="3636"/>
          <a:stretch>
            <a:fillRect/>
          </a:stretch>
        </p:blipFill>
        <p:spPr>
          <a:xfrm>
            <a:off x="4230" y="0"/>
            <a:ext cx="9135541" cy="5143500"/>
          </a:xfrm>
          <a:prstGeom prst="rect">
            <a:avLst/>
          </a:prstGeom>
        </p:spPr>
      </p:pic>
      <p:sp>
        <p:nvSpPr>
          <p:cNvPr id="7" name="Rectangle 6">
            <a:extLst>
              <a:ext uri="{FF2B5EF4-FFF2-40B4-BE49-F238E27FC236}">
                <a16:creationId xmlns:a16="http://schemas.microsoft.com/office/drawing/2014/main" id="{76FC376D-1C92-2AC1-9B13-A869101C0B32}"/>
              </a:ext>
            </a:extLst>
          </p:cNvPr>
          <p:cNvSpPr/>
          <p:nvPr/>
        </p:nvSpPr>
        <p:spPr>
          <a:xfrm>
            <a:off x="4230" y="2426242"/>
            <a:ext cx="9135541" cy="621758"/>
          </a:xfrm>
          <a:prstGeom prst="rect">
            <a:avLst/>
          </a:prstGeom>
          <a:solidFill>
            <a:schemeClr val="tx1">
              <a:alpha val="9236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8" name="Title 1">
            <a:extLst>
              <a:ext uri="{FF2B5EF4-FFF2-40B4-BE49-F238E27FC236}">
                <a16:creationId xmlns:a16="http://schemas.microsoft.com/office/drawing/2014/main" id="{BC5C6604-EEB5-6C69-B809-E01F79E6017C}"/>
              </a:ext>
            </a:extLst>
          </p:cNvPr>
          <p:cNvSpPr txBox="1">
            <a:spLocks/>
          </p:cNvSpPr>
          <p:nvPr/>
        </p:nvSpPr>
        <p:spPr>
          <a:xfrm>
            <a:off x="1888329" y="2045686"/>
            <a:ext cx="7879404" cy="556699"/>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r>
              <a:rPr lang="en-US" sz="2400" b="1" dirty="0">
                <a:latin typeface="Verdana" panose="020B0604030504040204" pitchFamily="34" charset="0"/>
                <a:ea typeface="Verdana" panose="020B0604030504040204" pitchFamily="34" charset="0"/>
                <a:cs typeface="Verdana" panose="020B0604030504040204" pitchFamily="34" charset="0"/>
              </a:rPr>
              <a:t>The beginning was…</a:t>
            </a:r>
          </a:p>
        </p:txBody>
      </p:sp>
      <p:sp>
        <p:nvSpPr>
          <p:cNvPr id="9" name="Text Placeholder 2">
            <a:extLst>
              <a:ext uri="{FF2B5EF4-FFF2-40B4-BE49-F238E27FC236}">
                <a16:creationId xmlns:a16="http://schemas.microsoft.com/office/drawing/2014/main" id="{029CF3B0-0E1F-85F2-ADBE-CDCE06A967EE}"/>
              </a:ext>
            </a:extLst>
          </p:cNvPr>
          <p:cNvSpPr txBox="1">
            <a:spLocks/>
          </p:cNvSpPr>
          <p:nvPr/>
        </p:nvSpPr>
        <p:spPr>
          <a:xfrm>
            <a:off x="2837212" y="2461824"/>
            <a:ext cx="7879404" cy="557044"/>
          </a:xfrm>
          <a:prstGeom prst="rect">
            <a:avLst/>
          </a:prstGeom>
        </p:spPr>
        <p:txBody>
          <a:bodyPr lIns="0" tIns="0" rIns="0" bIns="0" anchor="ctr"/>
          <a:lstStyle>
            <a:lvl1pPr marL="0" indent="0" algn="l" defTabSz="685800" rtl="0" eaLnBrk="1" latinLnBrk="0" hangingPunct="1">
              <a:lnSpc>
                <a:spcPct val="90000"/>
              </a:lnSpc>
              <a:spcBef>
                <a:spcPts val="0"/>
              </a:spcBef>
              <a:buFont typeface="Arial" panose="020B0604020202020204" pitchFamily="34" charset="0"/>
              <a:buNone/>
              <a:defRPr sz="1600" b="1" i="0" kern="1200" spc="20" baseline="0">
                <a:solidFill>
                  <a:schemeClr val="bg2">
                    <a:lumMod val="60000"/>
                    <a:lumOff val="40000"/>
                  </a:schemeClr>
                </a:solidFill>
                <a:latin typeface="Verdana" panose="020B0604030504040204" pitchFamily="34" charset="0"/>
                <a:ea typeface="Verdana" panose="020B0604030504040204" pitchFamily="34" charset="0"/>
                <a:cs typeface="Verdana" panose="020B060403050404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100" b="0" i="1" dirty="0">
                <a:solidFill>
                  <a:srgbClr val="7BDAF5"/>
                </a:solidFill>
              </a:rPr>
              <a:t>Driver Assistance Systems</a:t>
            </a:r>
          </a:p>
        </p:txBody>
      </p:sp>
    </p:spTree>
    <p:extLst>
      <p:ext uri="{BB962C8B-B14F-4D97-AF65-F5344CB8AC3E}">
        <p14:creationId xmlns:p14="http://schemas.microsoft.com/office/powerpoint/2010/main" val="10757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8000" fill="hold"/>
                                        <p:tgtEl>
                                          <p:spTgt spid="6"/>
                                        </p:tgtEl>
                                      </p:cBhvr>
                                      <p:by x="120000" y="120000"/>
                                    </p:animScale>
                                  </p:childTnLst>
                                </p:cTn>
                              </p:par>
                              <p:par>
                                <p:cTn id="7" presetID="2" presetClass="entr" presetSubtype="8"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 calcmode="lin" valueType="num">
                                      <p:cBhvr additive="base">
                                        <p:cTn id="9" dur="1000" fill="hold"/>
                                        <p:tgtEl>
                                          <p:spTgt spid="7"/>
                                        </p:tgtEl>
                                        <p:attrNameLst>
                                          <p:attrName>ppt_x</p:attrName>
                                        </p:attrNameLst>
                                      </p:cBhvr>
                                      <p:tavLst>
                                        <p:tav tm="0">
                                          <p:val>
                                            <p:strVal val="0-#ppt_w/2"/>
                                          </p:val>
                                        </p:tav>
                                        <p:tav tm="100000">
                                          <p:val>
                                            <p:strVal val="#ppt_x"/>
                                          </p:val>
                                        </p:tav>
                                      </p:tavLst>
                                    </p:anim>
                                    <p:anim calcmode="lin" valueType="num">
                                      <p:cBhvr additive="base">
                                        <p:cTn id="10" dur="1000" fill="hold"/>
                                        <p:tgtEl>
                                          <p:spTgt spid="7"/>
                                        </p:tgtEl>
                                        <p:attrNameLst>
                                          <p:attrName>ppt_y</p:attrName>
                                        </p:attrNameLst>
                                      </p:cBhvr>
                                      <p:tavLst>
                                        <p:tav tm="0">
                                          <p:val>
                                            <p:strVal val="#ppt_y"/>
                                          </p:val>
                                        </p:tav>
                                        <p:tav tm="100000">
                                          <p:val>
                                            <p:strVal val="#ppt_y"/>
                                          </p:val>
                                        </p:tav>
                                      </p:tavLst>
                                    </p:anim>
                                  </p:childTnLst>
                                </p:cTn>
                              </p:par>
                              <p:par>
                                <p:cTn id="11" presetID="2" presetClass="entr" presetSubtype="8" fill="hold" grpId="0" nodeType="withEffect">
                                  <p:stCondLst>
                                    <p:cond delay="15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500" fill="hold"/>
                                        <p:tgtEl>
                                          <p:spTgt spid="8"/>
                                        </p:tgtEl>
                                        <p:attrNameLst>
                                          <p:attrName>ppt_x</p:attrName>
                                        </p:attrNameLst>
                                      </p:cBhvr>
                                      <p:tavLst>
                                        <p:tav tm="0">
                                          <p:val>
                                            <p:strVal val="0-#ppt_w/2"/>
                                          </p:val>
                                        </p:tav>
                                        <p:tav tm="100000">
                                          <p:val>
                                            <p:strVal val="#ppt_x"/>
                                          </p:val>
                                        </p:tav>
                                      </p:tavLst>
                                    </p:anim>
                                    <p:anim calcmode="lin" valueType="num">
                                      <p:cBhvr additive="base">
                                        <p:cTn id="14" dur="1500" fill="hold"/>
                                        <p:tgtEl>
                                          <p:spTgt spid="8"/>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350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1500" fill="hold"/>
                                        <p:tgtEl>
                                          <p:spTgt spid="9"/>
                                        </p:tgtEl>
                                        <p:attrNameLst>
                                          <p:attrName>ppt_x</p:attrName>
                                        </p:attrNameLst>
                                      </p:cBhvr>
                                      <p:tavLst>
                                        <p:tav tm="0">
                                          <p:val>
                                            <p:strVal val="1+#ppt_w/2"/>
                                          </p:val>
                                        </p:tav>
                                        <p:tav tm="100000">
                                          <p:val>
                                            <p:strVal val="#ppt_x"/>
                                          </p:val>
                                        </p:tav>
                                      </p:tavLst>
                                    </p:anim>
                                    <p:anim calcmode="lin" valueType="num">
                                      <p:cBhvr additive="base">
                                        <p:cTn id="1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BDAF5"/>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6EF863D-0B88-0100-A713-938BBA2A8933}"/>
              </a:ext>
            </a:extLst>
          </p:cNvPr>
          <p:cNvSpPr/>
          <p:nvPr/>
        </p:nvSpPr>
        <p:spPr>
          <a:xfrm>
            <a:off x="-1" y="0"/>
            <a:ext cx="8823325"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descr="A red triangle with an exclamation mark in a circle&#10;&#10;AI-generated content may be incorrect.">
            <a:extLst>
              <a:ext uri="{FF2B5EF4-FFF2-40B4-BE49-F238E27FC236}">
                <a16:creationId xmlns:a16="http://schemas.microsoft.com/office/drawing/2014/main" id="{5D4D85D9-09BB-6399-C4C7-7C3FD90B51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75879" y="3127480"/>
            <a:ext cx="1512034" cy="1430132"/>
          </a:xfrm>
          <a:prstGeom prst="rect">
            <a:avLst/>
          </a:prstGeom>
        </p:spPr>
      </p:pic>
      <p:sp>
        <p:nvSpPr>
          <p:cNvPr id="10" name="Title 1">
            <a:extLst>
              <a:ext uri="{FF2B5EF4-FFF2-40B4-BE49-F238E27FC236}">
                <a16:creationId xmlns:a16="http://schemas.microsoft.com/office/drawing/2014/main" id="{01FC37F6-36DA-E5B8-175A-3E42C7F42E2A}"/>
              </a:ext>
            </a:extLst>
          </p:cNvPr>
          <p:cNvSpPr txBox="1">
            <a:spLocks/>
          </p:cNvSpPr>
          <p:nvPr/>
        </p:nvSpPr>
        <p:spPr>
          <a:xfrm>
            <a:off x="389731" y="358007"/>
            <a:ext cx="7992705" cy="548637"/>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pPr algn="ctr"/>
            <a:r>
              <a:rPr lang="en-US" dirty="0"/>
              <a:t>Driver Assistance Systems (DAS)</a:t>
            </a:r>
          </a:p>
        </p:txBody>
      </p:sp>
      <p:sp>
        <p:nvSpPr>
          <p:cNvPr id="11" name="Content Placeholder 2">
            <a:extLst>
              <a:ext uri="{FF2B5EF4-FFF2-40B4-BE49-F238E27FC236}">
                <a16:creationId xmlns:a16="http://schemas.microsoft.com/office/drawing/2014/main" id="{1F857A35-FC85-0F3E-294E-2AA1CAE1287D}"/>
              </a:ext>
            </a:extLst>
          </p:cNvPr>
          <p:cNvSpPr txBox="1">
            <a:spLocks/>
          </p:cNvSpPr>
          <p:nvPr/>
        </p:nvSpPr>
        <p:spPr>
          <a:xfrm>
            <a:off x="2482037" y="967906"/>
            <a:ext cx="4138227" cy="1909406"/>
          </a:xfrm>
          <a:prstGeom prst="rect">
            <a:avLst/>
          </a:prstGeom>
        </p:spPr>
        <p:txBody>
          <a:bodyPr lIns="0" tIns="0" rIns="0" bIns="0" anchor="ctr">
            <a:normAutofit/>
          </a:bodyPr>
          <a:lstStyle>
            <a:lvl1pPr marL="0" indent="0" algn="l" defTabSz="914400" rtl="0" eaLnBrk="1" latinLnBrk="0" hangingPunct="1">
              <a:lnSpc>
                <a:spcPct val="110000"/>
              </a:lnSpc>
              <a:spcBef>
                <a:spcPts val="1200"/>
              </a:spcBef>
              <a:spcAft>
                <a:spcPts val="600"/>
              </a:spcAft>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342875"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685748"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028622"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371498"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spcBef>
                <a:spcPts val="600"/>
              </a:spcBef>
              <a:buFont typeface="Arial" panose="020B0604020202020204" pitchFamily="34" charset="0"/>
              <a:buChar char="•"/>
            </a:pPr>
            <a:r>
              <a:rPr lang="en-US" sz="1600" dirty="0">
                <a:solidFill>
                  <a:schemeClr val="bg1"/>
                </a:solidFill>
              </a:rPr>
              <a:t>Antilock Braking System (ABS)</a:t>
            </a:r>
          </a:p>
          <a:p>
            <a:pPr marL="228600" indent="-228600">
              <a:spcBef>
                <a:spcPts val="600"/>
              </a:spcBef>
              <a:buFont typeface="Arial" panose="020B0604020202020204" pitchFamily="34" charset="0"/>
              <a:buChar char="•"/>
            </a:pPr>
            <a:r>
              <a:rPr lang="en-US" sz="1600" dirty="0">
                <a:solidFill>
                  <a:schemeClr val="bg1"/>
                </a:solidFill>
              </a:rPr>
              <a:t>Traction Control System (TCS)</a:t>
            </a:r>
          </a:p>
          <a:p>
            <a:pPr marL="228600" indent="-228600">
              <a:spcBef>
                <a:spcPts val="600"/>
              </a:spcBef>
              <a:buFont typeface="Arial" panose="020B0604020202020204" pitchFamily="34" charset="0"/>
              <a:buChar char="•"/>
            </a:pPr>
            <a:r>
              <a:rPr lang="en-US" sz="1600" dirty="0">
                <a:solidFill>
                  <a:schemeClr val="bg1"/>
                </a:solidFill>
              </a:rPr>
              <a:t>Electronic Stability Control (ESC)</a:t>
            </a:r>
          </a:p>
        </p:txBody>
      </p:sp>
      <p:pic>
        <p:nvPicPr>
          <p:cNvPr id="14" name="Picture 13" descr="A red car on a black background&#10;&#10;AI-generated content may be incorrect.">
            <a:extLst>
              <a:ext uri="{FF2B5EF4-FFF2-40B4-BE49-F238E27FC236}">
                <a16:creationId xmlns:a16="http://schemas.microsoft.com/office/drawing/2014/main" id="{E283489D-7CA7-6CA6-02BE-F243255C19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5677" y="3132989"/>
            <a:ext cx="1440725" cy="1419115"/>
          </a:xfrm>
          <a:prstGeom prst="rect">
            <a:avLst/>
          </a:prstGeom>
        </p:spPr>
      </p:pic>
      <p:pic>
        <p:nvPicPr>
          <p:cNvPr id="16" name="Picture 15">
            <a:extLst>
              <a:ext uri="{FF2B5EF4-FFF2-40B4-BE49-F238E27FC236}">
                <a16:creationId xmlns:a16="http://schemas.microsoft.com/office/drawing/2014/main" id="{ED83148A-954E-1F60-4113-C476B5352F9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63128" y="3105903"/>
            <a:ext cx="1824988" cy="1473287"/>
          </a:xfrm>
          <a:prstGeom prst="rect">
            <a:avLst/>
          </a:prstGeom>
        </p:spPr>
      </p:pic>
    </p:spTree>
    <p:extLst>
      <p:ext uri="{BB962C8B-B14F-4D97-AF65-F5344CB8AC3E}">
        <p14:creationId xmlns:p14="http://schemas.microsoft.com/office/powerpoint/2010/main" val="1310092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CEDAAF-6D36-17C0-B667-E6E2A1F87B37}"/>
              </a:ext>
            </a:extLst>
          </p:cNvPr>
          <p:cNvSpPr>
            <a:spLocks noGrp="1"/>
          </p:cNvSpPr>
          <p:nvPr>
            <p:ph type="title"/>
          </p:nvPr>
        </p:nvSpPr>
        <p:spPr>
          <a:xfrm>
            <a:off x="308318" y="824149"/>
            <a:ext cx="8229755" cy="378062"/>
          </a:xfrm>
        </p:spPr>
        <p:txBody>
          <a:bodyPr>
            <a:normAutofit/>
          </a:bodyPr>
          <a:lstStyle/>
          <a:p>
            <a:r>
              <a:rPr lang="en-US" i="1" dirty="0"/>
              <a:t>Define ADAS:</a:t>
            </a:r>
            <a:r>
              <a:rPr lang="en-US" dirty="0"/>
              <a:t> </a:t>
            </a:r>
            <a:endParaRPr lang="en-US" dirty="0">
              <a:solidFill>
                <a:schemeClr val="tx1"/>
              </a:solidFill>
            </a:endParaRPr>
          </a:p>
        </p:txBody>
      </p:sp>
      <p:sp>
        <p:nvSpPr>
          <p:cNvPr id="7" name="Text Placeholder 6">
            <a:extLst>
              <a:ext uri="{FF2B5EF4-FFF2-40B4-BE49-F238E27FC236}">
                <a16:creationId xmlns:a16="http://schemas.microsoft.com/office/drawing/2014/main" id="{14020BB9-C38D-0465-9B70-0BACDDD5E3CE}"/>
              </a:ext>
            </a:extLst>
          </p:cNvPr>
          <p:cNvSpPr>
            <a:spLocks noGrp="1"/>
          </p:cNvSpPr>
          <p:nvPr>
            <p:ph type="body" sz="quarter" idx="10"/>
          </p:nvPr>
        </p:nvSpPr>
        <p:spPr>
          <a:xfrm>
            <a:off x="1126671" y="1396240"/>
            <a:ext cx="6727372" cy="2194219"/>
          </a:xfrm>
        </p:spPr>
        <p:txBody>
          <a:bodyPr/>
          <a:lstStyle/>
          <a:p>
            <a:r>
              <a:rPr lang="en-US" sz="1800" dirty="0">
                <a:solidFill>
                  <a:srgbClr val="7BDAF5"/>
                </a:solidFill>
              </a:rPr>
              <a:t>ADAS stands for </a:t>
            </a:r>
            <a:r>
              <a:rPr lang="en-US" sz="1800" b="1" dirty="0">
                <a:solidFill>
                  <a:srgbClr val="7BDAF5"/>
                </a:solidFill>
              </a:rPr>
              <a:t>A</a:t>
            </a:r>
            <a:r>
              <a:rPr lang="en-US" sz="1800" dirty="0">
                <a:solidFill>
                  <a:srgbClr val="7BDAF5"/>
                </a:solidFill>
              </a:rPr>
              <a:t>dvanced </a:t>
            </a:r>
            <a:r>
              <a:rPr lang="en-US" sz="1800" b="1" dirty="0">
                <a:solidFill>
                  <a:srgbClr val="7BDAF5"/>
                </a:solidFill>
              </a:rPr>
              <a:t>D</a:t>
            </a:r>
            <a:r>
              <a:rPr lang="en-US" sz="1800" dirty="0">
                <a:solidFill>
                  <a:srgbClr val="7BDAF5"/>
                </a:solidFill>
              </a:rPr>
              <a:t>river </a:t>
            </a:r>
            <a:r>
              <a:rPr lang="en-US" sz="1800" b="1" dirty="0">
                <a:solidFill>
                  <a:srgbClr val="7BDAF5"/>
                </a:solidFill>
              </a:rPr>
              <a:t>A</a:t>
            </a:r>
            <a:r>
              <a:rPr lang="en-US" sz="1800" dirty="0">
                <a:solidFill>
                  <a:srgbClr val="7BDAF5"/>
                </a:solidFill>
              </a:rPr>
              <a:t>ssistance </a:t>
            </a:r>
            <a:r>
              <a:rPr lang="en-US" sz="1800" b="1" dirty="0">
                <a:solidFill>
                  <a:srgbClr val="7BDAF5"/>
                </a:solidFill>
              </a:rPr>
              <a:t>S</a:t>
            </a:r>
            <a:r>
              <a:rPr lang="en-US" sz="1800" dirty="0">
                <a:solidFill>
                  <a:srgbClr val="7BDAF5"/>
                </a:solidFill>
              </a:rPr>
              <a:t>ystems</a:t>
            </a:r>
          </a:p>
          <a:p>
            <a:r>
              <a:rPr lang="en-US" sz="1500" dirty="0"/>
              <a:t>ADAS leverages DAS technology like ABS and ESC, so it is </a:t>
            </a:r>
            <a:br>
              <a:rPr lang="en-US" sz="1500" dirty="0"/>
            </a:br>
            <a:r>
              <a:rPr lang="en-US" sz="1500" dirty="0"/>
              <a:t>important to understand this technology.</a:t>
            </a:r>
          </a:p>
          <a:p>
            <a:endParaRPr lang="en-US" sz="1800" dirty="0">
              <a:solidFill>
                <a:schemeClr val="tx1"/>
              </a:solidFill>
            </a:endParaRPr>
          </a:p>
          <a:p>
            <a:endParaRPr lang="en-US" sz="1800" dirty="0">
              <a:solidFill>
                <a:schemeClr val="tx1"/>
              </a:solidFill>
            </a:endParaRPr>
          </a:p>
        </p:txBody>
      </p:sp>
    </p:spTree>
    <p:extLst>
      <p:ext uri="{BB962C8B-B14F-4D97-AF65-F5344CB8AC3E}">
        <p14:creationId xmlns:p14="http://schemas.microsoft.com/office/powerpoint/2010/main" val="200135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ED832-082D-41E5-A936-133392FC8E05}"/>
              </a:ext>
            </a:extLst>
          </p:cNvPr>
          <p:cNvSpPr>
            <a:spLocks noGrp="1"/>
          </p:cNvSpPr>
          <p:nvPr>
            <p:ph type="title"/>
          </p:nvPr>
        </p:nvSpPr>
        <p:spPr/>
        <p:txBody>
          <a:bodyPr/>
          <a:lstStyle/>
          <a:p>
            <a:r>
              <a:rPr lang="en-US" dirty="0"/>
              <a:t>Antilock Braking Systems (ABS)</a:t>
            </a:r>
          </a:p>
        </p:txBody>
      </p:sp>
      <p:sp>
        <p:nvSpPr>
          <p:cNvPr id="3" name="Content Placeholder 2">
            <a:extLst>
              <a:ext uri="{FF2B5EF4-FFF2-40B4-BE49-F238E27FC236}">
                <a16:creationId xmlns:a16="http://schemas.microsoft.com/office/drawing/2014/main" id="{B4EE1ED6-5F93-4716-BC8E-A5D1A8332B1E}"/>
              </a:ext>
            </a:extLst>
          </p:cNvPr>
          <p:cNvSpPr>
            <a:spLocks noGrp="1"/>
          </p:cNvSpPr>
          <p:nvPr>
            <p:ph type="body" sz="quarter" idx="10"/>
          </p:nvPr>
        </p:nvSpPr>
        <p:spPr>
          <a:xfrm>
            <a:off x="488290" y="1239805"/>
            <a:ext cx="4138227" cy="3760787"/>
          </a:xfrm>
        </p:spPr>
        <p:txBody>
          <a:bodyPr anchor="ctr">
            <a:normAutofit/>
          </a:bodyPr>
          <a:lstStyle/>
          <a:p>
            <a:pPr marL="182880" indent="-182880">
              <a:spcBef>
                <a:spcPts val="300"/>
              </a:spcBef>
              <a:buFont typeface="Arial" panose="020B0604020202020204" pitchFamily="34" charset="0"/>
              <a:buChar char="•"/>
            </a:pPr>
            <a:r>
              <a:rPr lang="en-US" sz="1500" dirty="0"/>
              <a:t>First developed for aircraft in the 1920s</a:t>
            </a:r>
          </a:p>
          <a:p>
            <a:pPr marL="182880" indent="-182880">
              <a:spcBef>
                <a:spcPts val="300"/>
              </a:spcBef>
              <a:buFont typeface="Arial" panose="020B0604020202020204" pitchFamily="34" charset="0"/>
              <a:buChar char="•"/>
            </a:pPr>
            <a:r>
              <a:rPr lang="en-US" sz="1500" dirty="0"/>
              <a:t>Implemented on motorcycles in the 1950s</a:t>
            </a:r>
          </a:p>
          <a:p>
            <a:pPr marL="182880" indent="-182880">
              <a:spcBef>
                <a:spcPts val="300"/>
              </a:spcBef>
              <a:buFont typeface="Arial" panose="020B0604020202020204" pitchFamily="34" charset="0"/>
              <a:buChar char="•"/>
            </a:pPr>
            <a:r>
              <a:rPr lang="en-US" sz="1500" dirty="0"/>
              <a:t>Were first equipped on the Ford Zodiac in the 1960s – COST!</a:t>
            </a:r>
          </a:p>
          <a:p>
            <a:pPr marL="182880" indent="-182880">
              <a:spcBef>
                <a:spcPts val="300"/>
              </a:spcBef>
              <a:buFont typeface="Arial" panose="020B0604020202020204" pitchFamily="34" charset="0"/>
              <a:buChar char="•"/>
            </a:pPr>
            <a:r>
              <a:rPr lang="en-US" sz="1500" dirty="0"/>
              <a:t>Cadillac added ABS in the 1970s as a premium add-on</a:t>
            </a:r>
          </a:p>
          <a:p>
            <a:pPr marL="182880" indent="-182880">
              <a:spcBef>
                <a:spcPts val="300"/>
              </a:spcBef>
              <a:buFont typeface="Arial" panose="020B0604020202020204" pitchFamily="34" charset="0"/>
              <a:buChar char="•"/>
            </a:pPr>
            <a:r>
              <a:rPr lang="en-US" sz="1500" dirty="0"/>
              <a:t>Finally became a mainstream safety feature in the 1990s</a:t>
            </a:r>
          </a:p>
        </p:txBody>
      </p:sp>
      <p:grpSp>
        <p:nvGrpSpPr>
          <p:cNvPr id="6" name="Group 5">
            <a:extLst>
              <a:ext uri="{FF2B5EF4-FFF2-40B4-BE49-F238E27FC236}">
                <a16:creationId xmlns:a16="http://schemas.microsoft.com/office/drawing/2014/main" id="{F5A2B0B4-C904-7737-E764-03F756E7926B}"/>
              </a:ext>
            </a:extLst>
          </p:cNvPr>
          <p:cNvGrpSpPr/>
          <p:nvPr/>
        </p:nvGrpSpPr>
        <p:grpSpPr>
          <a:xfrm>
            <a:off x="513100" y="1296513"/>
            <a:ext cx="7332448" cy="2672906"/>
            <a:chOff x="513100" y="1296513"/>
            <a:chExt cx="7332448" cy="2672906"/>
          </a:xfrm>
        </p:grpSpPr>
        <p:pic>
          <p:nvPicPr>
            <p:cNvPr id="4" name="Picture 3">
              <a:extLst>
                <a:ext uri="{FF2B5EF4-FFF2-40B4-BE49-F238E27FC236}">
                  <a16:creationId xmlns:a16="http://schemas.microsoft.com/office/drawing/2014/main" id="{827AA712-D6FE-4178-3F8E-F740A06697C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377769" y="1977216"/>
              <a:ext cx="2467779" cy="1992203"/>
            </a:xfrm>
            <a:prstGeom prst="rect">
              <a:avLst/>
            </a:prstGeom>
          </p:spPr>
        </p:pic>
        <p:sp>
          <p:nvSpPr>
            <p:cNvPr id="5" name="Content Placeholder 2">
              <a:extLst>
                <a:ext uri="{FF2B5EF4-FFF2-40B4-BE49-F238E27FC236}">
                  <a16:creationId xmlns:a16="http://schemas.microsoft.com/office/drawing/2014/main" id="{4686A303-0642-F94A-915C-033E80EFA43D}"/>
                </a:ext>
              </a:extLst>
            </p:cNvPr>
            <p:cNvSpPr txBox="1">
              <a:spLocks/>
            </p:cNvSpPr>
            <p:nvPr/>
          </p:nvSpPr>
          <p:spPr>
            <a:xfrm>
              <a:off x="513100" y="1296513"/>
              <a:ext cx="4138227" cy="298370"/>
            </a:xfrm>
            <a:prstGeom prst="rect">
              <a:avLst/>
            </a:prstGeom>
          </p:spPr>
          <p:txBody>
            <a:bodyPr lIns="0" tIns="0" rIns="0" bIns="0">
              <a:noAutofit/>
            </a:bodyPr>
            <a:lstStyle>
              <a:lvl1pPr marL="0" indent="0" algn="l" defTabSz="914400" rtl="0" eaLnBrk="1" latinLnBrk="0" hangingPunct="1">
                <a:lnSpc>
                  <a:spcPct val="110000"/>
                </a:lnSpc>
                <a:spcBef>
                  <a:spcPts val="1200"/>
                </a:spcBef>
                <a:spcAft>
                  <a:spcPts val="600"/>
                </a:spcAft>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342875"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685748"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028622"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371498"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1500" b="1" dirty="0"/>
                <a:t>Antilock Braking System (ABS)</a:t>
              </a:r>
            </a:p>
            <a:p>
              <a:pPr>
                <a:spcBef>
                  <a:spcPts val="600"/>
                </a:spcBef>
              </a:pPr>
              <a:endParaRPr lang="en-US" sz="1500" b="1" dirty="0"/>
            </a:p>
            <a:p>
              <a:pPr>
                <a:spcBef>
                  <a:spcPts val="600"/>
                </a:spcBef>
              </a:pPr>
              <a:endParaRPr lang="en-US" sz="1500" b="1" dirty="0"/>
            </a:p>
            <a:p>
              <a:pPr>
                <a:spcBef>
                  <a:spcPts val="600"/>
                </a:spcBef>
              </a:pPr>
              <a:endParaRPr lang="en-US" sz="1500" b="1" dirty="0"/>
            </a:p>
          </p:txBody>
        </p:sp>
      </p:grpSp>
    </p:spTree>
    <p:extLst>
      <p:ext uri="{BB962C8B-B14F-4D97-AF65-F5344CB8AC3E}">
        <p14:creationId xmlns:p14="http://schemas.microsoft.com/office/powerpoint/2010/main" val="284924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6F6D9-56E3-1EF4-C6B5-94447C7D7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4DCDE-4D56-7DFE-6FF8-E9AE093E139C}"/>
              </a:ext>
            </a:extLst>
          </p:cNvPr>
          <p:cNvSpPr>
            <a:spLocks noGrp="1"/>
          </p:cNvSpPr>
          <p:nvPr>
            <p:ph type="title"/>
          </p:nvPr>
        </p:nvSpPr>
        <p:spPr/>
        <p:txBody>
          <a:bodyPr/>
          <a:lstStyle/>
          <a:p>
            <a:r>
              <a:rPr lang="en-US" dirty="0"/>
              <a:t>TCS &amp; ESC</a:t>
            </a:r>
          </a:p>
        </p:txBody>
      </p:sp>
      <p:grpSp>
        <p:nvGrpSpPr>
          <p:cNvPr id="15" name="Group 14">
            <a:extLst>
              <a:ext uri="{FF2B5EF4-FFF2-40B4-BE49-F238E27FC236}">
                <a16:creationId xmlns:a16="http://schemas.microsoft.com/office/drawing/2014/main" id="{496E45EA-1C20-318F-707A-61A1493AE98C}"/>
              </a:ext>
            </a:extLst>
          </p:cNvPr>
          <p:cNvGrpSpPr/>
          <p:nvPr/>
        </p:nvGrpSpPr>
        <p:grpSpPr>
          <a:xfrm>
            <a:off x="396645" y="1277415"/>
            <a:ext cx="6868924" cy="3511468"/>
            <a:chOff x="396645" y="1277415"/>
            <a:chExt cx="6868924" cy="3511468"/>
          </a:xfrm>
        </p:grpSpPr>
        <p:sp>
          <p:nvSpPr>
            <p:cNvPr id="7" name="Content Placeholder 2">
              <a:extLst>
                <a:ext uri="{FF2B5EF4-FFF2-40B4-BE49-F238E27FC236}">
                  <a16:creationId xmlns:a16="http://schemas.microsoft.com/office/drawing/2014/main" id="{6B9631E2-1419-94EB-769D-FEF8C79431C7}"/>
                </a:ext>
              </a:extLst>
            </p:cNvPr>
            <p:cNvSpPr txBox="1">
              <a:spLocks/>
            </p:cNvSpPr>
            <p:nvPr/>
          </p:nvSpPr>
          <p:spPr>
            <a:xfrm>
              <a:off x="459937" y="1689917"/>
              <a:ext cx="4138227" cy="1191506"/>
            </a:xfrm>
            <a:prstGeom prst="rect">
              <a:avLst/>
            </a:prstGeom>
          </p:spPr>
          <p:txBody>
            <a:bodyPr lIns="0" tIns="0" rIns="0" bIns="0">
              <a:noAutofit/>
            </a:bodyPr>
            <a:lstStyle>
              <a:lvl1pPr marL="0" indent="0" algn="l" defTabSz="914400" rtl="0" eaLnBrk="1" latinLnBrk="0" hangingPunct="1">
                <a:lnSpc>
                  <a:spcPct val="110000"/>
                </a:lnSpc>
                <a:spcBef>
                  <a:spcPts val="1200"/>
                </a:spcBef>
                <a:spcAft>
                  <a:spcPts val="600"/>
                </a:spcAft>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342875"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685748"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028622"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371498"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pPr>
              <a:r>
                <a:rPr lang="en-US" sz="1500" b="1" dirty="0"/>
                <a:t>Traction Control System (TCS)</a:t>
              </a:r>
            </a:p>
            <a:p>
              <a:pPr>
                <a:lnSpc>
                  <a:spcPct val="100000"/>
                </a:lnSpc>
                <a:spcBef>
                  <a:spcPts val="600"/>
                </a:spcBef>
              </a:pPr>
              <a:r>
                <a:rPr lang="en-US" sz="1500" b="1" dirty="0"/>
                <a:t>Electronic Stability Control (ESC)</a:t>
              </a:r>
              <a:endParaRPr lang="en-US" sz="1500" dirty="0"/>
            </a:p>
          </p:txBody>
        </p:sp>
        <p:sp>
          <p:nvSpPr>
            <p:cNvPr id="8" name="Title 1">
              <a:extLst>
                <a:ext uri="{FF2B5EF4-FFF2-40B4-BE49-F238E27FC236}">
                  <a16:creationId xmlns:a16="http://schemas.microsoft.com/office/drawing/2014/main" id="{99CAC9D9-793E-78D8-E18E-B82DFD0189DE}"/>
                </a:ext>
              </a:extLst>
            </p:cNvPr>
            <p:cNvSpPr txBox="1">
              <a:spLocks/>
            </p:cNvSpPr>
            <p:nvPr/>
          </p:nvSpPr>
          <p:spPr>
            <a:xfrm>
              <a:off x="396645" y="2551815"/>
              <a:ext cx="3855053" cy="2237068"/>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10000"/>
                </a:lnSpc>
              </a:pPr>
              <a:r>
                <a:rPr lang="en-US" sz="1400" dirty="0">
                  <a:latin typeface="Verdana" panose="020B0604030504040204" pitchFamily="34" charset="0"/>
                </a:rPr>
                <a:t>These systems help keep the vehicle under control while the vehicle is </a:t>
              </a:r>
              <a:r>
                <a:rPr lang="en-US" sz="1400" b="1" dirty="0">
                  <a:latin typeface="Verdana" panose="020B0604030504040204" pitchFamily="34" charset="0"/>
                </a:rPr>
                <a:t>accelerating</a:t>
              </a:r>
              <a:r>
                <a:rPr lang="en-US" sz="1400" dirty="0">
                  <a:latin typeface="Verdana" panose="020B0604030504040204" pitchFamily="34" charset="0"/>
                </a:rPr>
                <a:t>. ESC keeps the vehicle headed in the driver's intended direction, even when the vehicle </a:t>
              </a:r>
              <a:r>
                <a:rPr lang="en-US" sz="1400" b="1" dirty="0">
                  <a:latin typeface="Verdana" panose="020B0604030504040204" pitchFamily="34" charset="0"/>
                </a:rPr>
                <a:t>nears or exceeds the limits</a:t>
              </a:r>
              <a:r>
                <a:rPr lang="en-US" sz="1400" dirty="0">
                  <a:latin typeface="Verdana" panose="020B0604030504040204" pitchFamily="34" charset="0"/>
                </a:rPr>
                <a:t> of road traction.</a:t>
              </a:r>
            </a:p>
          </p:txBody>
        </p:sp>
        <p:pic>
          <p:nvPicPr>
            <p:cNvPr id="9" name="Picture 8" descr="A red triangle with an exclamation mark in a circle&#10;&#10;AI-generated content may be incorrect.">
              <a:extLst>
                <a:ext uri="{FF2B5EF4-FFF2-40B4-BE49-F238E27FC236}">
                  <a16:creationId xmlns:a16="http://schemas.microsoft.com/office/drawing/2014/main" id="{681949E6-095F-AEE1-B92F-A551A48EC6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53535" y="1277415"/>
              <a:ext cx="1512034" cy="1430132"/>
            </a:xfrm>
            <a:prstGeom prst="rect">
              <a:avLst/>
            </a:prstGeom>
          </p:spPr>
        </p:pic>
        <p:pic>
          <p:nvPicPr>
            <p:cNvPr id="10" name="Picture 9" descr="A red car on a black background&#10;&#10;AI-generated content may be incorrect.">
              <a:extLst>
                <a:ext uri="{FF2B5EF4-FFF2-40B4-BE49-F238E27FC236}">
                  <a16:creationId xmlns:a16="http://schemas.microsoft.com/office/drawing/2014/main" id="{D5F166EA-A187-C962-22ED-D62A5B22E1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1520" y="3196784"/>
              <a:ext cx="1440725" cy="1419115"/>
            </a:xfrm>
            <a:prstGeom prst="rect">
              <a:avLst/>
            </a:prstGeom>
          </p:spPr>
        </p:pic>
      </p:grpSp>
    </p:spTree>
    <p:extLst>
      <p:ext uri="{BB962C8B-B14F-4D97-AF65-F5344CB8AC3E}">
        <p14:creationId xmlns:p14="http://schemas.microsoft.com/office/powerpoint/2010/main" val="3668248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9BD69-8937-964C-E2D8-3A721875AFD3}"/>
              </a:ext>
            </a:extLst>
          </p:cNvPr>
          <p:cNvSpPr>
            <a:spLocks noGrp="1"/>
          </p:cNvSpPr>
          <p:nvPr>
            <p:ph type="title"/>
          </p:nvPr>
        </p:nvSpPr>
        <p:spPr>
          <a:xfrm>
            <a:off x="820824" y="2344994"/>
            <a:ext cx="3793783" cy="945947"/>
          </a:xfrm>
        </p:spPr>
        <p:txBody>
          <a:bodyPr>
            <a:noAutofit/>
          </a:bodyPr>
          <a:lstStyle/>
          <a:p>
            <a:pPr algn="l"/>
            <a:r>
              <a:rPr lang="en-US" sz="2400" dirty="0"/>
              <a:t>Let’s not forget </a:t>
            </a:r>
            <a:br>
              <a:rPr lang="en-US" sz="2400" dirty="0"/>
            </a:br>
            <a:r>
              <a:rPr lang="en-US" sz="2400" dirty="0"/>
              <a:t>Cruise Control!</a:t>
            </a:r>
            <a:br>
              <a:rPr lang="en-US" sz="2400" dirty="0"/>
            </a:br>
            <a:endParaRPr lang="en-US" sz="2400" dirty="0"/>
          </a:p>
        </p:txBody>
      </p:sp>
    </p:spTree>
    <p:extLst>
      <p:ext uri="{BB962C8B-B14F-4D97-AF65-F5344CB8AC3E}">
        <p14:creationId xmlns:p14="http://schemas.microsoft.com/office/powerpoint/2010/main" val="3594624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ED832-082D-41E5-A936-133392FC8E05}"/>
              </a:ext>
            </a:extLst>
          </p:cNvPr>
          <p:cNvSpPr>
            <a:spLocks noGrp="1"/>
          </p:cNvSpPr>
          <p:nvPr>
            <p:ph type="title"/>
          </p:nvPr>
        </p:nvSpPr>
        <p:spPr/>
        <p:txBody>
          <a:bodyPr>
            <a:normAutofit/>
          </a:bodyPr>
          <a:lstStyle/>
          <a:p>
            <a:r>
              <a:rPr lang="en-US" sz="2100" dirty="0"/>
              <a:t>Cruise Control (CC)</a:t>
            </a:r>
          </a:p>
        </p:txBody>
      </p:sp>
      <p:sp>
        <p:nvSpPr>
          <p:cNvPr id="3" name="Content Placeholder 2">
            <a:extLst>
              <a:ext uri="{FF2B5EF4-FFF2-40B4-BE49-F238E27FC236}">
                <a16:creationId xmlns:a16="http://schemas.microsoft.com/office/drawing/2014/main" id="{B4EE1ED6-5F93-4716-BC8E-A5D1A8332B1E}"/>
              </a:ext>
            </a:extLst>
          </p:cNvPr>
          <p:cNvSpPr>
            <a:spLocks noGrp="1"/>
          </p:cNvSpPr>
          <p:nvPr>
            <p:ph type="body" sz="quarter" idx="10"/>
          </p:nvPr>
        </p:nvSpPr>
        <p:spPr>
          <a:xfrm>
            <a:off x="381964" y="967563"/>
            <a:ext cx="4735725" cy="3958603"/>
          </a:xfrm>
        </p:spPr>
        <p:txBody>
          <a:bodyPr anchor="ctr">
            <a:normAutofit/>
          </a:bodyPr>
          <a:lstStyle/>
          <a:p>
            <a:pPr marL="182880" indent="-182880">
              <a:spcBef>
                <a:spcPts val="300"/>
              </a:spcBef>
              <a:buFont typeface="Arial" panose="020B0604020202020204" pitchFamily="34" charset="0"/>
              <a:buChar char="•"/>
            </a:pPr>
            <a:r>
              <a:rPr lang="en-US" dirty="0"/>
              <a:t>Engineer Ralph Teetor developed in the 1940s</a:t>
            </a:r>
          </a:p>
          <a:p>
            <a:pPr marL="182880" indent="-182880">
              <a:spcBef>
                <a:spcPts val="300"/>
              </a:spcBef>
              <a:buFont typeface="Arial" panose="020B0604020202020204" pitchFamily="34" charset="0"/>
              <a:buChar char="•"/>
            </a:pPr>
            <a:r>
              <a:rPr lang="en-US" dirty="0"/>
              <a:t>Wanted to fix his lawyer’s jerky driving habits!</a:t>
            </a:r>
          </a:p>
          <a:p>
            <a:pPr marL="182880" indent="-182880">
              <a:spcBef>
                <a:spcPts val="300"/>
              </a:spcBef>
              <a:buFont typeface="Arial" panose="020B0604020202020204" pitchFamily="34" charset="0"/>
              <a:buChar char="•"/>
            </a:pPr>
            <a:r>
              <a:rPr lang="en-US" dirty="0"/>
              <a:t>Patented a “Speed Control Device” in 1950</a:t>
            </a:r>
          </a:p>
          <a:p>
            <a:pPr marL="182880" indent="-182880">
              <a:spcBef>
                <a:spcPts val="300"/>
              </a:spcBef>
              <a:buFont typeface="Arial" panose="020B0604020202020204" pitchFamily="34" charset="0"/>
              <a:buChar char="•"/>
            </a:pPr>
            <a:r>
              <a:rPr lang="en-US" dirty="0"/>
              <a:t>The 1958 Chrysler Imperial was first with CC</a:t>
            </a:r>
          </a:p>
          <a:p>
            <a:pPr marL="182880" indent="-182880">
              <a:spcBef>
                <a:spcPts val="300"/>
              </a:spcBef>
              <a:buFont typeface="Arial" panose="020B0604020202020204" pitchFamily="34" charset="0"/>
              <a:buChar char="•"/>
            </a:pPr>
            <a:r>
              <a:rPr lang="en-US" dirty="0"/>
              <a:t>Every major manufacturer offered it by the 1960s</a:t>
            </a:r>
          </a:p>
          <a:p>
            <a:pPr marL="182880" indent="-182880">
              <a:spcBef>
                <a:spcPts val="300"/>
              </a:spcBef>
              <a:buFont typeface="Arial" panose="020B0604020202020204" pitchFamily="34" charset="0"/>
              <a:buChar char="•"/>
            </a:pPr>
            <a:r>
              <a:rPr lang="en-US" dirty="0"/>
              <a:t>By the 1990s, cruise control was a very popular feature in passenger vehicles</a:t>
            </a:r>
          </a:p>
          <a:p>
            <a:pPr marL="182880" indent="-182880">
              <a:spcBef>
                <a:spcPts val="300"/>
              </a:spcBef>
              <a:buFont typeface="Arial" panose="020B0604020202020204" pitchFamily="34" charset="0"/>
              <a:buChar char="•"/>
            </a:pPr>
            <a:endParaRPr lang="en-US" dirty="0">
              <a:solidFill>
                <a:schemeClr val="tx1"/>
              </a:solidFill>
            </a:endParaRPr>
          </a:p>
        </p:txBody>
      </p:sp>
      <p:grpSp>
        <p:nvGrpSpPr>
          <p:cNvPr id="5" name="Group 4">
            <a:extLst>
              <a:ext uri="{FF2B5EF4-FFF2-40B4-BE49-F238E27FC236}">
                <a16:creationId xmlns:a16="http://schemas.microsoft.com/office/drawing/2014/main" id="{126E76E2-D4ED-70D7-E315-3C0BA124E83C}"/>
              </a:ext>
            </a:extLst>
          </p:cNvPr>
          <p:cNvGrpSpPr/>
          <p:nvPr/>
        </p:nvGrpSpPr>
        <p:grpSpPr>
          <a:xfrm>
            <a:off x="406096" y="571830"/>
            <a:ext cx="7896560" cy="4086601"/>
            <a:chOff x="406096" y="571830"/>
            <a:chExt cx="7896560" cy="4086601"/>
          </a:xfrm>
        </p:grpSpPr>
        <p:pic>
          <p:nvPicPr>
            <p:cNvPr id="1038" name="Picture 14">
              <a:extLst>
                <a:ext uri="{FF2B5EF4-FFF2-40B4-BE49-F238E27FC236}">
                  <a16:creationId xmlns:a16="http://schemas.microsoft.com/office/drawing/2014/main" id="{F148B288-E593-4F58-8D4F-72164208D275}"/>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flipH="1">
              <a:off x="5793372" y="571830"/>
              <a:ext cx="2149166" cy="3400287"/>
            </a:xfrm>
            <a:prstGeom prst="rect">
              <a:avLst/>
            </a:prstGeom>
            <a:noFill/>
            <a:ln w="25400">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820B1E9-518C-FD95-39B9-7183BF046E1F}"/>
                </a:ext>
              </a:extLst>
            </p:cNvPr>
            <p:cNvSpPr/>
            <p:nvPr/>
          </p:nvSpPr>
          <p:spPr>
            <a:xfrm>
              <a:off x="5453131" y="3939877"/>
              <a:ext cx="2849525" cy="595423"/>
            </a:xfrm>
            <a:prstGeom prst="rect">
              <a:avLst/>
            </a:prstGeom>
            <a:solidFill>
              <a:srgbClr val="0965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ntent Placeholder 2">
              <a:extLst>
                <a:ext uri="{FF2B5EF4-FFF2-40B4-BE49-F238E27FC236}">
                  <a16:creationId xmlns:a16="http://schemas.microsoft.com/office/drawing/2014/main" id="{0EB45193-5840-4E24-BF3F-3444E4F400D2}"/>
                </a:ext>
              </a:extLst>
            </p:cNvPr>
            <p:cNvSpPr txBox="1">
              <a:spLocks/>
            </p:cNvSpPr>
            <p:nvPr/>
          </p:nvSpPr>
          <p:spPr>
            <a:xfrm>
              <a:off x="406096" y="4477624"/>
              <a:ext cx="3094075" cy="180807"/>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700" dirty="0">
                  <a:latin typeface="Verdana" panose="020B0604030504040204" pitchFamily="34" charset="0"/>
                </a:rPr>
                <a:t>Source: https://360.here.com/the-evolution-of-cruise-control</a:t>
              </a:r>
            </a:p>
            <a:p>
              <a:pPr algn="ctr"/>
              <a:endParaRPr lang="en-US" sz="700" dirty="0">
                <a:latin typeface="Verdana" panose="020B0604030504040204" pitchFamily="34" charset="0"/>
              </a:endParaRPr>
            </a:p>
            <a:p>
              <a:pPr algn="ctr"/>
              <a:endParaRPr lang="en-US" sz="700" dirty="0">
                <a:latin typeface="Verdana" panose="020B0604030504040204" pitchFamily="34" charset="0"/>
              </a:endParaRPr>
            </a:p>
            <a:p>
              <a:pPr algn="ctr"/>
              <a:endParaRPr lang="en-US" sz="700" dirty="0">
                <a:latin typeface="Verdana" panose="020B0604030504040204" pitchFamily="34" charset="0"/>
              </a:endParaRPr>
            </a:p>
            <a:p>
              <a:pPr algn="ctr"/>
              <a:endParaRPr lang="en-US" sz="700" dirty="0">
                <a:latin typeface="Verdana" panose="020B0604030504040204" pitchFamily="34" charset="0"/>
              </a:endParaRPr>
            </a:p>
          </p:txBody>
        </p:sp>
        <p:sp>
          <p:nvSpPr>
            <p:cNvPr id="7" name="Content Placeholder 2">
              <a:extLst>
                <a:ext uri="{FF2B5EF4-FFF2-40B4-BE49-F238E27FC236}">
                  <a16:creationId xmlns:a16="http://schemas.microsoft.com/office/drawing/2014/main" id="{80193A91-88DD-4DFD-ADAB-83693A4228CA}"/>
                </a:ext>
              </a:extLst>
            </p:cNvPr>
            <p:cNvSpPr txBox="1">
              <a:spLocks/>
            </p:cNvSpPr>
            <p:nvPr/>
          </p:nvSpPr>
          <p:spPr>
            <a:xfrm>
              <a:off x="5619136" y="3961142"/>
              <a:ext cx="2566219" cy="563527"/>
            </a:xfrm>
            <a:prstGeom prst="rect">
              <a:avLst/>
            </a:prstGeom>
          </p:spPr>
          <p:txBody>
            <a:bodyPr vert="horz" lIns="68580" tIns="34290" rIns="68580" bIns="3429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200" b="1" i="1" dirty="0">
                  <a:solidFill>
                    <a:schemeClr val="bg1"/>
                  </a:solidFill>
                  <a:latin typeface="Verdana" panose="020B0604030504040204" pitchFamily="34" charset="0"/>
                </a:rPr>
                <a:t>Engineer Ralph Teetor was </a:t>
              </a:r>
              <a:br>
                <a:rPr lang="en-US" sz="1200" b="1" i="1" dirty="0">
                  <a:solidFill>
                    <a:schemeClr val="bg1"/>
                  </a:solidFill>
                  <a:latin typeface="Verdana" panose="020B0604030504040204" pitchFamily="34" charset="0"/>
                </a:rPr>
              </a:br>
              <a:r>
                <a:rPr lang="en-US" sz="1200" b="1" i="1" dirty="0">
                  <a:solidFill>
                    <a:schemeClr val="bg1"/>
                  </a:solidFill>
                  <a:latin typeface="Verdana" panose="020B0604030504040204" pitchFamily="34" charset="0"/>
                </a:rPr>
                <a:t>not only brilliant, but blind!</a:t>
              </a:r>
            </a:p>
          </p:txBody>
        </p:sp>
      </p:grpSp>
    </p:spTree>
    <p:extLst>
      <p:ext uri="{BB962C8B-B14F-4D97-AF65-F5344CB8AC3E}">
        <p14:creationId xmlns:p14="http://schemas.microsoft.com/office/powerpoint/2010/main" val="106491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1ADE29F-584C-592E-818A-BE834BD40EE2}"/>
              </a:ext>
            </a:extLst>
          </p:cNvPr>
          <p:cNvGrpSpPr/>
          <p:nvPr/>
        </p:nvGrpSpPr>
        <p:grpSpPr>
          <a:xfrm>
            <a:off x="1488341" y="792881"/>
            <a:ext cx="6039853" cy="4030579"/>
            <a:chOff x="1488341" y="792881"/>
            <a:chExt cx="6039853" cy="4030579"/>
          </a:xfrm>
        </p:grpSpPr>
        <p:sp>
          <p:nvSpPr>
            <p:cNvPr id="2" name="Isosceles Triangle 1">
              <a:extLst>
                <a:ext uri="{FF2B5EF4-FFF2-40B4-BE49-F238E27FC236}">
                  <a16:creationId xmlns:a16="http://schemas.microsoft.com/office/drawing/2014/main" id="{498C61B8-07B1-4611-8AF6-1B58EB8C225C}"/>
                </a:ext>
              </a:extLst>
            </p:cNvPr>
            <p:cNvSpPr/>
            <p:nvPr/>
          </p:nvSpPr>
          <p:spPr>
            <a:xfrm>
              <a:off x="1488341" y="792881"/>
              <a:ext cx="6039853" cy="4030579"/>
            </a:xfrm>
            <a:prstGeom prst="triangle">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Verdana" panose="020B0604030504040204" pitchFamily="34" charset="0"/>
              </a:endParaRPr>
            </a:p>
          </p:txBody>
        </p:sp>
        <p:cxnSp>
          <p:nvCxnSpPr>
            <p:cNvPr id="5" name="Straight Connector 4">
              <a:extLst>
                <a:ext uri="{FF2B5EF4-FFF2-40B4-BE49-F238E27FC236}">
                  <a16:creationId xmlns:a16="http://schemas.microsoft.com/office/drawing/2014/main" id="{180B26B5-C51A-40BC-81BB-9D61461F997B}"/>
                </a:ext>
              </a:extLst>
            </p:cNvPr>
            <p:cNvCxnSpPr>
              <a:cxnSpLocks/>
            </p:cNvCxnSpPr>
            <p:nvPr/>
          </p:nvCxnSpPr>
          <p:spPr>
            <a:xfrm>
              <a:off x="2774217" y="3110671"/>
              <a:ext cx="347111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815A234-1E25-461C-B544-AD465CC2C662}"/>
                </a:ext>
              </a:extLst>
            </p:cNvPr>
            <p:cNvSpPr txBox="1"/>
            <p:nvPr/>
          </p:nvSpPr>
          <p:spPr>
            <a:xfrm>
              <a:off x="2186173" y="3418071"/>
              <a:ext cx="4644189" cy="369332"/>
            </a:xfrm>
            <a:prstGeom prst="rect">
              <a:avLst/>
            </a:prstGeom>
            <a:noFill/>
          </p:spPr>
          <p:txBody>
            <a:bodyPr wrap="square">
              <a:spAutoFit/>
            </a:bodyPr>
            <a:lstStyle/>
            <a:p>
              <a:pPr algn="ctr"/>
              <a:r>
                <a:rPr lang="en-US" b="1" dirty="0">
                  <a:latin typeface="Verdana" panose="020B0604030504040204" pitchFamily="34" charset="0"/>
                </a:rPr>
                <a:t>Driver Assistance Systems</a:t>
              </a:r>
            </a:p>
          </p:txBody>
        </p:sp>
        <p:sp>
          <p:nvSpPr>
            <p:cNvPr id="3" name="TextBox 2">
              <a:extLst>
                <a:ext uri="{FF2B5EF4-FFF2-40B4-BE49-F238E27FC236}">
                  <a16:creationId xmlns:a16="http://schemas.microsoft.com/office/drawing/2014/main" id="{15B13A65-DFD3-4FFE-AA69-A6762EDD84F3}"/>
                </a:ext>
              </a:extLst>
            </p:cNvPr>
            <p:cNvSpPr txBox="1"/>
            <p:nvPr/>
          </p:nvSpPr>
          <p:spPr>
            <a:xfrm>
              <a:off x="2186174" y="4050723"/>
              <a:ext cx="1176088" cy="477054"/>
            </a:xfrm>
            <a:prstGeom prst="rect">
              <a:avLst/>
            </a:prstGeom>
            <a:noFill/>
          </p:spPr>
          <p:txBody>
            <a:bodyPr wrap="square">
              <a:spAutoFit/>
            </a:bodyPr>
            <a:lstStyle/>
            <a:p>
              <a:pPr algn="ctr"/>
              <a:r>
                <a:rPr lang="en-US" sz="2500" b="1" dirty="0">
                  <a:latin typeface="Verdana" panose="020B0604030504040204" pitchFamily="34" charset="0"/>
                </a:rPr>
                <a:t>ABS</a:t>
              </a:r>
            </a:p>
          </p:txBody>
        </p:sp>
        <p:sp>
          <p:nvSpPr>
            <p:cNvPr id="4" name="TextBox 3">
              <a:extLst>
                <a:ext uri="{FF2B5EF4-FFF2-40B4-BE49-F238E27FC236}">
                  <a16:creationId xmlns:a16="http://schemas.microsoft.com/office/drawing/2014/main" id="{0BA42333-F96F-41AD-8B19-E59899FF7A75}"/>
                </a:ext>
              </a:extLst>
            </p:cNvPr>
            <p:cNvSpPr txBox="1"/>
            <p:nvPr/>
          </p:nvSpPr>
          <p:spPr>
            <a:xfrm>
              <a:off x="3920224" y="4050723"/>
              <a:ext cx="1176088" cy="477054"/>
            </a:xfrm>
            <a:prstGeom prst="rect">
              <a:avLst/>
            </a:prstGeom>
            <a:noFill/>
          </p:spPr>
          <p:txBody>
            <a:bodyPr wrap="square">
              <a:spAutoFit/>
            </a:bodyPr>
            <a:lstStyle/>
            <a:p>
              <a:pPr algn="ctr"/>
              <a:r>
                <a:rPr lang="en-US" sz="2500" b="1" dirty="0">
                  <a:latin typeface="Verdana" panose="020B0604030504040204" pitchFamily="34" charset="0"/>
                </a:rPr>
                <a:t>ESC</a:t>
              </a:r>
            </a:p>
          </p:txBody>
        </p:sp>
        <p:sp>
          <p:nvSpPr>
            <p:cNvPr id="8" name="TextBox 7">
              <a:extLst>
                <a:ext uri="{FF2B5EF4-FFF2-40B4-BE49-F238E27FC236}">
                  <a16:creationId xmlns:a16="http://schemas.microsoft.com/office/drawing/2014/main" id="{FF45E833-A943-4225-9B30-0C4CE53DF515}"/>
                </a:ext>
              </a:extLst>
            </p:cNvPr>
            <p:cNvSpPr txBox="1"/>
            <p:nvPr/>
          </p:nvSpPr>
          <p:spPr>
            <a:xfrm>
              <a:off x="5639237" y="4050723"/>
              <a:ext cx="1176088" cy="477054"/>
            </a:xfrm>
            <a:prstGeom prst="rect">
              <a:avLst/>
            </a:prstGeom>
            <a:noFill/>
          </p:spPr>
          <p:txBody>
            <a:bodyPr wrap="square">
              <a:spAutoFit/>
            </a:bodyPr>
            <a:lstStyle/>
            <a:p>
              <a:pPr algn="ctr"/>
              <a:r>
                <a:rPr lang="en-US" sz="2500" b="1" dirty="0">
                  <a:latin typeface="Verdana" panose="020B0604030504040204" pitchFamily="34" charset="0"/>
                </a:rPr>
                <a:t>CC</a:t>
              </a:r>
            </a:p>
          </p:txBody>
        </p:sp>
      </p:grpSp>
      <p:sp>
        <p:nvSpPr>
          <p:cNvPr id="9" name="Title 8">
            <a:extLst>
              <a:ext uri="{FF2B5EF4-FFF2-40B4-BE49-F238E27FC236}">
                <a16:creationId xmlns:a16="http://schemas.microsoft.com/office/drawing/2014/main" id="{9C85EC34-8EFC-DF3F-2CD1-8EFD82936217}"/>
              </a:ext>
            </a:extLst>
          </p:cNvPr>
          <p:cNvSpPr>
            <a:spLocks noGrp="1"/>
          </p:cNvSpPr>
          <p:nvPr>
            <p:ph type="title"/>
          </p:nvPr>
        </p:nvSpPr>
        <p:spPr/>
        <p:txBody>
          <a:bodyPr/>
          <a:lstStyle/>
          <a:p>
            <a:pPr algn="ctr"/>
            <a:r>
              <a:rPr lang="en-US" dirty="0"/>
              <a:t>Types of Driver Assistance Systems</a:t>
            </a:r>
          </a:p>
        </p:txBody>
      </p:sp>
    </p:spTree>
    <p:extLst>
      <p:ext uri="{BB962C8B-B14F-4D97-AF65-F5344CB8AC3E}">
        <p14:creationId xmlns:p14="http://schemas.microsoft.com/office/powerpoint/2010/main" val="3135745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C85EC34-8EFC-DF3F-2CD1-8EFD82936217}"/>
              </a:ext>
            </a:extLst>
          </p:cNvPr>
          <p:cNvSpPr>
            <a:spLocks noGrp="1"/>
          </p:cNvSpPr>
          <p:nvPr>
            <p:ph type="title"/>
          </p:nvPr>
        </p:nvSpPr>
        <p:spPr/>
        <p:txBody>
          <a:bodyPr/>
          <a:lstStyle/>
          <a:p>
            <a:pPr algn="ctr"/>
            <a:r>
              <a:rPr lang="en-US" dirty="0"/>
              <a:t>Types of Driver Assistance Systems</a:t>
            </a:r>
          </a:p>
        </p:txBody>
      </p:sp>
      <p:grpSp>
        <p:nvGrpSpPr>
          <p:cNvPr id="10" name="Group 9">
            <a:extLst>
              <a:ext uri="{FF2B5EF4-FFF2-40B4-BE49-F238E27FC236}">
                <a16:creationId xmlns:a16="http://schemas.microsoft.com/office/drawing/2014/main" id="{5922ECAC-9C03-9536-63DD-D07730441B28}"/>
              </a:ext>
            </a:extLst>
          </p:cNvPr>
          <p:cNvGrpSpPr/>
          <p:nvPr/>
        </p:nvGrpSpPr>
        <p:grpSpPr>
          <a:xfrm>
            <a:off x="1393337" y="804756"/>
            <a:ext cx="6039853" cy="4030579"/>
            <a:chOff x="1393337" y="804756"/>
            <a:chExt cx="6039853" cy="4030579"/>
          </a:xfrm>
        </p:grpSpPr>
        <p:sp>
          <p:nvSpPr>
            <p:cNvPr id="2" name="Isosceles Triangle 1">
              <a:extLst>
                <a:ext uri="{FF2B5EF4-FFF2-40B4-BE49-F238E27FC236}">
                  <a16:creationId xmlns:a16="http://schemas.microsoft.com/office/drawing/2014/main" id="{498C61B8-07B1-4611-8AF6-1B58EB8C225C}"/>
                </a:ext>
              </a:extLst>
            </p:cNvPr>
            <p:cNvSpPr/>
            <p:nvPr/>
          </p:nvSpPr>
          <p:spPr>
            <a:xfrm>
              <a:off x="1393337" y="804756"/>
              <a:ext cx="6039853" cy="4030579"/>
            </a:xfrm>
            <a:prstGeom prst="triangle">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Verdana" panose="020B0604030504040204" pitchFamily="34" charset="0"/>
              </a:endParaRPr>
            </a:p>
          </p:txBody>
        </p:sp>
        <p:cxnSp>
          <p:nvCxnSpPr>
            <p:cNvPr id="5" name="Straight Connector 4">
              <a:extLst>
                <a:ext uri="{FF2B5EF4-FFF2-40B4-BE49-F238E27FC236}">
                  <a16:creationId xmlns:a16="http://schemas.microsoft.com/office/drawing/2014/main" id="{180B26B5-C51A-40BC-81BB-9D61461F997B}"/>
                </a:ext>
              </a:extLst>
            </p:cNvPr>
            <p:cNvCxnSpPr>
              <a:cxnSpLocks/>
            </p:cNvCxnSpPr>
            <p:nvPr/>
          </p:nvCxnSpPr>
          <p:spPr>
            <a:xfrm>
              <a:off x="2679213" y="3122546"/>
              <a:ext cx="347111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815A234-1E25-461C-B544-AD465CC2C662}"/>
                </a:ext>
              </a:extLst>
            </p:cNvPr>
            <p:cNvSpPr txBox="1"/>
            <p:nvPr/>
          </p:nvSpPr>
          <p:spPr>
            <a:xfrm>
              <a:off x="2091169" y="3429946"/>
              <a:ext cx="4644189" cy="369332"/>
            </a:xfrm>
            <a:prstGeom prst="rect">
              <a:avLst/>
            </a:prstGeom>
            <a:noFill/>
          </p:spPr>
          <p:txBody>
            <a:bodyPr wrap="square">
              <a:spAutoFit/>
            </a:bodyPr>
            <a:lstStyle/>
            <a:p>
              <a:pPr algn="ctr"/>
              <a:r>
                <a:rPr lang="en-US" b="1" dirty="0">
                  <a:latin typeface="Verdana" panose="020B0604030504040204" pitchFamily="34" charset="0"/>
                </a:rPr>
                <a:t>Driver Assistance Systems</a:t>
              </a:r>
            </a:p>
          </p:txBody>
        </p:sp>
        <p:sp>
          <p:nvSpPr>
            <p:cNvPr id="3" name="TextBox 2">
              <a:extLst>
                <a:ext uri="{FF2B5EF4-FFF2-40B4-BE49-F238E27FC236}">
                  <a16:creationId xmlns:a16="http://schemas.microsoft.com/office/drawing/2014/main" id="{15B13A65-DFD3-4FFE-AA69-A6762EDD84F3}"/>
                </a:ext>
              </a:extLst>
            </p:cNvPr>
            <p:cNvSpPr txBox="1"/>
            <p:nvPr/>
          </p:nvSpPr>
          <p:spPr>
            <a:xfrm>
              <a:off x="2091170" y="4062598"/>
              <a:ext cx="1176088" cy="477054"/>
            </a:xfrm>
            <a:prstGeom prst="rect">
              <a:avLst/>
            </a:prstGeom>
            <a:noFill/>
          </p:spPr>
          <p:txBody>
            <a:bodyPr wrap="square">
              <a:spAutoFit/>
            </a:bodyPr>
            <a:lstStyle/>
            <a:p>
              <a:pPr algn="ctr"/>
              <a:r>
                <a:rPr lang="en-US" sz="2500" b="1" dirty="0">
                  <a:latin typeface="Verdana" panose="020B0604030504040204" pitchFamily="34" charset="0"/>
                </a:rPr>
                <a:t>ABS</a:t>
              </a:r>
            </a:p>
          </p:txBody>
        </p:sp>
        <p:sp>
          <p:nvSpPr>
            <p:cNvPr id="4" name="TextBox 3">
              <a:extLst>
                <a:ext uri="{FF2B5EF4-FFF2-40B4-BE49-F238E27FC236}">
                  <a16:creationId xmlns:a16="http://schemas.microsoft.com/office/drawing/2014/main" id="{0BA42333-F96F-41AD-8B19-E59899FF7A75}"/>
                </a:ext>
              </a:extLst>
            </p:cNvPr>
            <p:cNvSpPr txBox="1"/>
            <p:nvPr/>
          </p:nvSpPr>
          <p:spPr>
            <a:xfrm>
              <a:off x="3825220" y="4062598"/>
              <a:ext cx="1176088" cy="477054"/>
            </a:xfrm>
            <a:prstGeom prst="rect">
              <a:avLst/>
            </a:prstGeom>
            <a:noFill/>
          </p:spPr>
          <p:txBody>
            <a:bodyPr wrap="square">
              <a:spAutoFit/>
            </a:bodyPr>
            <a:lstStyle/>
            <a:p>
              <a:pPr algn="ctr"/>
              <a:r>
                <a:rPr lang="en-US" sz="2500" b="1" dirty="0">
                  <a:latin typeface="Verdana" panose="020B0604030504040204" pitchFamily="34" charset="0"/>
                </a:rPr>
                <a:t>ESC</a:t>
              </a:r>
            </a:p>
          </p:txBody>
        </p:sp>
        <p:sp>
          <p:nvSpPr>
            <p:cNvPr id="8" name="TextBox 7">
              <a:extLst>
                <a:ext uri="{FF2B5EF4-FFF2-40B4-BE49-F238E27FC236}">
                  <a16:creationId xmlns:a16="http://schemas.microsoft.com/office/drawing/2014/main" id="{FF45E833-A943-4225-9B30-0C4CE53DF515}"/>
                </a:ext>
              </a:extLst>
            </p:cNvPr>
            <p:cNvSpPr txBox="1"/>
            <p:nvPr/>
          </p:nvSpPr>
          <p:spPr>
            <a:xfrm>
              <a:off x="5544233" y="4062598"/>
              <a:ext cx="1176088" cy="477054"/>
            </a:xfrm>
            <a:prstGeom prst="rect">
              <a:avLst/>
            </a:prstGeom>
            <a:noFill/>
          </p:spPr>
          <p:txBody>
            <a:bodyPr wrap="square">
              <a:spAutoFit/>
            </a:bodyPr>
            <a:lstStyle/>
            <a:p>
              <a:pPr algn="ctr"/>
              <a:r>
                <a:rPr lang="en-US" sz="2500" b="1" dirty="0">
                  <a:latin typeface="Verdana" panose="020B0604030504040204" pitchFamily="34" charset="0"/>
                </a:rPr>
                <a:t>CC</a:t>
              </a:r>
            </a:p>
          </p:txBody>
        </p:sp>
        <p:sp>
          <p:nvSpPr>
            <p:cNvPr id="6" name="TextBox 5">
              <a:extLst>
                <a:ext uri="{FF2B5EF4-FFF2-40B4-BE49-F238E27FC236}">
                  <a16:creationId xmlns:a16="http://schemas.microsoft.com/office/drawing/2014/main" id="{5787B4FD-F40C-4065-86E9-0DB5BA865526}"/>
                </a:ext>
              </a:extLst>
            </p:cNvPr>
            <p:cNvSpPr txBox="1"/>
            <p:nvPr/>
          </p:nvSpPr>
          <p:spPr>
            <a:xfrm>
              <a:off x="3432314" y="2099358"/>
              <a:ext cx="1946862" cy="523220"/>
            </a:xfrm>
            <a:prstGeom prst="rect">
              <a:avLst/>
            </a:prstGeom>
            <a:noFill/>
          </p:spPr>
          <p:txBody>
            <a:bodyPr wrap="square">
              <a:spAutoFit/>
            </a:bodyPr>
            <a:lstStyle/>
            <a:p>
              <a:pPr algn="ctr"/>
              <a:r>
                <a:rPr lang="en-US" sz="2800" b="1" dirty="0">
                  <a:solidFill>
                    <a:schemeClr val="bg2"/>
                  </a:solidFill>
                  <a:latin typeface="Verdana" panose="020B0604030504040204" pitchFamily="34" charset="0"/>
                </a:rPr>
                <a:t>ADAS</a:t>
              </a:r>
            </a:p>
          </p:txBody>
        </p:sp>
      </p:grpSp>
    </p:spTree>
    <p:extLst>
      <p:ext uri="{BB962C8B-B14F-4D97-AF65-F5344CB8AC3E}">
        <p14:creationId xmlns:p14="http://schemas.microsoft.com/office/powerpoint/2010/main" val="3326965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C85EC34-8EFC-DF3F-2CD1-8EFD82936217}"/>
              </a:ext>
            </a:extLst>
          </p:cNvPr>
          <p:cNvSpPr>
            <a:spLocks noGrp="1"/>
          </p:cNvSpPr>
          <p:nvPr>
            <p:ph type="title"/>
          </p:nvPr>
        </p:nvSpPr>
        <p:spPr/>
        <p:txBody>
          <a:bodyPr/>
          <a:lstStyle/>
          <a:p>
            <a:pPr algn="ctr"/>
            <a:r>
              <a:rPr lang="en-US" dirty="0"/>
              <a:t>Types of Driver Assistance Systems</a:t>
            </a:r>
          </a:p>
        </p:txBody>
      </p:sp>
      <p:grpSp>
        <p:nvGrpSpPr>
          <p:cNvPr id="14" name="Group 13">
            <a:extLst>
              <a:ext uri="{FF2B5EF4-FFF2-40B4-BE49-F238E27FC236}">
                <a16:creationId xmlns:a16="http://schemas.microsoft.com/office/drawing/2014/main" id="{35837DA2-037E-5220-800F-AB76C858AA6A}"/>
              </a:ext>
            </a:extLst>
          </p:cNvPr>
          <p:cNvGrpSpPr/>
          <p:nvPr/>
        </p:nvGrpSpPr>
        <p:grpSpPr>
          <a:xfrm>
            <a:off x="1464589" y="769130"/>
            <a:ext cx="6039853" cy="4030579"/>
            <a:chOff x="1464589" y="769130"/>
            <a:chExt cx="6039853" cy="4030579"/>
          </a:xfrm>
        </p:grpSpPr>
        <p:sp>
          <p:nvSpPr>
            <p:cNvPr id="2" name="Isosceles Triangle 1">
              <a:extLst>
                <a:ext uri="{FF2B5EF4-FFF2-40B4-BE49-F238E27FC236}">
                  <a16:creationId xmlns:a16="http://schemas.microsoft.com/office/drawing/2014/main" id="{498C61B8-07B1-4611-8AF6-1B58EB8C225C}"/>
                </a:ext>
              </a:extLst>
            </p:cNvPr>
            <p:cNvSpPr/>
            <p:nvPr/>
          </p:nvSpPr>
          <p:spPr>
            <a:xfrm>
              <a:off x="1464589" y="769130"/>
              <a:ext cx="6039853" cy="4030579"/>
            </a:xfrm>
            <a:prstGeom prst="triangle">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Verdana" panose="020B0604030504040204" pitchFamily="34" charset="0"/>
              </a:endParaRPr>
            </a:p>
          </p:txBody>
        </p:sp>
        <p:cxnSp>
          <p:nvCxnSpPr>
            <p:cNvPr id="5" name="Straight Connector 4">
              <a:extLst>
                <a:ext uri="{FF2B5EF4-FFF2-40B4-BE49-F238E27FC236}">
                  <a16:creationId xmlns:a16="http://schemas.microsoft.com/office/drawing/2014/main" id="{180B26B5-C51A-40BC-81BB-9D61461F997B}"/>
                </a:ext>
              </a:extLst>
            </p:cNvPr>
            <p:cNvCxnSpPr>
              <a:cxnSpLocks/>
            </p:cNvCxnSpPr>
            <p:nvPr/>
          </p:nvCxnSpPr>
          <p:spPr>
            <a:xfrm>
              <a:off x="2750465" y="3086920"/>
              <a:ext cx="347111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815A234-1E25-461C-B544-AD465CC2C662}"/>
                </a:ext>
              </a:extLst>
            </p:cNvPr>
            <p:cNvSpPr txBox="1"/>
            <p:nvPr/>
          </p:nvSpPr>
          <p:spPr>
            <a:xfrm>
              <a:off x="2162421" y="3394320"/>
              <a:ext cx="4644189" cy="369332"/>
            </a:xfrm>
            <a:prstGeom prst="rect">
              <a:avLst/>
            </a:prstGeom>
            <a:noFill/>
          </p:spPr>
          <p:txBody>
            <a:bodyPr wrap="square">
              <a:spAutoFit/>
            </a:bodyPr>
            <a:lstStyle/>
            <a:p>
              <a:pPr algn="ctr"/>
              <a:r>
                <a:rPr lang="en-US" b="1" dirty="0">
                  <a:latin typeface="Verdana" panose="020B0604030504040204" pitchFamily="34" charset="0"/>
                </a:rPr>
                <a:t>Driver Assistance Systems</a:t>
              </a:r>
            </a:p>
          </p:txBody>
        </p:sp>
        <p:sp>
          <p:nvSpPr>
            <p:cNvPr id="3" name="TextBox 2">
              <a:extLst>
                <a:ext uri="{FF2B5EF4-FFF2-40B4-BE49-F238E27FC236}">
                  <a16:creationId xmlns:a16="http://schemas.microsoft.com/office/drawing/2014/main" id="{15B13A65-DFD3-4FFE-AA69-A6762EDD84F3}"/>
                </a:ext>
              </a:extLst>
            </p:cNvPr>
            <p:cNvSpPr txBox="1"/>
            <p:nvPr/>
          </p:nvSpPr>
          <p:spPr>
            <a:xfrm>
              <a:off x="2209923" y="4026972"/>
              <a:ext cx="1176088" cy="477054"/>
            </a:xfrm>
            <a:prstGeom prst="rect">
              <a:avLst/>
            </a:prstGeom>
            <a:noFill/>
          </p:spPr>
          <p:txBody>
            <a:bodyPr wrap="square">
              <a:spAutoFit/>
            </a:bodyPr>
            <a:lstStyle/>
            <a:p>
              <a:pPr algn="ctr"/>
              <a:r>
                <a:rPr lang="en-US" sz="2500" b="1" dirty="0">
                  <a:latin typeface="Verdana" panose="020B0604030504040204" pitchFamily="34" charset="0"/>
                </a:rPr>
                <a:t>ABS</a:t>
              </a:r>
            </a:p>
          </p:txBody>
        </p:sp>
        <p:sp>
          <p:nvSpPr>
            <p:cNvPr id="4" name="TextBox 3">
              <a:extLst>
                <a:ext uri="{FF2B5EF4-FFF2-40B4-BE49-F238E27FC236}">
                  <a16:creationId xmlns:a16="http://schemas.microsoft.com/office/drawing/2014/main" id="{0BA42333-F96F-41AD-8B19-E59899FF7A75}"/>
                </a:ext>
              </a:extLst>
            </p:cNvPr>
            <p:cNvSpPr txBox="1"/>
            <p:nvPr/>
          </p:nvSpPr>
          <p:spPr>
            <a:xfrm>
              <a:off x="3943973" y="4026972"/>
              <a:ext cx="1176088" cy="477054"/>
            </a:xfrm>
            <a:prstGeom prst="rect">
              <a:avLst/>
            </a:prstGeom>
            <a:noFill/>
          </p:spPr>
          <p:txBody>
            <a:bodyPr wrap="square">
              <a:spAutoFit/>
            </a:bodyPr>
            <a:lstStyle/>
            <a:p>
              <a:pPr algn="ctr"/>
              <a:r>
                <a:rPr lang="en-US" sz="2500" b="1" dirty="0">
                  <a:latin typeface="Verdana" panose="020B0604030504040204" pitchFamily="34" charset="0"/>
                </a:rPr>
                <a:t>ESC</a:t>
              </a:r>
            </a:p>
          </p:txBody>
        </p:sp>
        <p:sp>
          <p:nvSpPr>
            <p:cNvPr id="8" name="TextBox 7">
              <a:extLst>
                <a:ext uri="{FF2B5EF4-FFF2-40B4-BE49-F238E27FC236}">
                  <a16:creationId xmlns:a16="http://schemas.microsoft.com/office/drawing/2014/main" id="{FF45E833-A943-4225-9B30-0C4CE53DF515}"/>
                </a:ext>
              </a:extLst>
            </p:cNvPr>
            <p:cNvSpPr txBox="1"/>
            <p:nvPr/>
          </p:nvSpPr>
          <p:spPr>
            <a:xfrm>
              <a:off x="5615485" y="4026972"/>
              <a:ext cx="1176088" cy="477054"/>
            </a:xfrm>
            <a:prstGeom prst="rect">
              <a:avLst/>
            </a:prstGeom>
            <a:noFill/>
          </p:spPr>
          <p:txBody>
            <a:bodyPr wrap="square">
              <a:spAutoFit/>
            </a:bodyPr>
            <a:lstStyle/>
            <a:p>
              <a:pPr algn="ctr"/>
              <a:r>
                <a:rPr lang="en-US" sz="2500" b="1" dirty="0">
                  <a:latin typeface="Verdana" panose="020B0604030504040204" pitchFamily="34" charset="0"/>
                </a:rPr>
                <a:t>CC</a:t>
              </a:r>
            </a:p>
          </p:txBody>
        </p:sp>
        <p:sp>
          <p:nvSpPr>
            <p:cNvPr id="6" name="TextBox 5">
              <a:extLst>
                <a:ext uri="{FF2B5EF4-FFF2-40B4-BE49-F238E27FC236}">
                  <a16:creationId xmlns:a16="http://schemas.microsoft.com/office/drawing/2014/main" id="{5787B4FD-F40C-4065-86E9-0DB5BA865526}"/>
                </a:ext>
              </a:extLst>
            </p:cNvPr>
            <p:cNvSpPr txBox="1"/>
            <p:nvPr/>
          </p:nvSpPr>
          <p:spPr>
            <a:xfrm>
              <a:off x="3503566" y="1790599"/>
              <a:ext cx="1946862" cy="523220"/>
            </a:xfrm>
            <a:prstGeom prst="rect">
              <a:avLst/>
            </a:prstGeom>
            <a:noFill/>
          </p:spPr>
          <p:txBody>
            <a:bodyPr wrap="square">
              <a:spAutoFit/>
            </a:bodyPr>
            <a:lstStyle/>
            <a:p>
              <a:pPr algn="ctr"/>
              <a:r>
                <a:rPr lang="en-US" sz="2800" b="1" dirty="0">
                  <a:solidFill>
                    <a:schemeClr val="bg2"/>
                  </a:solidFill>
                  <a:latin typeface="Verdana" panose="020B0604030504040204" pitchFamily="34" charset="0"/>
                </a:rPr>
                <a:t>ADAS</a:t>
              </a:r>
            </a:p>
          </p:txBody>
        </p:sp>
        <p:sp>
          <p:nvSpPr>
            <p:cNvPr id="10" name="TextBox 9">
              <a:extLst>
                <a:ext uri="{FF2B5EF4-FFF2-40B4-BE49-F238E27FC236}">
                  <a16:creationId xmlns:a16="http://schemas.microsoft.com/office/drawing/2014/main" id="{0E37C4A7-AD02-1443-03A4-85CF9CCD2B01}"/>
                </a:ext>
              </a:extLst>
            </p:cNvPr>
            <p:cNvSpPr txBox="1"/>
            <p:nvPr/>
          </p:nvSpPr>
          <p:spPr>
            <a:xfrm>
              <a:off x="2970477" y="2513754"/>
              <a:ext cx="1176088" cy="430887"/>
            </a:xfrm>
            <a:prstGeom prst="rect">
              <a:avLst/>
            </a:prstGeom>
            <a:noFill/>
          </p:spPr>
          <p:txBody>
            <a:bodyPr wrap="square">
              <a:spAutoFit/>
            </a:bodyPr>
            <a:lstStyle/>
            <a:p>
              <a:pPr algn="ctr"/>
              <a:r>
                <a:rPr lang="en-US" sz="2200" b="1" dirty="0">
                  <a:solidFill>
                    <a:schemeClr val="bg2"/>
                  </a:solidFill>
                  <a:latin typeface="Verdana" panose="020B0604030504040204" pitchFamily="34" charset="0"/>
                </a:rPr>
                <a:t>ACC</a:t>
              </a:r>
            </a:p>
          </p:txBody>
        </p:sp>
        <p:sp>
          <p:nvSpPr>
            <p:cNvPr id="12" name="TextBox 11">
              <a:extLst>
                <a:ext uri="{FF2B5EF4-FFF2-40B4-BE49-F238E27FC236}">
                  <a16:creationId xmlns:a16="http://schemas.microsoft.com/office/drawing/2014/main" id="{67056695-7110-AB57-8A52-58A65A32B8E9}"/>
                </a:ext>
              </a:extLst>
            </p:cNvPr>
            <p:cNvSpPr txBox="1"/>
            <p:nvPr/>
          </p:nvSpPr>
          <p:spPr>
            <a:xfrm>
              <a:off x="3825155" y="2505469"/>
              <a:ext cx="1176088" cy="430887"/>
            </a:xfrm>
            <a:prstGeom prst="rect">
              <a:avLst/>
            </a:prstGeom>
            <a:noFill/>
          </p:spPr>
          <p:txBody>
            <a:bodyPr wrap="square">
              <a:spAutoFit/>
            </a:bodyPr>
            <a:lstStyle/>
            <a:p>
              <a:pPr algn="ctr"/>
              <a:r>
                <a:rPr lang="en-US" sz="2200" b="1" dirty="0">
                  <a:solidFill>
                    <a:schemeClr val="bg2"/>
                  </a:solidFill>
                  <a:latin typeface="Verdana" panose="020B0604030504040204" pitchFamily="34" charset="0"/>
                </a:rPr>
                <a:t>AEB</a:t>
              </a:r>
            </a:p>
          </p:txBody>
        </p:sp>
        <p:sp>
          <p:nvSpPr>
            <p:cNvPr id="13" name="TextBox 12">
              <a:extLst>
                <a:ext uri="{FF2B5EF4-FFF2-40B4-BE49-F238E27FC236}">
                  <a16:creationId xmlns:a16="http://schemas.microsoft.com/office/drawing/2014/main" id="{A2F9A441-91F8-5329-C3FA-A24E16AB6E55}"/>
                </a:ext>
              </a:extLst>
            </p:cNvPr>
            <p:cNvSpPr txBox="1"/>
            <p:nvPr/>
          </p:nvSpPr>
          <p:spPr>
            <a:xfrm>
              <a:off x="4715459" y="2501192"/>
              <a:ext cx="1176088" cy="430887"/>
            </a:xfrm>
            <a:prstGeom prst="rect">
              <a:avLst/>
            </a:prstGeom>
            <a:noFill/>
          </p:spPr>
          <p:txBody>
            <a:bodyPr wrap="square">
              <a:spAutoFit/>
            </a:bodyPr>
            <a:lstStyle/>
            <a:p>
              <a:pPr algn="ctr"/>
              <a:r>
                <a:rPr lang="en-US" sz="2200" b="1" dirty="0">
                  <a:solidFill>
                    <a:schemeClr val="bg2"/>
                  </a:solidFill>
                  <a:latin typeface="Verdana" panose="020B0604030504040204" pitchFamily="34" charset="0"/>
                </a:rPr>
                <a:t>LKAS</a:t>
              </a:r>
            </a:p>
          </p:txBody>
        </p:sp>
      </p:grpSp>
    </p:spTree>
    <p:extLst>
      <p:ext uri="{BB962C8B-B14F-4D97-AF65-F5344CB8AC3E}">
        <p14:creationId xmlns:p14="http://schemas.microsoft.com/office/powerpoint/2010/main" val="2225758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C85EC34-8EFC-DF3F-2CD1-8EFD82936217}"/>
              </a:ext>
            </a:extLst>
          </p:cNvPr>
          <p:cNvSpPr>
            <a:spLocks noGrp="1"/>
          </p:cNvSpPr>
          <p:nvPr>
            <p:ph type="title"/>
          </p:nvPr>
        </p:nvSpPr>
        <p:spPr/>
        <p:txBody>
          <a:bodyPr/>
          <a:lstStyle/>
          <a:p>
            <a:pPr algn="ctr"/>
            <a:r>
              <a:rPr lang="en-US" dirty="0"/>
              <a:t>Types of Driver Assistance Systems</a:t>
            </a:r>
          </a:p>
        </p:txBody>
      </p:sp>
      <p:grpSp>
        <p:nvGrpSpPr>
          <p:cNvPr id="10" name="Group 9">
            <a:extLst>
              <a:ext uri="{FF2B5EF4-FFF2-40B4-BE49-F238E27FC236}">
                <a16:creationId xmlns:a16="http://schemas.microsoft.com/office/drawing/2014/main" id="{1F276DFC-35AE-DF0B-3E46-041D1C32C513}"/>
              </a:ext>
            </a:extLst>
          </p:cNvPr>
          <p:cNvGrpSpPr/>
          <p:nvPr/>
        </p:nvGrpSpPr>
        <p:grpSpPr>
          <a:xfrm>
            <a:off x="1476464" y="804756"/>
            <a:ext cx="6039853" cy="4030579"/>
            <a:chOff x="1476464" y="804756"/>
            <a:chExt cx="6039853" cy="4030579"/>
          </a:xfrm>
        </p:grpSpPr>
        <p:sp>
          <p:nvSpPr>
            <p:cNvPr id="2" name="Isosceles Triangle 1">
              <a:extLst>
                <a:ext uri="{FF2B5EF4-FFF2-40B4-BE49-F238E27FC236}">
                  <a16:creationId xmlns:a16="http://schemas.microsoft.com/office/drawing/2014/main" id="{498C61B8-07B1-4611-8AF6-1B58EB8C225C}"/>
                </a:ext>
              </a:extLst>
            </p:cNvPr>
            <p:cNvSpPr/>
            <p:nvPr/>
          </p:nvSpPr>
          <p:spPr>
            <a:xfrm>
              <a:off x="1476464" y="804756"/>
              <a:ext cx="6039853" cy="4030579"/>
            </a:xfrm>
            <a:prstGeom prst="triangle">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Verdana" panose="020B0604030504040204" pitchFamily="34" charset="0"/>
              </a:endParaRPr>
            </a:p>
          </p:txBody>
        </p:sp>
        <p:cxnSp>
          <p:nvCxnSpPr>
            <p:cNvPr id="5" name="Straight Connector 4">
              <a:extLst>
                <a:ext uri="{FF2B5EF4-FFF2-40B4-BE49-F238E27FC236}">
                  <a16:creationId xmlns:a16="http://schemas.microsoft.com/office/drawing/2014/main" id="{180B26B5-C51A-40BC-81BB-9D61461F997B}"/>
                </a:ext>
              </a:extLst>
            </p:cNvPr>
            <p:cNvCxnSpPr>
              <a:cxnSpLocks/>
            </p:cNvCxnSpPr>
            <p:nvPr/>
          </p:nvCxnSpPr>
          <p:spPr>
            <a:xfrm>
              <a:off x="2762340" y="3122546"/>
              <a:ext cx="347111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815A234-1E25-461C-B544-AD465CC2C662}"/>
                </a:ext>
              </a:extLst>
            </p:cNvPr>
            <p:cNvSpPr txBox="1"/>
            <p:nvPr/>
          </p:nvSpPr>
          <p:spPr>
            <a:xfrm>
              <a:off x="2174296" y="3429946"/>
              <a:ext cx="4644189" cy="369332"/>
            </a:xfrm>
            <a:prstGeom prst="rect">
              <a:avLst/>
            </a:prstGeom>
            <a:noFill/>
          </p:spPr>
          <p:txBody>
            <a:bodyPr wrap="square">
              <a:spAutoFit/>
            </a:bodyPr>
            <a:lstStyle/>
            <a:p>
              <a:pPr algn="ctr"/>
              <a:r>
                <a:rPr lang="en-US" b="1" dirty="0">
                  <a:latin typeface="Verdana" panose="020B0604030504040204" pitchFamily="34" charset="0"/>
                </a:rPr>
                <a:t>Driver Assistance Systems</a:t>
              </a:r>
            </a:p>
          </p:txBody>
        </p:sp>
        <p:sp>
          <p:nvSpPr>
            <p:cNvPr id="3" name="TextBox 2">
              <a:extLst>
                <a:ext uri="{FF2B5EF4-FFF2-40B4-BE49-F238E27FC236}">
                  <a16:creationId xmlns:a16="http://schemas.microsoft.com/office/drawing/2014/main" id="{15B13A65-DFD3-4FFE-AA69-A6762EDD84F3}"/>
                </a:ext>
              </a:extLst>
            </p:cNvPr>
            <p:cNvSpPr txBox="1"/>
            <p:nvPr/>
          </p:nvSpPr>
          <p:spPr>
            <a:xfrm>
              <a:off x="2174297" y="4062598"/>
              <a:ext cx="1176088" cy="477054"/>
            </a:xfrm>
            <a:prstGeom prst="rect">
              <a:avLst/>
            </a:prstGeom>
            <a:noFill/>
          </p:spPr>
          <p:txBody>
            <a:bodyPr wrap="square">
              <a:spAutoFit/>
            </a:bodyPr>
            <a:lstStyle/>
            <a:p>
              <a:pPr algn="ctr"/>
              <a:r>
                <a:rPr lang="en-US" sz="2500" b="1" dirty="0">
                  <a:latin typeface="Verdana" panose="020B0604030504040204" pitchFamily="34" charset="0"/>
                </a:rPr>
                <a:t>ABS</a:t>
              </a:r>
            </a:p>
          </p:txBody>
        </p:sp>
        <p:sp>
          <p:nvSpPr>
            <p:cNvPr id="4" name="TextBox 3">
              <a:extLst>
                <a:ext uri="{FF2B5EF4-FFF2-40B4-BE49-F238E27FC236}">
                  <a16:creationId xmlns:a16="http://schemas.microsoft.com/office/drawing/2014/main" id="{0BA42333-F96F-41AD-8B19-E59899FF7A75}"/>
                </a:ext>
              </a:extLst>
            </p:cNvPr>
            <p:cNvSpPr txBox="1"/>
            <p:nvPr/>
          </p:nvSpPr>
          <p:spPr>
            <a:xfrm>
              <a:off x="3908347" y="4062598"/>
              <a:ext cx="1176088" cy="477054"/>
            </a:xfrm>
            <a:prstGeom prst="rect">
              <a:avLst/>
            </a:prstGeom>
            <a:noFill/>
          </p:spPr>
          <p:txBody>
            <a:bodyPr wrap="square">
              <a:spAutoFit/>
            </a:bodyPr>
            <a:lstStyle/>
            <a:p>
              <a:pPr algn="ctr"/>
              <a:r>
                <a:rPr lang="en-US" sz="2500" b="1" dirty="0">
                  <a:latin typeface="Verdana" panose="020B0604030504040204" pitchFamily="34" charset="0"/>
                </a:rPr>
                <a:t>ESC</a:t>
              </a:r>
            </a:p>
          </p:txBody>
        </p:sp>
        <p:sp>
          <p:nvSpPr>
            <p:cNvPr id="8" name="TextBox 7">
              <a:extLst>
                <a:ext uri="{FF2B5EF4-FFF2-40B4-BE49-F238E27FC236}">
                  <a16:creationId xmlns:a16="http://schemas.microsoft.com/office/drawing/2014/main" id="{FF45E833-A943-4225-9B30-0C4CE53DF515}"/>
                </a:ext>
              </a:extLst>
            </p:cNvPr>
            <p:cNvSpPr txBox="1"/>
            <p:nvPr/>
          </p:nvSpPr>
          <p:spPr>
            <a:xfrm>
              <a:off x="5627360" y="4062598"/>
              <a:ext cx="1176088" cy="477054"/>
            </a:xfrm>
            <a:prstGeom prst="rect">
              <a:avLst/>
            </a:prstGeom>
            <a:noFill/>
          </p:spPr>
          <p:txBody>
            <a:bodyPr wrap="square">
              <a:spAutoFit/>
            </a:bodyPr>
            <a:lstStyle/>
            <a:p>
              <a:pPr algn="ctr"/>
              <a:r>
                <a:rPr lang="en-US" sz="2500" b="1" dirty="0">
                  <a:latin typeface="Verdana" panose="020B0604030504040204" pitchFamily="34" charset="0"/>
                </a:rPr>
                <a:t>CC</a:t>
              </a:r>
            </a:p>
          </p:txBody>
        </p:sp>
        <p:sp>
          <p:nvSpPr>
            <p:cNvPr id="6" name="TextBox 5">
              <a:extLst>
                <a:ext uri="{FF2B5EF4-FFF2-40B4-BE49-F238E27FC236}">
                  <a16:creationId xmlns:a16="http://schemas.microsoft.com/office/drawing/2014/main" id="{5787B4FD-F40C-4065-86E9-0DB5BA865526}"/>
                </a:ext>
              </a:extLst>
            </p:cNvPr>
            <p:cNvSpPr txBox="1"/>
            <p:nvPr/>
          </p:nvSpPr>
          <p:spPr>
            <a:xfrm>
              <a:off x="3515441" y="1694903"/>
              <a:ext cx="1946862" cy="523220"/>
            </a:xfrm>
            <a:prstGeom prst="rect">
              <a:avLst/>
            </a:prstGeom>
            <a:noFill/>
          </p:spPr>
          <p:txBody>
            <a:bodyPr wrap="square">
              <a:spAutoFit/>
            </a:bodyPr>
            <a:lstStyle/>
            <a:p>
              <a:pPr algn="ctr"/>
              <a:r>
                <a:rPr lang="en-US" sz="2800" b="1" dirty="0">
                  <a:solidFill>
                    <a:schemeClr val="bg2"/>
                  </a:solidFill>
                  <a:latin typeface="Verdana" panose="020B0604030504040204" pitchFamily="34" charset="0"/>
                </a:rPr>
                <a:t>ADAS</a:t>
              </a:r>
            </a:p>
          </p:txBody>
        </p:sp>
        <p:sp>
          <p:nvSpPr>
            <p:cNvPr id="14" name="TextBox 13">
              <a:extLst>
                <a:ext uri="{FF2B5EF4-FFF2-40B4-BE49-F238E27FC236}">
                  <a16:creationId xmlns:a16="http://schemas.microsoft.com/office/drawing/2014/main" id="{A805DC8D-BEC5-FE42-5757-932E2FD529EF}"/>
                </a:ext>
              </a:extLst>
            </p:cNvPr>
            <p:cNvSpPr txBox="1"/>
            <p:nvPr/>
          </p:nvSpPr>
          <p:spPr>
            <a:xfrm>
              <a:off x="3346346" y="2379146"/>
              <a:ext cx="726891" cy="233425"/>
            </a:xfrm>
            <a:prstGeom prst="rect">
              <a:avLst/>
            </a:prstGeom>
            <a:noFill/>
          </p:spPr>
          <p:txBody>
            <a:bodyPr wrap="square" lIns="0" tIns="0" rIns="0" bIns="0" anchor="ctr">
              <a:noAutofit/>
            </a:bodyPr>
            <a:lstStyle/>
            <a:p>
              <a:pPr algn="ctr"/>
              <a:r>
                <a:rPr lang="en-US" sz="2000" b="1" dirty="0">
                  <a:solidFill>
                    <a:schemeClr val="bg2"/>
                  </a:solidFill>
                  <a:latin typeface="Verdana" panose="020B0604030504040204" pitchFamily="34" charset="0"/>
                </a:rPr>
                <a:t>ACC</a:t>
              </a:r>
            </a:p>
          </p:txBody>
        </p:sp>
        <p:sp>
          <p:nvSpPr>
            <p:cNvPr id="15" name="TextBox 14">
              <a:extLst>
                <a:ext uri="{FF2B5EF4-FFF2-40B4-BE49-F238E27FC236}">
                  <a16:creationId xmlns:a16="http://schemas.microsoft.com/office/drawing/2014/main" id="{A56DD287-77D3-2229-D96F-727338FB4105}"/>
                </a:ext>
              </a:extLst>
            </p:cNvPr>
            <p:cNvSpPr txBox="1"/>
            <p:nvPr/>
          </p:nvSpPr>
          <p:spPr>
            <a:xfrm>
              <a:off x="4145609" y="2367271"/>
              <a:ext cx="625519" cy="245300"/>
            </a:xfrm>
            <a:prstGeom prst="rect">
              <a:avLst/>
            </a:prstGeom>
            <a:noFill/>
          </p:spPr>
          <p:txBody>
            <a:bodyPr wrap="square" lIns="0" tIns="0" rIns="0" bIns="0" anchor="ctr">
              <a:noAutofit/>
            </a:bodyPr>
            <a:lstStyle/>
            <a:p>
              <a:pPr algn="ctr"/>
              <a:r>
                <a:rPr lang="en-US" sz="2000" b="1" dirty="0">
                  <a:solidFill>
                    <a:schemeClr val="bg2"/>
                  </a:solidFill>
                  <a:latin typeface="Verdana" panose="020B0604030504040204" pitchFamily="34" charset="0"/>
                </a:rPr>
                <a:t>AEB</a:t>
              </a:r>
            </a:p>
          </p:txBody>
        </p:sp>
        <p:sp>
          <p:nvSpPr>
            <p:cNvPr id="16" name="TextBox 15">
              <a:extLst>
                <a:ext uri="{FF2B5EF4-FFF2-40B4-BE49-F238E27FC236}">
                  <a16:creationId xmlns:a16="http://schemas.microsoft.com/office/drawing/2014/main" id="{7D452910-C8C1-0489-126E-426E47BF2EE8}"/>
                </a:ext>
              </a:extLst>
            </p:cNvPr>
            <p:cNvSpPr txBox="1"/>
            <p:nvPr/>
          </p:nvSpPr>
          <p:spPr>
            <a:xfrm>
              <a:off x="4795999" y="2387260"/>
              <a:ext cx="832906" cy="201560"/>
            </a:xfrm>
            <a:prstGeom prst="rect">
              <a:avLst/>
            </a:prstGeom>
            <a:noFill/>
          </p:spPr>
          <p:txBody>
            <a:bodyPr wrap="square" lIns="0" tIns="0" rIns="0" bIns="0" anchor="ctr">
              <a:noAutofit/>
            </a:bodyPr>
            <a:lstStyle/>
            <a:p>
              <a:pPr algn="ctr"/>
              <a:r>
                <a:rPr lang="en-US" sz="2000" b="1" dirty="0">
                  <a:solidFill>
                    <a:schemeClr val="bg2"/>
                  </a:solidFill>
                  <a:latin typeface="Verdana" panose="020B0604030504040204" pitchFamily="34" charset="0"/>
                </a:rPr>
                <a:t>LKAS</a:t>
              </a:r>
            </a:p>
          </p:txBody>
        </p:sp>
        <p:sp>
          <p:nvSpPr>
            <p:cNvPr id="17" name="TextBox 16">
              <a:extLst>
                <a:ext uri="{FF2B5EF4-FFF2-40B4-BE49-F238E27FC236}">
                  <a16:creationId xmlns:a16="http://schemas.microsoft.com/office/drawing/2014/main" id="{A6A07CC1-60E0-7656-36D4-87C18B73F4AE}"/>
                </a:ext>
              </a:extLst>
            </p:cNvPr>
            <p:cNvSpPr txBox="1"/>
            <p:nvPr/>
          </p:nvSpPr>
          <p:spPr>
            <a:xfrm>
              <a:off x="5064264" y="2666539"/>
              <a:ext cx="754645" cy="289206"/>
            </a:xfrm>
            <a:prstGeom prst="rect">
              <a:avLst/>
            </a:prstGeom>
            <a:noFill/>
          </p:spPr>
          <p:txBody>
            <a:bodyPr wrap="square" lIns="0" tIns="0" rIns="0" bIns="0" anchor="ctr">
              <a:noAutofit/>
            </a:bodyPr>
            <a:lstStyle/>
            <a:p>
              <a:pPr algn="ctr"/>
              <a:r>
                <a:rPr lang="en-US" sz="2000" b="1" dirty="0">
                  <a:solidFill>
                    <a:schemeClr val="bg2"/>
                  </a:solidFill>
                  <a:latin typeface="Verdana" panose="020B0604030504040204" pitchFamily="34" charset="0"/>
                </a:rPr>
                <a:t>LDW</a:t>
              </a:r>
            </a:p>
          </p:txBody>
        </p:sp>
        <p:sp>
          <p:nvSpPr>
            <p:cNvPr id="18" name="TextBox 17">
              <a:extLst>
                <a:ext uri="{FF2B5EF4-FFF2-40B4-BE49-F238E27FC236}">
                  <a16:creationId xmlns:a16="http://schemas.microsoft.com/office/drawing/2014/main" id="{115411AA-D6CB-020B-F6FE-E7BCE9422AA0}"/>
                </a:ext>
              </a:extLst>
            </p:cNvPr>
            <p:cNvSpPr txBox="1"/>
            <p:nvPr/>
          </p:nvSpPr>
          <p:spPr>
            <a:xfrm>
              <a:off x="4193683" y="2653454"/>
              <a:ext cx="678883" cy="315376"/>
            </a:xfrm>
            <a:prstGeom prst="rect">
              <a:avLst/>
            </a:prstGeom>
            <a:noFill/>
          </p:spPr>
          <p:txBody>
            <a:bodyPr wrap="square" lIns="0" tIns="0" rIns="0" bIns="0" anchor="ctr">
              <a:noAutofit/>
            </a:bodyPr>
            <a:lstStyle/>
            <a:p>
              <a:pPr algn="ctr"/>
              <a:r>
                <a:rPr lang="en-US" sz="2000" b="1" dirty="0">
                  <a:solidFill>
                    <a:schemeClr val="bg2"/>
                  </a:solidFill>
                  <a:latin typeface="Verdana" panose="020B0604030504040204" pitchFamily="34" charset="0"/>
                </a:rPr>
                <a:t>FCW</a:t>
              </a:r>
            </a:p>
          </p:txBody>
        </p:sp>
        <p:sp>
          <p:nvSpPr>
            <p:cNvPr id="19" name="TextBox 18">
              <a:extLst>
                <a:ext uri="{FF2B5EF4-FFF2-40B4-BE49-F238E27FC236}">
                  <a16:creationId xmlns:a16="http://schemas.microsoft.com/office/drawing/2014/main" id="{4E71D6DA-95D3-39D6-ACA4-8C5054C32DB7}"/>
                </a:ext>
              </a:extLst>
            </p:cNvPr>
            <p:cNvSpPr txBox="1"/>
            <p:nvPr/>
          </p:nvSpPr>
          <p:spPr>
            <a:xfrm>
              <a:off x="3198333" y="2661272"/>
              <a:ext cx="803651" cy="299740"/>
            </a:xfrm>
            <a:prstGeom prst="rect">
              <a:avLst/>
            </a:prstGeom>
            <a:noFill/>
          </p:spPr>
          <p:txBody>
            <a:bodyPr wrap="square" lIns="0" tIns="0" rIns="0" bIns="0" anchor="ctr">
              <a:noAutofit/>
            </a:bodyPr>
            <a:lstStyle/>
            <a:p>
              <a:pPr algn="ctr"/>
              <a:r>
                <a:rPr lang="en-US" sz="2000" b="1" dirty="0">
                  <a:solidFill>
                    <a:schemeClr val="bg2"/>
                  </a:solidFill>
                  <a:latin typeface="Verdana" panose="020B0604030504040204" pitchFamily="34" charset="0"/>
                </a:rPr>
                <a:t>HBSS</a:t>
              </a:r>
            </a:p>
          </p:txBody>
        </p:sp>
      </p:grpSp>
    </p:spTree>
    <p:extLst>
      <p:ext uri="{BB962C8B-B14F-4D97-AF65-F5344CB8AC3E}">
        <p14:creationId xmlns:p14="http://schemas.microsoft.com/office/powerpoint/2010/main" val="286504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5E55AA-8047-C8C9-19FD-B9F1E28AE597}"/>
              </a:ext>
            </a:extLst>
          </p:cNvPr>
          <p:cNvSpPr>
            <a:spLocks noGrp="1"/>
          </p:cNvSpPr>
          <p:nvPr>
            <p:ph type="title"/>
          </p:nvPr>
        </p:nvSpPr>
        <p:spPr>
          <a:xfrm>
            <a:off x="2598821" y="186267"/>
            <a:ext cx="5888166" cy="312415"/>
          </a:xfrm>
        </p:spPr>
        <p:txBody>
          <a:bodyPr>
            <a:noAutofit/>
          </a:bodyPr>
          <a:lstStyle/>
          <a:p>
            <a:r>
              <a:rPr lang="en-US" dirty="0"/>
              <a:t>Background: </a:t>
            </a:r>
            <a:r>
              <a:rPr lang="en-US" b="0" i="1" dirty="0"/>
              <a:t>Technologies Supporting ADAS</a:t>
            </a:r>
          </a:p>
        </p:txBody>
      </p:sp>
      <p:grpSp>
        <p:nvGrpSpPr>
          <p:cNvPr id="13" name="Group 12">
            <a:extLst>
              <a:ext uri="{FF2B5EF4-FFF2-40B4-BE49-F238E27FC236}">
                <a16:creationId xmlns:a16="http://schemas.microsoft.com/office/drawing/2014/main" id="{C0DDCBB6-C4DC-E711-9DB7-7FF4535E065E}"/>
              </a:ext>
            </a:extLst>
          </p:cNvPr>
          <p:cNvGrpSpPr/>
          <p:nvPr/>
        </p:nvGrpSpPr>
        <p:grpSpPr>
          <a:xfrm>
            <a:off x="501946" y="178909"/>
            <a:ext cx="7525523" cy="4648985"/>
            <a:chOff x="501946" y="178909"/>
            <a:chExt cx="7525523" cy="4648985"/>
          </a:xfrm>
        </p:grpSpPr>
        <p:pic>
          <p:nvPicPr>
            <p:cNvPr id="5128" name="Picture 8" descr="How Does Google's Waymo Self-Driving Car Work: GRAPHIC">
              <a:extLst>
                <a:ext uri="{FF2B5EF4-FFF2-40B4-BE49-F238E27FC236}">
                  <a16:creationId xmlns:a16="http://schemas.microsoft.com/office/drawing/2014/main" id="{4140BAAB-4AC9-0CBB-10A9-8B168ED860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1715" y="914395"/>
              <a:ext cx="5155754" cy="386681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A12FB28-F10D-7916-11D7-DF2F7C71DF48}"/>
                </a:ext>
              </a:extLst>
            </p:cNvPr>
            <p:cNvSpPr txBox="1"/>
            <p:nvPr/>
          </p:nvSpPr>
          <p:spPr>
            <a:xfrm>
              <a:off x="2897826" y="4566829"/>
              <a:ext cx="1253038" cy="217052"/>
            </a:xfrm>
            <a:prstGeom prst="rect">
              <a:avLst/>
            </a:prstGeom>
            <a:noFill/>
          </p:spPr>
          <p:txBody>
            <a:bodyPr wrap="square" rtlCol="0">
              <a:noAutofit/>
            </a:bodyPr>
            <a:lstStyle/>
            <a:p>
              <a:r>
                <a:rPr lang="en-US" sz="700" i="1" dirty="0">
                  <a:latin typeface="Verdana" panose="020B0604030504040204" pitchFamily="34" charset="0"/>
                </a:rPr>
                <a:t>Source: Google Images</a:t>
              </a:r>
            </a:p>
          </p:txBody>
        </p:sp>
        <p:grpSp>
          <p:nvGrpSpPr>
            <p:cNvPr id="12" name="Group 11">
              <a:extLst>
                <a:ext uri="{FF2B5EF4-FFF2-40B4-BE49-F238E27FC236}">
                  <a16:creationId xmlns:a16="http://schemas.microsoft.com/office/drawing/2014/main" id="{63313E86-C7CF-E004-986A-BB65EE032EC9}"/>
                </a:ext>
              </a:extLst>
            </p:cNvPr>
            <p:cNvGrpSpPr/>
            <p:nvPr/>
          </p:nvGrpSpPr>
          <p:grpSpPr>
            <a:xfrm>
              <a:off x="501946" y="178909"/>
              <a:ext cx="1924700" cy="4648985"/>
              <a:chOff x="338317" y="-122549"/>
              <a:chExt cx="2053491" cy="4960070"/>
            </a:xfrm>
          </p:grpSpPr>
          <p:grpSp>
            <p:nvGrpSpPr>
              <p:cNvPr id="3" name="Group 2">
                <a:extLst>
                  <a:ext uri="{FF2B5EF4-FFF2-40B4-BE49-F238E27FC236}">
                    <a16:creationId xmlns:a16="http://schemas.microsoft.com/office/drawing/2014/main" id="{8270EB62-E65F-7978-BF7A-41CB69B24715}"/>
                  </a:ext>
                </a:extLst>
              </p:cNvPr>
              <p:cNvGrpSpPr/>
              <p:nvPr/>
            </p:nvGrpSpPr>
            <p:grpSpPr>
              <a:xfrm>
                <a:off x="340081" y="-122549"/>
                <a:ext cx="2031188" cy="1683822"/>
                <a:chOff x="519191" y="975636"/>
                <a:chExt cx="2337423" cy="1937686"/>
              </a:xfrm>
            </p:grpSpPr>
            <p:pic>
              <p:nvPicPr>
                <p:cNvPr id="5122" name="Picture 2" descr="Delphi, Quanergy team up on low-cost lidar | Automotive News">
                  <a:extLst>
                    <a:ext uri="{FF2B5EF4-FFF2-40B4-BE49-F238E27FC236}">
                      <a16:creationId xmlns:a16="http://schemas.microsoft.com/office/drawing/2014/main" id="{5ECFEFC5-DE0A-BE2C-2D52-4B50077E9EE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9228" y="975636"/>
                  <a:ext cx="2314641" cy="138878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5B24F52-EC94-95DD-0982-EF22F2C88600}"/>
                    </a:ext>
                  </a:extLst>
                </p:cNvPr>
                <p:cNvSpPr txBox="1"/>
                <p:nvPr/>
              </p:nvSpPr>
              <p:spPr>
                <a:xfrm>
                  <a:off x="519191" y="2367180"/>
                  <a:ext cx="2337423" cy="546142"/>
                </a:xfrm>
                <a:prstGeom prst="rect">
                  <a:avLst/>
                </a:prstGeom>
                <a:solidFill>
                  <a:schemeClr val="bg2">
                    <a:lumMod val="50000"/>
                  </a:schemeClr>
                </a:solidFill>
              </p:spPr>
              <p:txBody>
                <a:bodyPr wrap="square" lIns="0" tIns="0" rIns="0" bIns="0" rtlCol="0" anchor="ctr">
                  <a:noAutofit/>
                </a:bodyPr>
                <a:lstStyle/>
                <a:p>
                  <a:pPr algn="ctr"/>
                  <a:r>
                    <a:rPr lang="en-US" sz="900" b="1" dirty="0">
                      <a:solidFill>
                        <a:schemeClr val="bg1"/>
                      </a:solidFill>
                      <a:latin typeface="Verdana" panose="020B0604030504040204" pitchFamily="34" charset="0"/>
                    </a:rPr>
                    <a:t>Light Detection and </a:t>
                  </a:r>
                  <a:br>
                    <a:rPr lang="en-US" sz="900" b="1" dirty="0">
                      <a:solidFill>
                        <a:schemeClr val="bg1"/>
                      </a:solidFill>
                      <a:latin typeface="Verdana" panose="020B0604030504040204" pitchFamily="34" charset="0"/>
                    </a:rPr>
                  </a:br>
                  <a:r>
                    <a:rPr lang="en-US" sz="900" b="1" dirty="0">
                      <a:solidFill>
                        <a:schemeClr val="bg1"/>
                      </a:solidFill>
                      <a:latin typeface="Verdana" panose="020B0604030504040204" pitchFamily="34" charset="0"/>
                    </a:rPr>
                    <a:t>Ranging (LiDAR)</a:t>
                  </a:r>
                </a:p>
              </p:txBody>
            </p:sp>
          </p:grpSp>
          <p:grpSp>
            <p:nvGrpSpPr>
              <p:cNvPr id="6" name="Group 5">
                <a:extLst>
                  <a:ext uri="{FF2B5EF4-FFF2-40B4-BE49-F238E27FC236}">
                    <a16:creationId xmlns:a16="http://schemas.microsoft.com/office/drawing/2014/main" id="{2D47FEF7-525F-A8CC-1741-C4D1626B7B20}"/>
                  </a:ext>
                </a:extLst>
              </p:cNvPr>
              <p:cNvGrpSpPr/>
              <p:nvPr/>
            </p:nvGrpSpPr>
            <p:grpSpPr>
              <a:xfrm>
                <a:off x="338317" y="1687352"/>
                <a:ext cx="2036321" cy="1521863"/>
                <a:chOff x="6055361" y="975636"/>
                <a:chExt cx="2343329" cy="1751308"/>
              </a:xfrm>
            </p:grpSpPr>
            <p:pic>
              <p:nvPicPr>
                <p:cNvPr id="5124" name="Picture 4" descr="Illustration of the frontal long range automotive millimetre-wave radar. |  Download Scientific Diagram">
                  <a:extLst>
                    <a:ext uri="{FF2B5EF4-FFF2-40B4-BE49-F238E27FC236}">
                      <a16:creationId xmlns:a16="http://schemas.microsoft.com/office/drawing/2014/main" id="{D96284C6-747A-C6D1-153B-3CA03D7060D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67648" y="975636"/>
                  <a:ext cx="2320248" cy="142023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EC1BE7D-AAEA-50FC-6B41-5F88BDAEF207}"/>
                    </a:ext>
                  </a:extLst>
                </p:cNvPr>
                <p:cNvSpPr txBox="1"/>
                <p:nvPr/>
              </p:nvSpPr>
              <p:spPr>
                <a:xfrm>
                  <a:off x="6055361" y="2377171"/>
                  <a:ext cx="2343329" cy="349773"/>
                </a:xfrm>
                <a:prstGeom prst="rect">
                  <a:avLst/>
                </a:prstGeom>
                <a:solidFill>
                  <a:schemeClr val="bg2">
                    <a:lumMod val="50000"/>
                  </a:schemeClr>
                </a:solidFill>
              </p:spPr>
              <p:txBody>
                <a:bodyPr wrap="square" lIns="0" tIns="0" rIns="0" bIns="0" rtlCol="0" anchor="ctr">
                  <a:noAutofit/>
                </a:bodyPr>
                <a:lstStyle/>
                <a:p>
                  <a:pPr algn="ctr"/>
                  <a:r>
                    <a:rPr lang="en-US" sz="900" b="1" dirty="0">
                      <a:solidFill>
                        <a:schemeClr val="bg1"/>
                      </a:solidFill>
                      <a:latin typeface="Verdana" panose="020B0604030504040204" pitchFamily="34" charset="0"/>
                    </a:rPr>
                    <a:t>Radar</a:t>
                  </a:r>
                </a:p>
              </p:txBody>
            </p:sp>
          </p:grpSp>
          <p:grpSp>
            <p:nvGrpSpPr>
              <p:cNvPr id="5" name="Group 4">
                <a:extLst>
                  <a:ext uri="{FF2B5EF4-FFF2-40B4-BE49-F238E27FC236}">
                    <a16:creationId xmlns:a16="http://schemas.microsoft.com/office/drawing/2014/main" id="{7EBDC9ED-F21F-31A1-3443-227D8200D433}"/>
                  </a:ext>
                </a:extLst>
              </p:cNvPr>
              <p:cNvGrpSpPr/>
              <p:nvPr/>
            </p:nvGrpSpPr>
            <p:grpSpPr>
              <a:xfrm>
                <a:off x="373731" y="3345417"/>
                <a:ext cx="2018077" cy="1492104"/>
                <a:chOff x="3121732" y="983804"/>
                <a:chExt cx="2676555" cy="1717063"/>
              </a:xfrm>
            </p:grpSpPr>
            <p:pic>
              <p:nvPicPr>
                <p:cNvPr id="5126" name="Picture 6" descr="Tech Talk: What is Subaru's Eyesight? – New York Daily News">
                  <a:extLst>
                    <a:ext uri="{FF2B5EF4-FFF2-40B4-BE49-F238E27FC236}">
                      <a16:creationId xmlns:a16="http://schemas.microsoft.com/office/drawing/2014/main" id="{E271715D-B306-3022-A819-1DEE82A68112}"/>
                    </a:ext>
                  </a:extLst>
                </p:cNvPr>
                <p:cNvPicPr>
                  <a:picLocks noChangeAspect="1" noChangeArrowheads="1"/>
                </p:cNvPicPr>
                <p:nvPr/>
              </p:nvPicPr>
              <p:blipFill>
                <a:blip r:embed="rId6" cstate="print">
                  <a:alphaModFix/>
                  <a:extLst>
                    <a:ext uri="{BEBA8EAE-BF5A-486C-A8C5-ECC9F3942E4B}">
                      <a14:imgProps xmlns:a14="http://schemas.microsoft.com/office/drawing/2010/main">
                        <a14:imgLayer r:embed="rId7">
                          <a14:imgEffect>
                            <a14:brightnessContrast bright="10000"/>
                          </a14:imgEffect>
                        </a14:imgLayer>
                      </a14:imgProps>
                    </a:ext>
                    <a:ext uri="{28A0092B-C50C-407E-A947-70E740481C1C}">
                      <a14:useLocalDpi xmlns:a14="http://schemas.microsoft.com/office/drawing/2010/main" val="0"/>
                    </a:ext>
                  </a:extLst>
                </a:blip>
                <a:srcRect/>
                <a:stretch>
                  <a:fillRect/>
                </a:stretch>
              </p:blipFill>
              <p:spPr bwMode="auto">
                <a:xfrm>
                  <a:off x="3135910" y="983804"/>
                  <a:ext cx="2645303" cy="138878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5AB7299-2744-D81F-6132-347E6930F2C1}"/>
                    </a:ext>
                  </a:extLst>
                </p:cNvPr>
                <p:cNvSpPr txBox="1"/>
                <p:nvPr/>
              </p:nvSpPr>
              <p:spPr>
                <a:xfrm>
                  <a:off x="3121732" y="2373843"/>
                  <a:ext cx="2676555" cy="327024"/>
                </a:xfrm>
                <a:prstGeom prst="rect">
                  <a:avLst/>
                </a:prstGeom>
                <a:solidFill>
                  <a:schemeClr val="bg2">
                    <a:lumMod val="50000"/>
                  </a:schemeClr>
                </a:solidFill>
              </p:spPr>
              <p:txBody>
                <a:bodyPr wrap="square" lIns="0" tIns="0" rIns="0" bIns="0" rtlCol="0" anchor="ctr">
                  <a:noAutofit/>
                </a:bodyPr>
                <a:lstStyle/>
                <a:p>
                  <a:pPr algn="ctr"/>
                  <a:r>
                    <a:rPr lang="en-US" sz="900" b="1" dirty="0">
                      <a:solidFill>
                        <a:schemeClr val="bg1"/>
                      </a:solidFill>
                      <a:latin typeface="Verdana" panose="020B0604030504040204" pitchFamily="34" charset="0"/>
                    </a:rPr>
                    <a:t>Camera</a:t>
                  </a:r>
                </a:p>
              </p:txBody>
            </p:sp>
          </p:grpSp>
        </p:grpSp>
      </p:grpSp>
    </p:spTree>
    <p:extLst>
      <p:ext uri="{BB962C8B-B14F-4D97-AF65-F5344CB8AC3E}">
        <p14:creationId xmlns:p14="http://schemas.microsoft.com/office/powerpoint/2010/main" val="1556225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85BEE80-6832-8FE7-1772-8D117B95134B}"/>
              </a:ext>
            </a:extLst>
          </p:cNvPr>
          <p:cNvSpPr>
            <a:spLocks noGrp="1"/>
          </p:cNvSpPr>
          <p:nvPr>
            <p:ph type="title"/>
          </p:nvPr>
        </p:nvSpPr>
        <p:spPr/>
        <p:txBody>
          <a:bodyPr/>
          <a:lstStyle/>
          <a:p>
            <a:pPr algn="ctr"/>
            <a:r>
              <a:rPr lang="en-US" dirty="0"/>
              <a:t>SAE J3016: </a:t>
            </a:r>
            <a:r>
              <a:rPr lang="en-US" b="0" i="1" dirty="0"/>
              <a:t>Levels of Driving Automation</a:t>
            </a:r>
          </a:p>
        </p:txBody>
      </p:sp>
      <p:pic>
        <p:nvPicPr>
          <p:cNvPr id="11" name="Picture 2" descr="SAE International Releases Updated Visual Chart for Its “Levels of Driving  Automation” Standard for Self-Driving Vehicles">
            <a:extLst>
              <a:ext uri="{FF2B5EF4-FFF2-40B4-BE49-F238E27FC236}">
                <a16:creationId xmlns:a16="http://schemas.microsoft.com/office/drawing/2014/main" id="{18A94859-4F36-7830-DE59-480A7C095376}"/>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t="11353"/>
          <a:stretch>
            <a:fillRect/>
          </a:stretch>
        </p:blipFill>
        <p:spPr bwMode="auto">
          <a:xfrm>
            <a:off x="1342731" y="880946"/>
            <a:ext cx="5860958" cy="3861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9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D12C6-9900-52A3-1ED4-38D3A25B8C99}"/>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FEF40701-C90A-75CF-6B51-2066FCE55DA6}"/>
              </a:ext>
            </a:extLst>
          </p:cNvPr>
          <p:cNvGrpSpPr/>
          <p:nvPr/>
        </p:nvGrpSpPr>
        <p:grpSpPr>
          <a:xfrm>
            <a:off x="1453205" y="878609"/>
            <a:ext cx="5911097" cy="4044743"/>
            <a:chOff x="1243013" y="587697"/>
            <a:chExt cx="6657975" cy="4555803"/>
          </a:xfrm>
        </p:grpSpPr>
        <p:pic>
          <p:nvPicPr>
            <p:cNvPr id="9218" name="Picture 2" descr="How ADAS Is Paving the Way for Autonomous Driving - 5G Technology World">
              <a:extLst>
                <a:ext uri="{FF2B5EF4-FFF2-40B4-BE49-F238E27FC236}">
                  <a16:creationId xmlns:a16="http://schemas.microsoft.com/office/drawing/2014/main" id="{1734CF95-9187-B21F-1D99-971B3407A4E9}"/>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t="11477"/>
            <a:stretch>
              <a:fillRect/>
            </a:stretch>
          </p:blipFill>
          <p:spPr bwMode="auto">
            <a:xfrm>
              <a:off x="1243013" y="590330"/>
              <a:ext cx="6657975" cy="455317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3C1582C-5DCD-2D14-892E-BB77B849527F}"/>
                </a:ext>
              </a:extLst>
            </p:cNvPr>
            <p:cNvSpPr txBox="1"/>
            <p:nvPr/>
          </p:nvSpPr>
          <p:spPr>
            <a:xfrm>
              <a:off x="2006648" y="2768137"/>
              <a:ext cx="2700434" cy="467997"/>
            </a:xfrm>
            <a:prstGeom prst="rect">
              <a:avLst/>
            </a:prstGeom>
            <a:solidFill>
              <a:schemeClr val="bg1"/>
            </a:solidFill>
            <a:ln w="41275">
              <a:solidFill>
                <a:srgbClr val="C00000"/>
              </a:solidFill>
            </a:ln>
          </p:spPr>
          <p:txBody>
            <a:bodyPr wrap="square" rtlCol="0" anchor="ctr">
              <a:noAutofit/>
            </a:bodyPr>
            <a:lstStyle/>
            <a:p>
              <a:pPr algn="ctr"/>
              <a:r>
                <a:rPr lang="en-US" sz="1600" b="1" dirty="0">
                  <a:solidFill>
                    <a:schemeClr val="accent1"/>
                  </a:solidFill>
                  <a:latin typeface="Verdana" panose="020B0604030504040204" pitchFamily="34" charset="0"/>
                </a:rPr>
                <a:t>ADAS</a:t>
              </a:r>
            </a:p>
          </p:txBody>
        </p:sp>
        <p:sp>
          <p:nvSpPr>
            <p:cNvPr id="3" name="TextBox 2">
              <a:extLst>
                <a:ext uri="{FF2B5EF4-FFF2-40B4-BE49-F238E27FC236}">
                  <a16:creationId xmlns:a16="http://schemas.microsoft.com/office/drawing/2014/main" id="{474F3264-E145-E6A6-D3F7-1EFAD75F787D}"/>
                </a:ext>
              </a:extLst>
            </p:cNvPr>
            <p:cNvSpPr txBox="1"/>
            <p:nvPr/>
          </p:nvSpPr>
          <p:spPr>
            <a:xfrm>
              <a:off x="4895320" y="2768137"/>
              <a:ext cx="3005668" cy="467997"/>
            </a:xfrm>
            <a:prstGeom prst="rect">
              <a:avLst/>
            </a:prstGeom>
            <a:solidFill>
              <a:schemeClr val="bg1"/>
            </a:solidFill>
            <a:ln w="41275">
              <a:solidFill>
                <a:srgbClr val="C00000"/>
              </a:solidFill>
            </a:ln>
          </p:spPr>
          <p:txBody>
            <a:bodyPr wrap="square" rtlCol="0" anchor="ctr">
              <a:noAutofit/>
            </a:bodyPr>
            <a:lstStyle/>
            <a:p>
              <a:pPr algn="ctr"/>
              <a:r>
                <a:rPr lang="en-US" sz="1600" b="1" dirty="0">
                  <a:solidFill>
                    <a:schemeClr val="accent1"/>
                  </a:solidFill>
                  <a:latin typeface="Verdana" panose="020B0604030504040204" pitchFamily="34" charset="0"/>
                </a:rPr>
                <a:t>AUTONOMOUS</a:t>
              </a:r>
            </a:p>
          </p:txBody>
        </p:sp>
        <p:sp>
          <p:nvSpPr>
            <p:cNvPr id="5" name="TextBox 4">
              <a:extLst>
                <a:ext uri="{FF2B5EF4-FFF2-40B4-BE49-F238E27FC236}">
                  <a16:creationId xmlns:a16="http://schemas.microsoft.com/office/drawing/2014/main" id="{D98BACD8-B6EF-D014-411D-31BC178358DA}"/>
                </a:ext>
              </a:extLst>
            </p:cNvPr>
            <p:cNvSpPr txBox="1"/>
            <p:nvPr/>
          </p:nvSpPr>
          <p:spPr>
            <a:xfrm>
              <a:off x="4799122" y="587697"/>
              <a:ext cx="2950418" cy="553998"/>
            </a:xfrm>
            <a:prstGeom prst="rect">
              <a:avLst/>
            </a:prstGeom>
            <a:noFill/>
            <a:ln w="41275">
              <a:solidFill>
                <a:srgbClr val="C00000"/>
              </a:solidFill>
            </a:ln>
          </p:spPr>
          <p:txBody>
            <a:bodyPr wrap="square" rtlCol="0">
              <a:spAutoFit/>
            </a:bodyPr>
            <a:lstStyle/>
            <a:p>
              <a:pPr algn="ctr"/>
              <a:endParaRPr lang="en-US" sz="3000" dirty="0">
                <a:solidFill>
                  <a:schemeClr val="accent1"/>
                </a:solidFill>
                <a:latin typeface="Verdana" panose="020B0604030504040204" pitchFamily="34" charset="0"/>
              </a:endParaRPr>
            </a:p>
          </p:txBody>
        </p:sp>
      </p:grpSp>
      <p:sp>
        <p:nvSpPr>
          <p:cNvPr id="9" name="Title 8">
            <a:extLst>
              <a:ext uri="{FF2B5EF4-FFF2-40B4-BE49-F238E27FC236}">
                <a16:creationId xmlns:a16="http://schemas.microsoft.com/office/drawing/2014/main" id="{640606CC-F031-F18D-1413-41FABD5AF081}"/>
              </a:ext>
            </a:extLst>
          </p:cNvPr>
          <p:cNvSpPr>
            <a:spLocks noGrp="1"/>
          </p:cNvSpPr>
          <p:nvPr>
            <p:ph type="title"/>
          </p:nvPr>
        </p:nvSpPr>
        <p:spPr/>
        <p:txBody>
          <a:bodyPr/>
          <a:lstStyle/>
          <a:p>
            <a:pPr algn="ctr"/>
            <a:r>
              <a:rPr lang="en-US" dirty="0"/>
              <a:t>The 6 Levels of Autonomous Driving</a:t>
            </a:r>
          </a:p>
        </p:txBody>
      </p:sp>
    </p:spTree>
    <p:extLst>
      <p:ext uri="{BB962C8B-B14F-4D97-AF65-F5344CB8AC3E}">
        <p14:creationId xmlns:p14="http://schemas.microsoft.com/office/powerpoint/2010/main" val="2858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9D9F5-BF28-836C-59C7-444DD9518E99}"/>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FDD13C32-A231-6CF3-E86C-B9DC0980834D}"/>
              </a:ext>
            </a:extLst>
          </p:cNvPr>
          <p:cNvPicPr>
            <a:picLocks noChangeAspect="1"/>
          </p:cNvPicPr>
          <p:nvPr/>
        </p:nvPicPr>
        <p:blipFill>
          <a:blip r:embed="rId2" cstate="print">
            <a:alphaModFix amt="72000"/>
            <a:extLst>
              <a:ext uri="{28A0092B-C50C-407E-A947-70E740481C1C}">
                <a14:useLocalDpi xmlns:a14="http://schemas.microsoft.com/office/drawing/2010/main" val="0"/>
              </a:ext>
            </a:extLst>
          </a:blip>
          <a:srcRect l="2316" r="17389" b="15073"/>
          <a:stretch>
            <a:fillRect/>
          </a:stretch>
        </p:blipFill>
        <p:spPr>
          <a:xfrm>
            <a:off x="0" y="0"/>
            <a:ext cx="8657112" cy="5143500"/>
          </a:xfrm>
          <a:prstGeom prst="rect">
            <a:avLst/>
          </a:prstGeom>
        </p:spPr>
      </p:pic>
      <p:sp>
        <p:nvSpPr>
          <p:cNvPr id="3" name="Rectangle 2">
            <a:extLst>
              <a:ext uri="{FF2B5EF4-FFF2-40B4-BE49-F238E27FC236}">
                <a16:creationId xmlns:a16="http://schemas.microsoft.com/office/drawing/2014/main" id="{C6D98CA0-74A6-7F6E-DA01-2596F7459BAB}"/>
              </a:ext>
            </a:extLst>
          </p:cNvPr>
          <p:cNvSpPr/>
          <p:nvPr/>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14" name="Rectangle 13">
            <a:extLst>
              <a:ext uri="{FF2B5EF4-FFF2-40B4-BE49-F238E27FC236}">
                <a16:creationId xmlns:a16="http://schemas.microsoft.com/office/drawing/2014/main" id="{1EC97474-F77A-B284-9008-1BC46B56437A}"/>
              </a:ext>
            </a:extLst>
          </p:cNvPr>
          <p:cNvSpPr/>
          <p:nvPr/>
        </p:nvSpPr>
        <p:spPr>
          <a:xfrm>
            <a:off x="162846" y="892309"/>
            <a:ext cx="4361653" cy="410037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3" name="Rectangle 12">
            <a:extLst>
              <a:ext uri="{FF2B5EF4-FFF2-40B4-BE49-F238E27FC236}">
                <a16:creationId xmlns:a16="http://schemas.microsoft.com/office/drawing/2014/main" id="{74B5BA75-D150-EF9B-510A-343391FF3314}"/>
              </a:ext>
            </a:extLst>
          </p:cNvPr>
          <p:cNvSpPr/>
          <p:nvPr/>
        </p:nvSpPr>
        <p:spPr>
          <a:xfrm>
            <a:off x="4229" y="0"/>
            <a:ext cx="8653388" cy="88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2" name="Rectangle 11">
            <a:extLst>
              <a:ext uri="{FF2B5EF4-FFF2-40B4-BE49-F238E27FC236}">
                <a16:creationId xmlns:a16="http://schemas.microsoft.com/office/drawing/2014/main" id="{7BD3A5C7-FC71-2A59-0037-725FA7530604}"/>
              </a:ext>
            </a:extLst>
          </p:cNvPr>
          <p:cNvSpPr/>
          <p:nvPr/>
        </p:nvSpPr>
        <p:spPr>
          <a:xfrm>
            <a:off x="4229" y="0"/>
            <a:ext cx="8653388" cy="888178"/>
          </a:xfrm>
          <a:prstGeom prst="rect">
            <a:avLst/>
          </a:prstGeom>
          <a:gradFill>
            <a:gsLst>
              <a:gs pos="98000">
                <a:schemeClr val="bg2">
                  <a:lumMod val="50000"/>
                  <a:alpha val="84715"/>
                </a:schemeClr>
              </a:gs>
              <a:gs pos="49000">
                <a:srgbClr val="096580">
                  <a:alpha val="93519"/>
                </a:srgbClr>
              </a:gs>
              <a:gs pos="0">
                <a:schemeClr val="bg2">
                  <a:lumMod val="50000"/>
                  <a:alpha val="89629"/>
                </a:schemeClr>
              </a:gs>
            </a:gsLst>
            <a:lin ang="19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5" name="Title 1">
            <a:extLst>
              <a:ext uri="{FF2B5EF4-FFF2-40B4-BE49-F238E27FC236}">
                <a16:creationId xmlns:a16="http://schemas.microsoft.com/office/drawing/2014/main" id="{A06721B8-5C1A-56C6-FF04-F6EF0453CC41}"/>
              </a:ext>
            </a:extLst>
          </p:cNvPr>
          <p:cNvSpPr txBox="1">
            <a:spLocks/>
          </p:cNvSpPr>
          <p:nvPr/>
        </p:nvSpPr>
        <p:spPr>
          <a:xfrm>
            <a:off x="412950" y="114195"/>
            <a:ext cx="7889396" cy="733041"/>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r>
              <a:rPr lang="en-US" sz="2100" b="1" dirty="0"/>
              <a:t>The 6 Levels of Autonomous Driving</a:t>
            </a:r>
          </a:p>
        </p:txBody>
      </p:sp>
      <p:sp>
        <p:nvSpPr>
          <p:cNvPr id="6" name="Title 1">
            <a:extLst>
              <a:ext uri="{FF2B5EF4-FFF2-40B4-BE49-F238E27FC236}">
                <a16:creationId xmlns:a16="http://schemas.microsoft.com/office/drawing/2014/main" id="{E307D548-57BF-6F55-811E-B362DD008C5B}"/>
              </a:ext>
            </a:extLst>
          </p:cNvPr>
          <p:cNvSpPr txBox="1">
            <a:spLocks/>
          </p:cNvSpPr>
          <p:nvPr/>
        </p:nvSpPr>
        <p:spPr>
          <a:xfrm>
            <a:off x="533635" y="2049574"/>
            <a:ext cx="1246064" cy="1954580"/>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r>
              <a:rPr lang="en-US" sz="14987" b="1" dirty="0">
                <a:solidFill>
                  <a:schemeClr val="bg1">
                    <a:alpha val="97000"/>
                  </a:schemeClr>
                </a:solidFill>
                <a:effectLst>
                  <a:outerShdw blurRad="50800" dist="38100" dir="2700000" algn="tl" rotWithShape="0">
                    <a:prstClr val="black">
                      <a:alpha val="10998"/>
                    </a:prstClr>
                  </a:outerShdw>
                </a:effectLst>
              </a:rPr>
              <a:t>0</a:t>
            </a:r>
          </a:p>
        </p:txBody>
      </p:sp>
      <p:sp>
        <p:nvSpPr>
          <p:cNvPr id="8" name="Text Placeholder 2">
            <a:extLst>
              <a:ext uri="{FF2B5EF4-FFF2-40B4-BE49-F238E27FC236}">
                <a16:creationId xmlns:a16="http://schemas.microsoft.com/office/drawing/2014/main" id="{EC1E59B3-5B68-4972-3D5D-333D34944D34}"/>
              </a:ext>
            </a:extLst>
          </p:cNvPr>
          <p:cNvSpPr txBox="1">
            <a:spLocks/>
          </p:cNvSpPr>
          <p:nvPr/>
        </p:nvSpPr>
        <p:spPr>
          <a:xfrm>
            <a:off x="2149435" y="2770571"/>
            <a:ext cx="1900052" cy="334536"/>
          </a:xfrm>
          <a:prstGeom prst="rect">
            <a:avLst/>
          </a:prstGeom>
        </p:spPr>
        <p:txBody>
          <a:bodyPr lIns="0" tIns="0" rIns="0" bIns="0"/>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599"/>
              </a:spcAft>
            </a:pPr>
            <a:r>
              <a:rPr lang="en-US" sz="2100" b="1" dirty="0"/>
              <a:t>All Driver</a:t>
            </a:r>
            <a:endParaRPr lang="en-US" sz="2100" dirty="0"/>
          </a:p>
        </p:txBody>
      </p:sp>
    </p:spTree>
    <p:extLst>
      <p:ext uri="{BB962C8B-B14F-4D97-AF65-F5344CB8AC3E}">
        <p14:creationId xmlns:p14="http://schemas.microsoft.com/office/powerpoint/2010/main" val="9438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1000" fill="hold"/>
                                        <p:tgtEl>
                                          <p:spTgt spid="12"/>
                                        </p:tgtEl>
                                        <p:attrNameLst>
                                          <p:attrName>ppt_x</p:attrName>
                                        </p:attrNameLst>
                                      </p:cBhvr>
                                      <p:tavLst>
                                        <p:tav tm="0">
                                          <p:val>
                                            <p:strVal val="0-#ppt_w/2"/>
                                          </p:val>
                                        </p:tav>
                                        <p:tav tm="100000">
                                          <p:val>
                                            <p:strVal val="#ppt_x"/>
                                          </p:val>
                                        </p:tav>
                                      </p:tavLst>
                                    </p:anim>
                                    <p:anim calcmode="lin" valueType="num">
                                      <p:cBhvr additive="base">
                                        <p:cTn id="11" dur="1000" fill="hold"/>
                                        <p:tgtEl>
                                          <p:spTgt spid="12"/>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1000" fill="hold"/>
                                        <p:tgtEl>
                                          <p:spTgt spid="13"/>
                                        </p:tgtEl>
                                        <p:attrNameLst>
                                          <p:attrName>ppt_x</p:attrName>
                                        </p:attrNameLst>
                                      </p:cBhvr>
                                      <p:tavLst>
                                        <p:tav tm="0">
                                          <p:val>
                                            <p:strVal val="0-#ppt_w/2"/>
                                          </p:val>
                                        </p:tav>
                                        <p:tav tm="100000">
                                          <p:val>
                                            <p:strVal val="#ppt_x"/>
                                          </p:val>
                                        </p:tav>
                                      </p:tavLst>
                                    </p:anim>
                                    <p:anim calcmode="lin" valueType="num">
                                      <p:cBhvr additive="base">
                                        <p:cTn id="15" dur="1000" fill="hold"/>
                                        <p:tgtEl>
                                          <p:spTgt spid="13"/>
                                        </p:tgtEl>
                                        <p:attrNameLst>
                                          <p:attrName>ppt_y</p:attrName>
                                        </p:attrNameLst>
                                      </p:cBhvr>
                                      <p:tavLst>
                                        <p:tav tm="0">
                                          <p:val>
                                            <p:strVal val="#ppt_y"/>
                                          </p:val>
                                        </p:tav>
                                        <p:tav tm="100000">
                                          <p:val>
                                            <p:strVal val="#ppt_y"/>
                                          </p:val>
                                        </p:tav>
                                      </p:tavLst>
                                    </p:anim>
                                  </p:childTnLst>
                                </p:cTn>
                              </p:par>
                              <p:par>
                                <p:cTn id="16" presetID="2" presetClass="entr" presetSubtype="1"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1000" fill="hold"/>
                                        <p:tgtEl>
                                          <p:spTgt spid="14"/>
                                        </p:tgtEl>
                                        <p:attrNameLst>
                                          <p:attrName>ppt_x</p:attrName>
                                        </p:attrNameLst>
                                      </p:cBhvr>
                                      <p:tavLst>
                                        <p:tav tm="0">
                                          <p:val>
                                            <p:strVal val="#ppt_x"/>
                                          </p:val>
                                        </p:tav>
                                        <p:tav tm="100000">
                                          <p:val>
                                            <p:strVal val="#ppt_x"/>
                                          </p:val>
                                        </p:tav>
                                      </p:tavLst>
                                    </p:anim>
                                    <p:anim calcmode="lin" valueType="num">
                                      <p:cBhvr additive="base">
                                        <p:cTn id="19" dur="1000" fill="hold"/>
                                        <p:tgtEl>
                                          <p:spTgt spid="14"/>
                                        </p:tgtEl>
                                        <p:attrNameLst>
                                          <p:attrName>ppt_y</p:attrName>
                                        </p:attrNameLst>
                                      </p:cBhvr>
                                      <p:tavLst>
                                        <p:tav tm="0">
                                          <p:val>
                                            <p:strVal val="0-#ppt_h/2"/>
                                          </p:val>
                                        </p:tav>
                                        <p:tav tm="100000">
                                          <p:val>
                                            <p:strVal val="#ppt_y"/>
                                          </p:val>
                                        </p:tav>
                                      </p:tavLst>
                                    </p:anim>
                                  </p:childTnLst>
                                </p:cTn>
                              </p:par>
                              <p:par>
                                <p:cTn id="20" presetID="10" presetClass="entr" presetSubtype="0" fill="hold" grpId="0" nodeType="withEffect">
                                  <p:stCondLst>
                                    <p:cond delay="1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15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26" presetClass="emph" presetSubtype="0" repeatCount="2000" fill="hold" grpId="1" nodeType="withEffect">
                                  <p:stCondLst>
                                    <p:cond delay="1000"/>
                                  </p:stCondLst>
                                  <p:childTnLst>
                                    <p:animEffect transition="out" filter="fade">
                                      <p:cBhvr>
                                        <p:cTn id="30" dur="1000" tmFilter="0, 0; .2, .5; .8, .5; 1, 0"/>
                                        <p:tgtEl>
                                          <p:spTgt spid="8"/>
                                        </p:tgtEl>
                                      </p:cBhvr>
                                    </p:animEffect>
                                    <p:animScale>
                                      <p:cBhvr>
                                        <p:cTn id="31" dur="500" autoRev="1" fill="hold"/>
                                        <p:tgtEl>
                                          <p:spTgt spid="8"/>
                                        </p:tgtEl>
                                      </p:cBhvr>
                                      <p:by x="105000" y="105000"/>
                                    </p:animScale>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3" grpId="0" animBg="1"/>
      <p:bldP spid="12" grpId="0" animBg="1"/>
      <p:bldP spid="5" grpId="0"/>
      <p:bldP spid="6" grpId="0"/>
      <p:bldP spid="8" grpId="0"/>
      <p:bldP spid="8"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6F71B-FAA0-708F-4BB6-5047C57D8E6A}"/>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EE0A4188-DFE9-4DCF-5179-565C69AF82F1}"/>
              </a:ext>
            </a:extLst>
          </p:cNvPr>
          <p:cNvPicPr>
            <a:picLocks noChangeAspect="1"/>
          </p:cNvPicPr>
          <p:nvPr/>
        </p:nvPicPr>
        <p:blipFill>
          <a:blip r:embed="rId2" cstate="print">
            <a:alphaModFix amt="72000"/>
            <a:extLst>
              <a:ext uri="{28A0092B-C50C-407E-A947-70E740481C1C}">
                <a14:useLocalDpi xmlns:a14="http://schemas.microsoft.com/office/drawing/2010/main" val="0"/>
              </a:ext>
            </a:extLst>
          </a:blip>
          <a:srcRect l="2316" r="17389" b="15073"/>
          <a:stretch>
            <a:fillRect/>
          </a:stretch>
        </p:blipFill>
        <p:spPr>
          <a:xfrm>
            <a:off x="0" y="0"/>
            <a:ext cx="8657112" cy="5143500"/>
          </a:xfrm>
          <a:prstGeom prst="rect">
            <a:avLst/>
          </a:prstGeom>
        </p:spPr>
      </p:pic>
      <p:sp>
        <p:nvSpPr>
          <p:cNvPr id="3" name="Rectangle 2">
            <a:extLst>
              <a:ext uri="{FF2B5EF4-FFF2-40B4-BE49-F238E27FC236}">
                <a16:creationId xmlns:a16="http://schemas.microsoft.com/office/drawing/2014/main" id="{E824B254-2525-97D6-050C-0B17642AB604}"/>
              </a:ext>
            </a:extLst>
          </p:cNvPr>
          <p:cNvSpPr/>
          <p:nvPr/>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14" name="Rectangle 13">
            <a:extLst>
              <a:ext uri="{FF2B5EF4-FFF2-40B4-BE49-F238E27FC236}">
                <a16:creationId xmlns:a16="http://schemas.microsoft.com/office/drawing/2014/main" id="{CA008DF9-2118-CD3E-5C44-4065E61D3ED2}"/>
              </a:ext>
            </a:extLst>
          </p:cNvPr>
          <p:cNvSpPr/>
          <p:nvPr/>
        </p:nvSpPr>
        <p:spPr>
          <a:xfrm>
            <a:off x="162846" y="892309"/>
            <a:ext cx="4373528" cy="410037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3" name="Rectangle 12">
            <a:extLst>
              <a:ext uri="{FF2B5EF4-FFF2-40B4-BE49-F238E27FC236}">
                <a16:creationId xmlns:a16="http://schemas.microsoft.com/office/drawing/2014/main" id="{A543B658-F008-71CE-23FB-59959F291E72}"/>
              </a:ext>
            </a:extLst>
          </p:cNvPr>
          <p:cNvSpPr/>
          <p:nvPr/>
        </p:nvSpPr>
        <p:spPr>
          <a:xfrm>
            <a:off x="4229" y="0"/>
            <a:ext cx="8653388" cy="88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2" name="Rectangle 11">
            <a:extLst>
              <a:ext uri="{FF2B5EF4-FFF2-40B4-BE49-F238E27FC236}">
                <a16:creationId xmlns:a16="http://schemas.microsoft.com/office/drawing/2014/main" id="{EDD966AA-48D7-1DC5-53F2-554D079BE819}"/>
              </a:ext>
            </a:extLst>
          </p:cNvPr>
          <p:cNvSpPr/>
          <p:nvPr/>
        </p:nvSpPr>
        <p:spPr>
          <a:xfrm>
            <a:off x="4229" y="0"/>
            <a:ext cx="8653388" cy="888178"/>
          </a:xfrm>
          <a:prstGeom prst="rect">
            <a:avLst/>
          </a:prstGeom>
          <a:gradFill>
            <a:gsLst>
              <a:gs pos="98000">
                <a:schemeClr val="bg2">
                  <a:lumMod val="50000"/>
                  <a:alpha val="84715"/>
                </a:schemeClr>
              </a:gs>
              <a:gs pos="49000">
                <a:srgbClr val="096580">
                  <a:alpha val="93519"/>
                </a:srgbClr>
              </a:gs>
              <a:gs pos="0">
                <a:schemeClr val="bg2">
                  <a:lumMod val="50000"/>
                  <a:alpha val="89629"/>
                </a:schemeClr>
              </a:gs>
            </a:gsLst>
            <a:lin ang="19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5" name="Title 1">
            <a:extLst>
              <a:ext uri="{FF2B5EF4-FFF2-40B4-BE49-F238E27FC236}">
                <a16:creationId xmlns:a16="http://schemas.microsoft.com/office/drawing/2014/main" id="{C6B157C4-A1E9-B7B1-91BA-97621A6D9652}"/>
              </a:ext>
            </a:extLst>
          </p:cNvPr>
          <p:cNvSpPr txBox="1">
            <a:spLocks/>
          </p:cNvSpPr>
          <p:nvPr/>
        </p:nvSpPr>
        <p:spPr>
          <a:xfrm>
            <a:off x="412950" y="114195"/>
            <a:ext cx="7889396" cy="733041"/>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r>
              <a:rPr lang="en-US" sz="2100" b="1" dirty="0"/>
              <a:t>The 6 Levels of Autonomous Driving</a:t>
            </a:r>
          </a:p>
        </p:txBody>
      </p:sp>
      <p:sp>
        <p:nvSpPr>
          <p:cNvPr id="6" name="Title 1">
            <a:extLst>
              <a:ext uri="{FF2B5EF4-FFF2-40B4-BE49-F238E27FC236}">
                <a16:creationId xmlns:a16="http://schemas.microsoft.com/office/drawing/2014/main" id="{04E99E8E-A020-FDB8-6021-7E4FC1E551AF}"/>
              </a:ext>
            </a:extLst>
          </p:cNvPr>
          <p:cNvSpPr txBox="1">
            <a:spLocks/>
          </p:cNvSpPr>
          <p:nvPr/>
        </p:nvSpPr>
        <p:spPr>
          <a:xfrm>
            <a:off x="533635" y="2049574"/>
            <a:ext cx="1246064" cy="1954580"/>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r>
              <a:rPr lang="en-US" sz="14987" b="1" dirty="0">
                <a:solidFill>
                  <a:schemeClr val="bg1">
                    <a:alpha val="97000"/>
                  </a:schemeClr>
                </a:solidFill>
                <a:effectLst>
                  <a:outerShdw blurRad="50800" dist="38100" dir="2700000" algn="tl" rotWithShape="0">
                    <a:prstClr val="black">
                      <a:alpha val="10998"/>
                    </a:prstClr>
                  </a:outerShdw>
                </a:effectLst>
              </a:rPr>
              <a:t>0</a:t>
            </a:r>
          </a:p>
        </p:txBody>
      </p:sp>
      <p:sp>
        <p:nvSpPr>
          <p:cNvPr id="8" name="Text Placeholder 2">
            <a:extLst>
              <a:ext uri="{FF2B5EF4-FFF2-40B4-BE49-F238E27FC236}">
                <a16:creationId xmlns:a16="http://schemas.microsoft.com/office/drawing/2014/main" id="{21FCFE5F-747E-5052-F4EB-A59047C778B2}"/>
              </a:ext>
            </a:extLst>
          </p:cNvPr>
          <p:cNvSpPr txBox="1">
            <a:spLocks/>
          </p:cNvSpPr>
          <p:nvPr/>
        </p:nvSpPr>
        <p:spPr>
          <a:xfrm>
            <a:off x="2101932" y="2675569"/>
            <a:ext cx="2125682" cy="334536"/>
          </a:xfrm>
          <a:prstGeom prst="rect">
            <a:avLst/>
          </a:prstGeom>
        </p:spPr>
        <p:txBody>
          <a:bodyPr lIns="0" tIns="0" rIns="0" bIns="0"/>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Aft>
                <a:spcPts val="599"/>
              </a:spcAft>
            </a:pPr>
            <a:r>
              <a:rPr lang="en-US" sz="1900" b="1" dirty="0"/>
              <a:t>Vehicle steers </a:t>
            </a:r>
            <a:br>
              <a:rPr lang="en-US" sz="1900" b="1" dirty="0"/>
            </a:br>
            <a:r>
              <a:rPr lang="en-US" sz="1900" b="1" i="1" dirty="0"/>
              <a:t>OR</a:t>
            </a:r>
            <a:r>
              <a:rPr lang="en-US" sz="1900" b="1" dirty="0"/>
              <a:t> accelerates</a:t>
            </a:r>
            <a:endParaRPr lang="en-US" sz="1900" dirty="0"/>
          </a:p>
        </p:txBody>
      </p:sp>
    </p:spTree>
    <p:extLst>
      <p:ext uri="{BB962C8B-B14F-4D97-AF65-F5344CB8AC3E}">
        <p14:creationId xmlns:p14="http://schemas.microsoft.com/office/powerpoint/2010/main" val="169666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1000" fill="hold"/>
                                        <p:tgtEl>
                                          <p:spTgt spid="12"/>
                                        </p:tgtEl>
                                        <p:attrNameLst>
                                          <p:attrName>ppt_x</p:attrName>
                                        </p:attrNameLst>
                                      </p:cBhvr>
                                      <p:tavLst>
                                        <p:tav tm="0">
                                          <p:val>
                                            <p:strVal val="0-#ppt_w/2"/>
                                          </p:val>
                                        </p:tav>
                                        <p:tav tm="100000">
                                          <p:val>
                                            <p:strVal val="#ppt_x"/>
                                          </p:val>
                                        </p:tav>
                                      </p:tavLst>
                                    </p:anim>
                                    <p:anim calcmode="lin" valueType="num">
                                      <p:cBhvr additive="base">
                                        <p:cTn id="11" dur="1000" fill="hold"/>
                                        <p:tgtEl>
                                          <p:spTgt spid="12"/>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1000" fill="hold"/>
                                        <p:tgtEl>
                                          <p:spTgt spid="13"/>
                                        </p:tgtEl>
                                        <p:attrNameLst>
                                          <p:attrName>ppt_x</p:attrName>
                                        </p:attrNameLst>
                                      </p:cBhvr>
                                      <p:tavLst>
                                        <p:tav tm="0">
                                          <p:val>
                                            <p:strVal val="0-#ppt_w/2"/>
                                          </p:val>
                                        </p:tav>
                                        <p:tav tm="100000">
                                          <p:val>
                                            <p:strVal val="#ppt_x"/>
                                          </p:val>
                                        </p:tav>
                                      </p:tavLst>
                                    </p:anim>
                                    <p:anim calcmode="lin" valueType="num">
                                      <p:cBhvr additive="base">
                                        <p:cTn id="15" dur="1000" fill="hold"/>
                                        <p:tgtEl>
                                          <p:spTgt spid="13"/>
                                        </p:tgtEl>
                                        <p:attrNameLst>
                                          <p:attrName>ppt_y</p:attrName>
                                        </p:attrNameLst>
                                      </p:cBhvr>
                                      <p:tavLst>
                                        <p:tav tm="0">
                                          <p:val>
                                            <p:strVal val="#ppt_y"/>
                                          </p:val>
                                        </p:tav>
                                        <p:tav tm="100000">
                                          <p:val>
                                            <p:strVal val="#ppt_y"/>
                                          </p:val>
                                        </p:tav>
                                      </p:tavLst>
                                    </p:anim>
                                  </p:childTnLst>
                                </p:cTn>
                              </p:par>
                              <p:par>
                                <p:cTn id="16" presetID="2" presetClass="entr" presetSubtype="1"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1000" fill="hold"/>
                                        <p:tgtEl>
                                          <p:spTgt spid="14"/>
                                        </p:tgtEl>
                                        <p:attrNameLst>
                                          <p:attrName>ppt_x</p:attrName>
                                        </p:attrNameLst>
                                      </p:cBhvr>
                                      <p:tavLst>
                                        <p:tav tm="0">
                                          <p:val>
                                            <p:strVal val="#ppt_x"/>
                                          </p:val>
                                        </p:tav>
                                        <p:tav tm="100000">
                                          <p:val>
                                            <p:strVal val="#ppt_x"/>
                                          </p:val>
                                        </p:tav>
                                      </p:tavLst>
                                    </p:anim>
                                    <p:anim calcmode="lin" valueType="num">
                                      <p:cBhvr additive="base">
                                        <p:cTn id="19" dur="1000" fill="hold"/>
                                        <p:tgtEl>
                                          <p:spTgt spid="14"/>
                                        </p:tgtEl>
                                        <p:attrNameLst>
                                          <p:attrName>ppt_y</p:attrName>
                                        </p:attrNameLst>
                                      </p:cBhvr>
                                      <p:tavLst>
                                        <p:tav tm="0">
                                          <p:val>
                                            <p:strVal val="0-#ppt_h/2"/>
                                          </p:val>
                                        </p:tav>
                                        <p:tav tm="100000">
                                          <p:val>
                                            <p:strVal val="#ppt_y"/>
                                          </p:val>
                                        </p:tav>
                                      </p:tavLst>
                                    </p:anim>
                                  </p:childTnLst>
                                </p:cTn>
                              </p:par>
                              <p:par>
                                <p:cTn id="20" presetID="10" presetClass="entr" presetSubtype="0" fill="hold" grpId="0" nodeType="withEffect">
                                  <p:stCondLst>
                                    <p:cond delay="1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15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26" presetClass="emph" presetSubtype="0" repeatCount="2000" fill="hold" grpId="1" nodeType="withEffect">
                                  <p:stCondLst>
                                    <p:cond delay="1000"/>
                                  </p:stCondLst>
                                  <p:childTnLst>
                                    <p:animEffect transition="out" filter="fade">
                                      <p:cBhvr>
                                        <p:cTn id="30" dur="1000" tmFilter="0, 0; .2, .5; .8, .5; 1, 0"/>
                                        <p:tgtEl>
                                          <p:spTgt spid="8"/>
                                        </p:tgtEl>
                                      </p:cBhvr>
                                    </p:animEffect>
                                    <p:animScale>
                                      <p:cBhvr>
                                        <p:cTn id="31" dur="500" autoRev="1" fill="hold"/>
                                        <p:tgtEl>
                                          <p:spTgt spid="8"/>
                                        </p:tgtEl>
                                      </p:cBhvr>
                                      <p:by x="105000" y="105000"/>
                                    </p:animScale>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3" grpId="0" animBg="1"/>
      <p:bldP spid="12" grpId="0" animBg="1"/>
      <p:bldP spid="5" grpId="0"/>
      <p:bldP spid="6" grpId="0"/>
      <p:bldP spid="8" grpId="0"/>
      <p:bldP spid="8"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5183F-16FF-9AA6-AAF0-DF7459E46928}"/>
            </a:ext>
          </a:extLst>
        </p:cNvPr>
        <p:cNvGrpSpPr/>
        <p:nvPr/>
      </p:nvGrpSpPr>
      <p:grpSpPr>
        <a:xfrm>
          <a:off x="0" y="0"/>
          <a:ext cx="0" cy="0"/>
          <a:chOff x="0" y="0"/>
          <a:chExt cx="0" cy="0"/>
        </a:xfrm>
      </p:grpSpPr>
      <p:pic>
        <p:nvPicPr>
          <p:cNvPr id="10" name="Picture 9" descr="A person driving a car&#10;&#10;AI-generated content may be incorrect.">
            <a:extLst>
              <a:ext uri="{FF2B5EF4-FFF2-40B4-BE49-F238E27FC236}">
                <a16:creationId xmlns:a16="http://schemas.microsoft.com/office/drawing/2014/main" id="{27A423FD-0141-1132-D69C-3047C7F657BC}"/>
              </a:ext>
            </a:extLst>
          </p:cNvPr>
          <p:cNvPicPr>
            <a:picLocks noChangeAspect="1"/>
          </p:cNvPicPr>
          <p:nvPr/>
        </p:nvPicPr>
        <p:blipFill>
          <a:blip r:embed="rId2" cstate="print">
            <a:alphaModFix amt="68000"/>
            <a:extLst>
              <a:ext uri="{28A0092B-C50C-407E-A947-70E740481C1C}">
                <a14:useLocalDpi xmlns:a14="http://schemas.microsoft.com/office/drawing/2010/main" val="0"/>
              </a:ext>
            </a:extLst>
          </a:blip>
          <a:srcRect t="10880"/>
          <a:stretch>
            <a:fillRect/>
          </a:stretch>
        </p:blipFill>
        <p:spPr>
          <a:xfrm>
            <a:off x="0" y="0"/>
            <a:ext cx="8657112" cy="5143500"/>
          </a:xfrm>
          <a:prstGeom prst="rect">
            <a:avLst/>
          </a:prstGeom>
        </p:spPr>
      </p:pic>
      <p:sp>
        <p:nvSpPr>
          <p:cNvPr id="3" name="Rectangle 2">
            <a:extLst>
              <a:ext uri="{FF2B5EF4-FFF2-40B4-BE49-F238E27FC236}">
                <a16:creationId xmlns:a16="http://schemas.microsoft.com/office/drawing/2014/main" id="{E07CF8A2-930C-20D4-2404-80E0D44F4366}"/>
              </a:ext>
            </a:extLst>
          </p:cNvPr>
          <p:cNvSpPr/>
          <p:nvPr/>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14" name="Rectangle 13">
            <a:extLst>
              <a:ext uri="{FF2B5EF4-FFF2-40B4-BE49-F238E27FC236}">
                <a16:creationId xmlns:a16="http://schemas.microsoft.com/office/drawing/2014/main" id="{A6C52E07-945E-00AD-25C8-9CAB921A4C3B}"/>
              </a:ext>
            </a:extLst>
          </p:cNvPr>
          <p:cNvSpPr/>
          <p:nvPr/>
        </p:nvSpPr>
        <p:spPr>
          <a:xfrm>
            <a:off x="2199610" y="892309"/>
            <a:ext cx="4284317" cy="410037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3" name="Rectangle 12">
            <a:extLst>
              <a:ext uri="{FF2B5EF4-FFF2-40B4-BE49-F238E27FC236}">
                <a16:creationId xmlns:a16="http://schemas.microsoft.com/office/drawing/2014/main" id="{BD36B84D-399E-8197-1E38-50846AFF2C3A}"/>
              </a:ext>
            </a:extLst>
          </p:cNvPr>
          <p:cNvSpPr/>
          <p:nvPr/>
        </p:nvSpPr>
        <p:spPr>
          <a:xfrm>
            <a:off x="4229" y="0"/>
            <a:ext cx="8653388" cy="88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2" name="Rectangle 11">
            <a:extLst>
              <a:ext uri="{FF2B5EF4-FFF2-40B4-BE49-F238E27FC236}">
                <a16:creationId xmlns:a16="http://schemas.microsoft.com/office/drawing/2014/main" id="{BA4B6848-E03C-284E-D5F4-F1A3579084BD}"/>
              </a:ext>
            </a:extLst>
          </p:cNvPr>
          <p:cNvSpPr/>
          <p:nvPr/>
        </p:nvSpPr>
        <p:spPr>
          <a:xfrm>
            <a:off x="4229" y="0"/>
            <a:ext cx="8653388" cy="888178"/>
          </a:xfrm>
          <a:prstGeom prst="rect">
            <a:avLst/>
          </a:prstGeom>
          <a:gradFill>
            <a:gsLst>
              <a:gs pos="98000">
                <a:schemeClr val="bg2">
                  <a:lumMod val="50000"/>
                  <a:alpha val="84715"/>
                </a:schemeClr>
              </a:gs>
              <a:gs pos="49000">
                <a:srgbClr val="096580">
                  <a:alpha val="93519"/>
                </a:srgbClr>
              </a:gs>
              <a:gs pos="0">
                <a:schemeClr val="bg2">
                  <a:lumMod val="50000"/>
                  <a:alpha val="89629"/>
                </a:schemeClr>
              </a:gs>
            </a:gsLst>
            <a:lin ang="19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5" name="Title 1">
            <a:extLst>
              <a:ext uri="{FF2B5EF4-FFF2-40B4-BE49-F238E27FC236}">
                <a16:creationId xmlns:a16="http://schemas.microsoft.com/office/drawing/2014/main" id="{9DE69AD7-7782-6941-88C9-963CE086676D}"/>
              </a:ext>
            </a:extLst>
          </p:cNvPr>
          <p:cNvSpPr txBox="1">
            <a:spLocks/>
          </p:cNvSpPr>
          <p:nvPr/>
        </p:nvSpPr>
        <p:spPr>
          <a:xfrm>
            <a:off x="412950" y="114195"/>
            <a:ext cx="7889396" cy="733041"/>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r>
              <a:rPr lang="en-US" sz="2100" b="1" dirty="0"/>
              <a:t>The 6 Levels of Autonomous Driving</a:t>
            </a:r>
          </a:p>
        </p:txBody>
      </p:sp>
      <p:sp>
        <p:nvSpPr>
          <p:cNvPr id="6" name="Title 1">
            <a:extLst>
              <a:ext uri="{FF2B5EF4-FFF2-40B4-BE49-F238E27FC236}">
                <a16:creationId xmlns:a16="http://schemas.microsoft.com/office/drawing/2014/main" id="{26D0690F-335F-AF2A-9DA4-11DD46AD6380}"/>
              </a:ext>
            </a:extLst>
          </p:cNvPr>
          <p:cNvSpPr txBox="1">
            <a:spLocks/>
          </p:cNvSpPr>
          <p:nvPr/>
        </p:nvSpPr>
        <p:spPr>
          <a:xfrm>
            <a:off x="2454540" y="1907070"/>
            <a:ext cx="1246064" cy="1954580"/>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r>
              <a:rPr lang="en-US" sz="14987" b="1" dirty="0">
                <a:solidFill>
                  <a:schemeClr val="bg1">
                    <a:alpha val="97000"/>
                  </a:schemeClr>
                </a:solidFill>
                <a:effectLst>
                  <a:outerShdw blurRad="50800" dist="38100" dir="2700000" algn="tl" rotWithShape="0">
                    <a:prstClr val="black">
                      <a:alpha val="11034"/>
                    </a:prstClr>
                  </a:outerShdw>
                </a:effectLst>
              </a:rPr>
              <a:t>1</a:t>
            </a:r>
          </a:p>
        </p:txBody>
      </p:sp>
      <p:sp>
        <p:nvSpPr>
          <p:cNvPr id="9" name="Text Placeholder 2">
            <a:extLst>
              <a:ext uri="{FF2B5EF4-FFF2-40B4-BE49-F238E27FC236}">
                <a16:creationId xmlns:a16="http://schemas.microsoft.com/office/drawing/2014/main" id="{54443438-5247-5ACA-D632-F51CC24A1775}"/>
              </a:ext>
            </a:extLst>
          </p:cNvPr>
          <p:cNvSpPr txBox="1">
            <a:spLocks/>
          </p:cNvSpPr>
          <p:nvPr/>
        </p:nvSpPr>
        <p:spPr>
          <a:xfrm>
            <a:off x="3855428" y="2499321"/>
            <a:ext cx="2598234" cy="334536"/>
          </a:xfrm>
          <a:prstGeom prst="rect">
            <a:avLst/>
          </a:prstGeom>
        </p:spPr>
        <p:txBody>
          <a:bodyPr lIns="0" tIns="0" rIns="0" bIns="0"/>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Aft>
                <a:spcPts val="599"/>
              </a:spcAft>
            </a:pPr>
            <a:r>
              <a:rPr lang="en-US" sz="1900" b="1" dirty="0"/>
              <a:t>Vehicle steers </a:t>
            </a:r>
            <a:br>
              <a:rPr lang="en-US" sz="1900" b="1" dirty="0"/>
            </a:br>
            <a:r>
              <a:rPr lang="en-US" sz="1900" b="1" i="1" dirty="0"/>
              <a:t>AND</a:t>
            </a:r>
            <a:r>
              <a:rPr lang="en-US" sz="1900" b="1" dirty="0"/>
              <a:t> accelerates</a:t>
            </a:r>
            <a:endParaRPr lang="en-US" sz="1900" dirty="0"/>
          </a:p>
        </p:txBody>
      </p:sp>
    </p:spTree>
    <p:extLst>
      <p:ext uri="{BB962C8B-B14F-4D97-AF65-F5344CB8AC3E}">
        <p14:creationId xmlns:p14="http://schemas.microsoft.com/office/powerpoint/2010/main" val="1204381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1000" fill="hold"/>
                                        <p:tgtEl>
                                          <p:spTgt spid="12"/>
                                        </p:tgtEl>
                                        <p:attrNameLst>
                                          <p:attrName>ppt_x</p:attrName>
                                        </p:attrNameLst>
                                      </p:cBhvr>
                                      <p:tavLst>
                                        <p:tav tm="0">
                                          <p:val>
                                            <p:strVal val="0-#ppt_w/2"/>
                                          </p:val>
                                        </p:tav>
                                        <p:tav tm="100000">
                                          <p:val>
                                            <p:strVal val="#ppt_x"/>
                                          </p:val>
                                        </p:tav>
                                      </p:tavLst>
                                    </p:anim>
                                    <p:anim calcmode="lin" valueType="num">
                                      <p:cBhvr additive="base">
                                        <p:cTn id="11" dur="1000" fill="hold"/>
                                        <p:tgtEl>
                                          <p:spTgt spid="12"/>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1000" fill="hold"/>
                                        <p:tgtEl>
                                          <p:spTgt spid="13"/>
                                        </p:tgtEl>
                                        <p:attrNameLst>
                                          <p:attrName>ppt_x</p:attrName>
                                        </p:attrNameLst>
                                      </p:cBhvr>
                                      <p:tavLst>
                                        <p:tav tm="0">
                                          <p:val>
                                            <p:strVal val="0-#ppt_w/2"/>
                                          </p:val>
                                        </p:tav>
                                        <p:tav tm="100000">
                                          <p:val>
                                            <p:strVal val="#ppt_x"/>
                                          </p:val>
                                        </p:tav>
                                      </p:tavLst>
                                    </p:anim>
                                    <p:anim calcmode="lin" valueType="num">
                                      <p:cBhvr additive="base">
                                        <p:cTn id="15" dur="1000" fill="hold"/>
                                        <p:tgtEl>
                                          <p:spTgt spid="13"/>
                                        </p:tgtEl>
                                        <p:attrNameLst>
                                          <p:attrName>ppt_y</p:attrName>
                                        </p:attrNameLst>
                                      </p:cBhvr>
                                      <p:tavLst>
                                        <p:tav tm="0">
                                          <p:val>
                                            <p:strVal val="#ppt_y"/>
                                          </p:val>
                                        </p:tav>
                                        <p:tav tm="100000">
                                          <p:val>
                                            <p:strVal val="#ppt_y"/>
                                          </p:val>
                                        </p:tav>
                                      </p:tavLst>
                                    </p:anim>
                                  </p:childTnLst>
                                </p:cTn>
                              </p:par>
                              <p:par>
                                <p:cTn id="16" presetID="2" presetClass="entr" presetSubtype="1"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1000" fill="hold"/>
                                        <p:tgtEl>
                                          <p:spTgt spid="14"/>
                                        </p:tgtEl>
                                        <p:attrNameLst>
                                          <p:attrName>ppt_x</p:attrName>
                                        </p:attrNameLst>
                                      </p:cBhvr>
                                      <p:tavLst>
                                        <p:tav tm="0">
                                          <p:val>
                                            <p:strVal val="#ppt_x"/>
                                          </p:val>
                                        </p:tav>
                                        <p:tav tm="100000">
                                          <p:val>
                                            <p:strVal val="#ppt_x"/>
                                          </p:val>
                                        </p:tav>
                                      </p:tavLst>
                                    </p:anim>
                                    <p:anim calcmode="lin" valueType="num">
                                      <p:cBhvr additive="base">
                                        <p:cTn id="19" dur="1000" fill="hold"/>
                                        <p:tgtEl>
                                          <p:spTgt spid="14"/>
                                        </p:tgtEl>
                                        <p:attrNameLst>
                                          <p:attrName>ppt_y</p:attrName>
                                        </p:attrNameLst>
                                      </p:cBhvr>
                                      <p:tavLst>
                                        <p:tav tm="0">
                                          <p:val>
                                            <p:strVal val="0-#ppt_h/2"/>
                                          </p:val>
                                        </p:tav>
                                        <p:tav tm="100000">
                                          <p:val>
                                            <p:strVal val="#ppt_y"/>
                                          </p:val>
                                        </p:tav>
                                      </p:tavLst>
                                    </p:anim>
                                  </p:childTnLst>
                                </p:cTn>
                              </p:par>
                              <p:par>
                                <p:cTn id="20" presetID="10" presetClass="entr" presetSubtype="0" fill="hold" grpId="0" nodeType="withEffect">
                                  <p:stCondLst>
                                    <p:cond delay="1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par>
                                <p:cTn id="26" presetID="10" presetClass="entr" presetSubtype="0" fill="hold" grpId="0" nodeType="withEffect">
                                  <p:stCondLst>
                                    <p:cond delay="20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26" presetClass="emph" presetSubtype="0" repeatCount="2000" fill="hold" grpId="1" nodeType="withEffect">
                                  <p:stCondLst>
                                    <p:cond delay="2000"/>
                                  </p:stCondLst>
                                  <p:childTnLst>
                                    <p:animEffect transition="out" filter="fade">
                                      <p:cBhvr>
                                        <p:cTn id="30" dur="1000" tmFilter="0, 0; .2, .5; .8, .5; 1, 0"/>
                                        <p:tgtEl>
                                          <p:spTgt spid="9"/>
                                        </p:tgtEl>
                                      </p:cBhvr>
                                    </p:animEffect>
                                    <p:animScale>
                                      <p:cBhvr>
                                        <p:cTn id="31" dur="500" autoRev="1" fill="hold"/>
                                        <p:tgtEl>
                                          <p:spTgt spid="9"/>
                                        </p:tgtEl>
                                      </p:cBhvr>
                                      <p:by x="105000" y="105000"/>
                                    </p:animScale>
                                  </p:childTnLst>
                                </p:cTn>
                              </p:par>
                              <p:par>
                                <p:cTn id="32" presetID="10"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3" grpId="0" animBg="1"/>
      <p:bldP spid="12" grpId="0" animBg="1"/>
      <p:bldP spid="5" grpId="0"/>
      <p:bldP spid="6" grpId="0"/>
      <p:bldP spid="9" grpId="0"/>
      <p:bldP spid="9"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0CA34-6D61-6EC3-7D11-330D6367B520}"/>
            </a:ext>
          </a:extLst>
        </p:cNvPr>
        <p:cNvGrpSpPr/>
        <p:nvPr/>
      </p:nvGrpSpPr>
      <p:grpSpPr>
        <a:xfrm>
          <a:off x="0" y="0"/>
          <a:ext cx="0" cy="0"/>
          <a:chOff x="0" y="0"/>
          <a:chExt cx="0" cy="0"/>
        </a:xfrm>
      </p:grpSpPr>
      <p:pic>
        <p:nvPicPr>
          <p:cNvPr id="9" name="Picture 8" descr="A person driving a car&#10;&#10;AI-generated content may be incorrect.">
            <a:extLst>
              <a:ext uri="{FF2B5EF4-FFF2-40B4-BE49-F238E27FC236}">
                <a16:creationId xmlns:a16="http://schemas.microsoft.com/office/drawing/2014/main" id="{C97A75E0-703F-027F-1D0C-7C9F12A236D4}"/>
              </a:ext>
            </a:extLst>
          </p:cNvPr>
          <p:cNvPicPr>
            <a:picLocks noChangeAspect="1"/>
          </p:cNvPicPr>
          <p:nvPr/>
        </p:nvPicPr>
        <p:blipFill>
          <a:blip r:embed="rId2" cstate="print">
            <a:alphaModFix amt="75000"/>
            <a:extLst>
              <a:ext uri="{28A0092B-C50C-407E-A947-70E740481C1C}">
                <a14:useLocalDpi xmlns:a14="http://schemas.microsoft.com/office/drawing/2010/main" val="0"/>
              </a:ext>
            </a:extLst>
          </a:blip>
          <a:srcRect t="10880"/>
          <a:stretch>
            <a:fillRect/>
          </a:stretch>
        </p:blipFill>
        <p:spPr>
          <a:xfrm>
            <a:off x="0" y="0"/>
            <a:ext cx="8657112" cy="5143500"/>
          </a:xfrm>
          <a:prstGeom prst="rect">
            <a:avLst/>
          </a:prstGeom>
        </p:spPr>
      </p:pic>
      <p:sp>
        <p:nvSpPr>
          <p:cNvPr id="3" name="Rectangle 2">
            <a:extLst>
              <a:ext uri="{FF2B5EF4-FFF2-40B4-BE49-F238E27FC236}">
                <a16:creationId xmlns:a16="http://schemas.microsoft.com/office/drawing/2014/main" id="{3BCD190E-FED3-1372-33E8-A409B4FC7649}"/>
              </a:ext>
            </a:extLst>
          </p:cNvPr>
          <p:cNvSpPr/>
          <p:nvPr/>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14" name="Rectangle 13">
            <a:extLst>
              <a:ext uri="{FF2B5EF4-FFF2-40B4-BE49-F238E27FC236}">
                <a16:creationId xmlns:a16="http://schemas.microsoft.com/office/drawing/2014/main" id="{86DFF1F6-1647-731A-952B-D4C9BAC9E671}"/>
              </a:ext>
            </a:extLst>
          </p:cNvPr>
          <p:cNvSpPr/>
          <p:nvPr/>
        </p:nvSpPr>
        <p:spPr>
          <a:xfrm>
            <a:off x="4009002" y="892309"/>
            <a:ext cx="4642605" cy="410037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3" name="Rectangle 12">
            <a:extLst>
              <a:ext uri="{FF2B5EF4-FFF2-40B4-BE49-F238E27FC236}">
                <a16:creationId xmlns:a16="http://schemas.microsoft.com/office/drawing/2014/main" id="{79D2977A-9E71-126C-8141-ECF95FA2BBB1}"/>
              </a:ext>
            </a:extLst>
          </p:cNvPr>
          <p:cNvSpPr/>
          <p:nvPr/>
        </p:nvSpPr>
        <p:spPr>
          <a:xfrm>
            <a:off x="4229" y="0"/>
            <a:ext cx="8653388" cy="88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2" name="Rectangle 11">
            <a:extLst>
              <a:ext uri="{FF2B5EF4-FFF2-40B4-BE49-F238E27FC236}">
                <a16:creationId xmlns:a16="http://schemas.microsoft.com/office/drawing/2014/main" id="{94963BF8-C70D-6EB2-4F1F-739BA2D98A97}"/>
              </a:ext>
            </a:extLst>
          </p:cNvPr>
          <p:cNvSpPr/>
          <p:nvPr/>
        </p:nvSpPr>
        <p:spPr>
          <a:xfrm>
            <a:off x="4229" y="0"/>
            <a:ext cx="8653388" cy="888178"/>
          </a:xfrm>
          <a:prstGeom prst="rect">
            <a:avLst/>
          </a:prstGeom>
          <a:gradFill>
            <a:gsLst>
              <a:gs pos="98000">
                <a:schemeClr val="bg2">
                  <a:lumMod val="50000"/>
                  <a:alpha val="84715"/>
                </a:schemeClr>
              </a:gs>
              <a:gs pos="49000">
                <a:srgbClr val="096580">
                  <a:alpha val="93519"/>
                </a:srgbClr>
              </a:gs>
              <a:gs pos="0">
                <a:schemeClr val="bg2">
                  <a:lumMod val="50000"/>
                  <a:alpha val="89629"/>
                </a:schemeClr>
              </a:gs>
            </a:gsLst>
            <a:lin ang="19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5" name="Title 1">
            <a:extLst>
              <a:ext uri="{FF2B5EF4-FFF2-40B4-BE49-F238E27FC236}">
                <a16:creationId xmlns:a16="http://schemas.microsoft.com/office/drawing/2014/main" id="{B6E836BE-6BC6-65E9-635C-A3B6711CA34E}"/>
              </a:ext>
            </a:extLst>
          </p:cNvPr>
          <p:cNvSpPr txBox="1">
            <a:spLocks/>
          </p:cNvSpPr>
          <p:nvPr/>
        </p:nvSpPr>
        <p:spPr>
          <a:xfrm>
            <a:off x="412950" y="114195"/>
            <a:ext cx="7889396" cy="733041"/>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r>
              <a:rPr lang="en-US" sz="2100" b="1" dirty="0"/>
              <a:t>The 6 Levels of Autonomous Driving</a:t>
            </a:r>
          </a:p>
        </p:txBody>
      </p:sp>
      <p:sp>
        <p:nvSpPr>
          <p:cNvPr id="6" name="Title 1">
            <a:extLst>
              <a:ext uri="{FF2B5EF4-FFF2-40B4-BE49-F238E27FC236}">
                <a16:creationId xmlns:a16="http://schemas.microsoft.com/office/drawing/2014/main" id="{72C15B0E-8620-E4EF-5494-D00B45B46414}"/>
              </a:ext>
            </a:extLst>
          </p:cNvPr>
          <p:cNvSpPr txBox="1">
            <a:spLocks/>
          </p:cNvSpPr>
          <p:nvPr/>
        </p:nvSpPr>
        <p:spPr>
          <a:xfrm>
            <a:off x="4332289" y="1538935"/>
            <a:ext cx="1246064" cy="1954580"/>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r>
              <a:rPr lang="en-US" sz="14987" b="1" dirty="0">
                <a:solidFill>
                  <a:schemeClr val="bg1">
                    <a:alpha val="97000"/>
                  </a:schemeClr>
                </a:solidFill>
                <a:effectLst>
                  <a:outerShdw blurRad="50800" dist="38100" dir="2700000" algn="tl" rotWithShape="0">
                    <a:prstClr val="black">
                      <a:alpha val="12162"/>
                    </a:prstClr>
                  </a:outerShdw>
                </a:effectLst>
              </a:rPr>
              <a:t>1</a:t>
            </a:r>
          </a:p>
        </p:txBody>
      </p:sp>
      <p:sp>
        <p:nvSpPr>
          <p:cNvPr id="7" name="Text Placeholder 2">
            <a:extLst>
              <a:ext uri="{FF2B5EF4-FFF2-40B4-BE49-F238E27FC236}">
                <a16:creationId xmlns:a16="http://schemas.microsoft.com/office/drawing/2014/main" id="{29BBC351-3B69-F58D-B822-FDCEA3A485C4}"/>
              </a:ext>
            </a:extLst>
          </p:cNvPr>
          <p:cNvSpPr txBox="1">
            <a:spLocks/>
          </p:cNvSpPr>
          <p:nvPr/>
        </p:nvSpPr>
        <p:spPr>
          <a:xfrm>
            <a:off x="5814856" y="2107436"/>
            <a:ext cx="2598234" cy="334536"/>
          </a:xfrm>
          <a:prstGeom prst="rect">
            <a:avLst/>
          </a:prstGeom>
        </p:spPr>
        <p:txBody>
          <a:bodyPr lIns="0" tIns="0" rIns="0" bIns="0"/>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Aft>
                <a:spcPts val="599"/>
              </a:spcAft>
            </a:pPr>
            <a:r>
              <a:rPr lang="en-US" sz="2100" b="1" dirty="0">
                <a:solidFill>
                  <a:schemeClr val="tx1">
                    <a:alpha val="83291"/>
                  </a:schemeClr>
                </a:solidFill>
              </a:rPr>
              <a:t>Vehicle</a:t>
            </a:r>
            <a:r>
              <a:rPr lang="en-US" sz="2100" b="1" dirty="0"/>
              <a:t> steers </a:t>
            </a:r>
            <a:r>
              <a:rPr lang="en-US" sz="2100" b="1" i="1" dirty="0"/>
              <a:t>AND</a:t>
            </a:r>
            <a:r>
              <a:rPr lang="en-US" sz="2100" b="1" dirty="0"/>
              <a:t> accelerates</a:t>
            </a:r>
            <a:endParaRPr lang="en-US" sz="2100" dirty="0"/>
          </a:p>
        </p:txBody>
      </p:sp>
      <p:sp>
        <p:nvSpPr>
          <p:cNvPr id="10" name="Title 8">
            <a:extLst>
              <a:ext uri="{FF2B5EF4-FFF2-40B4-BE49-F238E27FC236}">
                <a16:creationId xmlns:a16="http://schemas.microsoft.com/office/drawing/2014/main" id="{47D81947-B634-8B53-AE82-BC2E9D9FEF37}"/>
              </a:ext>
            </a:extLst>
          </p:cNvPr>
          <p:cNvSpPr txBox="1">
            <a:spLocks/>
          </p:cNvSpPr>
          <p:nvPr/>
        </p:nvSpPr>
        <p:spPr>
          <a:xfrm>
            <a:off x="4393870" y="3547264"/>
            <a:ext cx="3776353" cy="548637"/>
          </a:xfrm>
          <a:prstGeom prst="rect">
            <a:avLst/>
          </a:prstGeom>
        </p:spPr>
        <p:txBody>
          <a:bodyPr lIns="0" tIns="0" rIns="0" bIns="0" anchor="ctr"/>
          <a:lstStyle>
            <a:lvl1pPr algn="l" defTabSz="685766" rtl="0" eaLnBrk="1" latinLnBrk="0" hangingPunct="1">
              <a:lnSpc>
                <a:spcPct val="110000"/>
              </a:lnSpc>
              <a:spcBef>
                <a:spcPct val="0"/>
              </a:spcBef>
              <a:buNone/>
              <a:defRPr sz="2400" b="0" i="0" kern="1200">
                <a:solidFill>
                  <a:schemeClr val="accent1"/>
                </a:solidFill>
                <a:latin typeface="Verdana" panose="020B0604030504040204" pitchFamily="34" charset="0"/>
                <a:ea typeface="+mj-ea"/>
                <a:cs typeface="+mj-cs"/>
              </a:defRPr>
            </a:lvl1pPr>
          </a:lstStyle>
          <a:p>
            <a:pPr algn="ctr"/>
            <a:r>
              <a:rPr lang="en-US" sz="2800" b="1" i="1" dirty="0">
                <a:solidFill>
                  <a:schemeClr val="tx1"/>
                </a:solidFill>
                <a:effectLst/>
                <a:ea typeface="Verdana" panose="020B0604030504040204" pitchFamily="34" charset="0"/>
                <a:cs typeface="Verdana" panose="020B0604030504040204" pitchFamily="34" charset="0"/>
              </a:rPr>
              <a:t>Hands on Wheel!</a:t>
            </a:r>
          </a:p>
        </p:txBody>
      </p:sp>
    </p:spTree>
    <p:extLst>
      <p:ext uri="{BB962C8B-B14F-4D97-AF65-F5344CB8AC3E}">
        <p14:creationId xmlns:p14="http://schemas.microsoft.com/office/powerpoint/2010/main" val="1830668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1000" fill="hold"/>
                                        <p:tgtEl>
                                          <p:spTgt spid="12"/>
                                        </p:tgtEl>
                                        <p:attrNameLst>
                                          <p:attrName>ppt_x</p:attrName>
                                        </p:attrNameLst>
                                      </p:cBhvr>
                                      <p:tavLst>
                                        <p:tav tm="0">
                                          <p:val>
                                            <p:strVal val="0-#ppt_w/2"/>
                                          </p:val>
                                        </p:tav>
                                        <p:tav tm="100000">
                                          <p:val>
                                            <p:strVal val="#ppt_x"/>
                                          </p:val>
                                        </p:tav>
                                      </p:tavLst>
                                    </p:anim>
                                    <p:anim calcmode="lin" valueType="num">
                                      <p:cBhvr additive="base">
                                        <p:cTn id="11" dur="1000" fill="hold"/>
                                        <p:tgtEl>
                                          <p:spTgt spid="12"/>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1000" fill="hold"/>
                                        <p:tgtEl>
                                          <p:spTgt spid="13"/>
                                        </p:tgtEl>
                                        <p:attrNameLst>
                                          <p:attrName>ppt_x</p:attrName>
                                        </p:attrNameLst>
                                      </p:cBhvr>
                                      <p:tavLst>
                                        <p:tav tm="0">
                                          <p:val>
                                            <p:strVal val="0-#ppt_w/2"/>
                                          </p:val>
                                        </p:tav>
                                        <p:tav tm="100000">
                                          <p:val>
                                            <p:strVal val="#ppt_x"/>
                                          </p:val>
                                        </p:tav>
                                      </p:tavLst>
                                    </p:anim>
                                    <p:anim calcmode="lin" valueType="num">
                                      <p:cBhvr additive="base">
                                        <p:cTn id="15" dur="1000" fill="hold"/>
                                        <p:tgtEl>
                                          <p:spTgt spid="13"/>
                                        </p:tgtEl>
                                        <p:attrNameLst>
                                          <p:attrName>ppt_y</p:attrName>
                                        </p:attrNameLst>
                                      </p:cBhvr>
                                      <p:tavLst>
                                        <p:tav tm="0">
                                          <p:val>
                                            <p:strVal val="#ppt_y"/>
                                          </p:val>
                                        </p:tav>
                                        <p:tav tm="100000">
                                          <p:val>
                                            <p:strVal val="#ppt_y"/>
                                          </p:val>
                                        </p:tav>
                                      </p:tavLst>
                                    </p:anim>
                                  </p:childTnLst>
                                </p:cTn>
                              </p:par>
                              <p:par>
                                <p:cTn id="16" presetID="2" presetClass="entr" presetSubtype="1"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1000" fill="hold"/>
                                        <p:tgtEl>
                                          <p:spTgt spid="14"/>
                                        </p:tgtEl>
                                        <p:attrNameLst>
                                          <p:attrName>ppt_x</p:attrName>
                                        </p:attrNameLst>
                                      </p:cBhvr>
                                      <p:tavLst>
                                        <p:tav tm="0">
                                          <p:val>
                                            <p:strVal val="#ppt_x"/>
                                          </p:val>
                                        </p:tav>
                                        <p:tav tm="100000">
                                          <p:val>
                                            <p:strVal val="#ppt_x"/>
                                          </p:val>
                                        </p:tav>
                                      </p:tavLst>
                                    </p:anim>
                                    <p:anim calcmode="lin" valueType="num">
                                      <p:cBhvr additive="base">
                                        <p:cTn id="19" dur="1000" fill="hold"/>
                                        <p:tgtEl>
                                          <p:spTgt spid="14"/>
                                        </p:tgtEl>
                                        <p:attrNameLst>
                                          <p:attrName>ppt_y</p:attrName>
                                        </p:attrNameLst>
                                      </p:cBhvr>
                                      <p:tavLst>
                                        <p:tav tm="0">
                                          <p:val>
                                            <p:strVal val="0-#ppt_h/2"/>
                                          </p:val>
                                        </p:tav>
                                        <p:tav tm="100000">
                                          <p:val>
                                            <p:strVal val="#ppt_y"/>
                                          </p:val>
                                        </p:tav>
                                      </p:tavLst>
                                    </p:anim>
                                  </p:childTnLst>
                                </p:cTn>
                              </p:par>
                              <p:par>
                                <p:cTn id="20" presetID="10" presetClass="entr" presetSubtype="0" fill="hold" grpId="0" nodeType="withEffect">
                                  <p:stCondLst>
                                    <p:cond delay="1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par>
                                <p:cTn id="26" presetID="10"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childTnLst>
                                </p:cTn>
                              </p:par>
                              <p:par>
                                <p:cTn id="29" presetID="10" presetClass="entr" presetSubtype="0" fill="hold" grpId="0" nodeType="withEffect">
                                  <p:stCondLst>
                                    <p:cond delay="150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par>
                          <p:cTn id="32" fill="hold">
                            <p:stCondLst>
                              <p:cond delay="2250"/>
                            </p:stCondLst>
                            <p:childTnLst>
                              <p:par>
                                <p:cTn id="33" presetID="10" presetClass="entr" presetSubtype="0" fill="hold" grpId="0" nodeType="after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fade">
                                      <p:cBhvr>
                                        <p:cTn id="35" dur="500"/>
                                        <p:tgtEl>
                                          <p:spTgt spid="10">
                                            <p:txEl>
                                              <p:pRg st="0" end="0"/>
                                            </p:txEl>
                                          </p:spTgt>
                                        </p:tgtEl>
                                      </p:cBhvr>
                                    </p:animEffect>
                                  </p:childTnLst>
                                </p:cTn>
                              </p:par>
                            </p:childTnLst>
                          </p:cTn>
                        </p:par>
                        <p:par>
                          <p:cTn id="36" fill="hold">
                            <p:stCondLst>
                              <p:cond delay="2750"/>
                            </p:stCondLst>
                            <p:childTnLst>
                              <p:par>
                                <p:cTn id="37" presetID="26" presetClass="emph" presetSubtype="0" repeatCount="2000" fill="hold" grpId="1" nodeType="afterEffect">
                                  <p:stCondLst>
                                    <p:cond delay="0"/>
                                  </p:stCondLst>
                                  <p:childTnLst>
                                    <p:animEffect transition="out" filter="fade">
                                      <p:cBhvr>
                                        <p:cTn id="38" dur="1000" tmFilter="0, 0; .2, .5; .8, .5; 1, 0"/>
                                        <p:tgtEl>
                                          <p:spTgt spid="10">
                                            <p:txEl>
                                              <p:pRg st="0" end="0"/>
                                            </p:txEl>
                                          </p:spTgt>
                                        </p:tgtEl>
                                      </p:cBhvr>
                                    </p:animEffect>
                                    <p:animScale>
                                      <p:cBhvr>
                                        <p:cTn id="39" dur="500" autoRev="1" fill="hold"/>
                                        <p:tgtEl>
                                          <p:spTgt spid="10">
                                            <p:txEl>
                                              <p:pRg st="0" end="0"/>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3" grpId="0" animBg="1"/>
      <p:bldP spid="12" grpId="0" animBg="1"/>
      <p:bldP spid="5" grpId="0"/>
      <p:bldP spid="6" grpId="0"/>
      <p:bldP spid="7" grpId="0"/>
      <p:bldP spid="10" grpId="0" build="allAtOnce"/>
      <p:bldP spid="10" grpId="1"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FA363-18E7-96D0-D385-FE868F2011B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DC626F3-1C56-3E28-162B-A39E9533A977}"/>
              </a:ext>
            </a:extLst>
          </p:cNvPr>
          <p:cNvPicPr>
            <a:picLocks noChangeAspect="1"/>
          </p:cNvPicPr>
          <p:nvPr/>
        </p:nvPicPr>
        <p:blipFill>
          <a:blip r:embed="rId2" cstate="print">
            <a:alphaModFix amt="75000"/>
            <a:extLst>
              <a:ext uri="{28A0092B-C50C-407E-A947-70E740481C1C}">
                <a14:useLocalDpi xmlns:a14="http://schemas.microsoft.com/office/drawing/2010/main" val="0"/>
              </a:ext>
            </a:extLst>
          </a:blip>
          <a:srcRect l="5889" t="-16011" r="-33448" b="2330"/>
          <a:stretch>
            <a:fillRect/>
          </a:stretch>
        </p:blipFill>
        <p:spPr>
          <a:xfrm>
            <a:off x="0" y="0"/>
            <a:ext cx="8657112" cy="5143500"/>
          </a:xfrm>
          <a:prstGeom prst="rect">
            <a:avLst/>
          </a:prstGeom>
        </p:spPr>
      </p:pic>
      <p:sp>
        <p:nvSpPr>
          <p:cNvPr id="3" name="Rectangle 2">
            <a:extLst>
              <a:ext uri="{FF2B5EF4-FFF2-40B4-BE49-F238E27FC236}">
                <a16:creationId xmlns:a16="http://schemas.microsoft.com/office/drawing/2014/main" id="{DB080164-0FBB-DFD0-BD7C-5A36B83B5DCB}"/>
              </a:ext>
            </a:extLst>
          </p:cNvPr>
          <p:cNvSpPr/>
          <p:nvPr/>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14" name="Rectangle 13">
            <a:extLst>
              <a:ext uri="{FF2B5EF4-FFF2-40B4-BE49-F238E27FC236}">
                <a16:creationId xmlns:a16="http://schemas.microsoft.com/office/drawing/2014/main" id="{7055ACDF-9994-CDCE-5116-DC0D0B5941F4}"/>
              </a:ext>
            </a:extLst>
          </p:cNvPr>
          <p:cNvSpPr/>
          <p:nvPr/>
        </p:nvSpPr>
        <p:spPr>
          <a:xfrm>
            <a:off x="4310520" y="892309"/>
            <a:ext cx="4346591" cy="410037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3" name="Rectangle 12">
            <a:extLst>
              <a:ext uri="{FF2B5EF4-FFF2-40B4-BE49-F238E27FC236}">
                <a16:creationId xmlns:a16="http://schemas.microsoft.com/office/drawing/2014/main" id="{ABDE2F48-3961-1227-EE14-63A9EF85629F}"/>
              </a:ext>
            </a:extLst>
          </p:cNvPr>
          <p:cNvSpPr/>
          <p:nvPr/>
        </p:nvSpPr>
        <p:spPr>
          <a:xfrm>
            <a:off x="4229" y="0"/>
            <a:ext cx="8653388" cy="88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2" name="Rectangle 11">
            <a:extLst>
              <a:ext uri="{FF2B5EF4-FFF2-40B4-BE49-F238E27FC236}">
                <a16:creationId xmlns:a16="http://schemas.microsoft.com/office/drawing/2014/main" id="{C56818D0-E7E4-008B-6EC4-BFB181F3F510}"/>
              </a:ext>
            </a:extLst>
          </p:cNvPr>
          <p:cNvSpPr/>
          <p:nvPr/>
        </p:nvSpPr>
        <p:spPr>
          <a:xfrm>
            <a:off x="4229" y="0"/>
            <a:ext cx="8653388" cy="888178"/>
          </a:xfrm>
          <a:prstGeom prst="rect">
            <a:avLst/>
          </a:prstGeom>
          <a:gradFill>
            <a:gsLst>
              <a:gs pos="98000">
                <a:schemeClr val="bg2">
                  <a:lumMod val="50000"/>
                  <a:alpha val="84715"/>
                </a:schemeClr>
              </a:gs>
              <a:gs pos="49000">
                <a:srgbClr val="096580">
                  <a:alpha val="93519"/>
                </a:srgbClr>
              </a:gs>
              <a:gs pos="0">
                <a:schemeClr val="bg2">
                  <a:lumMod val="50000"/>
                  <a:alpha val="89629"/>
                </a:schemeClr>
              </a:gs>
            </a:gsLst>
            <a:lin ang="19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5" name="Title 1">
            <a:extLst>
              <a:ext uri="{FF2B5EF4-FFF2-40B4-BE49-F238E27FC236}">
                <a16:creationId xmlns:a16="http://schemas.microsoft.com/office/drawing/2014/main" id="{B0513274-5923-B41C-E21D-74E77D701641}"/>
              </a:ext>
            </a:extLst>
          </p:cNvPr>
          <p:cNvSpPr txBox="1">
            <a:spLocks/>
          </p:cNvSpPr>
          <p:nvPr/>
        </p:nvSpPr>
        <p:spPr>
          <a:xfrm>
            <a:off x="412950" y="114195"/>
            <a:ext cx="7889396" cy="733041"/>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r>
              <a:rPr lang="en-US" sz="2100" b="1" dirty="0"/>
              <a:t>The 6 Levels of Autonomous Driving</a:t>
            </a:r>
          </a:p>
        </p:txBody>
      </p:sp>
      <p:sp>
        <p:nvSpPr>
          <p:cNvPr id="6" name="Title 1">
            <a:extLst>
              <a:ext uri="{FF2B5EF4-FFF2-40B4-BE49-F238E27FC236}">
                <a16:creationId xmlns:a16="http://schemas.microsoft.com/office/drawing/2014/main" id="{3EEFF63B-9474-A9EA-C815-0C2313310DB1}"/>
              </a:ext>
            </a:extLst>
          </p:cNvPr>
          <p:cNvSpPr txBox="1">
            <a:spLocks/>
          </p:cNvSpPr>
          <p:nvPr/>
        </p:nvSpPr>
        <p:spPr>
          <a:xfrm>
            <a:off x="4562555" y="1907070"/>
            <a:ext cx="1246064" cy="1954580"/>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r>
              <a:rPr lang="en-US" sz="14987" b="1" dirty="0">
                <a:solidFill>
                  <a:schemeClr val="bg1">
                    <a:alpha val="97000"/>
                  </a:schemeClr>
                </a:solidFill>
                <a:effectLst>
                  <a:outerShdw blurRad="50800" dist="38100" dir="2700000" algn="tl" rotWithShape="0">
                    <a:prstClr val="black">
                      <a:alpha val="13473"/>
                    </a:prstClr>
                  </a:outerShdw>
                </a:effectLst>
              </a:rPr>
              <a:t>2</a:t>
            </a:r>
          </a:p>
        </p:txBody>
      </p:sp>
      <p:sp>
        <p:nvSpPr>
          <p:cNvPr id="7" name="Text Placeholder 2">
            <a:extLst>
              <a:ext uri="{FF2B5EF4-FFF2-40B4-BE49-F238E27FC236}">
                <a16:creationId xmlns:a16="http://schemas.microsoft.com/office/drawing/2014/main" id="{809B5CD4-8A2D-41A5-D5B3-A17A81BA1219}"/>
              </a:ext>
            </a:extLst>
          </p:cNvPr>
          <p:cNvSpPr txBox="1">
            <a:spLocks/>
          </p:cNvSpPr>
          <p:nvPr/>
        </p:nvSpPr>
        <p:spPr>
          <a:xfrm>
            <a:off x="6087988" y="2582449"/>
            <a:ext cx="2598234" cy="334536"/>
          </a:xfrm>
          <a:prstGeom prst="rect">
            <a:avLst/>
          </a:prstGeom>
        </p:spPr>
        <p:txBody>
          <a:bodyPr lIns="0" tIns="0" rIns="0" bIns="0"/>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Aft>
                <a:spcPts val="599"/>
              </a:spcAft>
            </a:pPr>
            <a:r>
              <a:rPr lang="en-US" sz="1900" b="1" dirty="0"/>
              <a:t>Vehicle steers </a:t>
            </a:r>
            <a:br>
              <a:rPr lang="en-US" sz="1900" b="1" dirty="0"/>
            </a:br>
            <a:r>
              <a:rPr lang="en-US" sz="1900" b="1" i="1" dirty="0"/>
              <a:t>AND</a:t>
            </a:r>
            <a:r>
              <a:rPr lang="en-US" sz="1900" b="1" dirty="0"/>
              <a:t> accelerates</a:t>
            </a:r>
            <a:endParaRPr lang="en-US" sz="1900" dirty="0"/>
          </a:p>
        </p:txBody>
      </p:sp>
    </p:spTree>
    <p:extLst>
      <p:ext uri="{BB962C8B-B14F-4D97-AF65-F5344CB8AC3E}">
        <p14:creationId xmlns:p14="http://schemas.microsoft.com/office/powerpoint/2010/main" val="3002328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1000" fill="hold"/>
                                        <p:tgtEl>
                                          <p:spTgt spid="12"/>
                                        </p:tgtEl>
                                        <p:attrNameLst>
                                          <p:attrName>ppt_x</p:attrName>
                                        </p:attrNameLst>
                                      </p:cBhvr>
                                      <p:tavLst>
                                        <p:tav tm="0">
                                          <p:val>
                                            <p:strVal val="0-#ppt_w/2"/>
                                          </p:val>
                                        </p:tav>
                                        <p:tav tm="100000">
                                          <p:val>
                                            <p:strVal val="#ppt_x"/>
                                          </p:val>
                                        </p:tav>
                                      </p:tavLst>
                                    </p:anim>
                                    <p:anim calcmode="lin" valueType="num">
                                      <p:cBhvr additive="base">
                                        <p:cTn id="11" dur="1000" fill="hold"/>
                                        <p:tgtEl>
                                          <p:spTgt spid="12"/>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1000" fill="hold"/>
                                        <p:tgtEl>
                                          <p:spTgt spid="13"/>
                                        </p:tgtEl>
                                        <p:attrNameLst>
                                          <p:attrName>ppt_x</p:attrName>
                                        </p:attrNameLst>
                                      </p:cBhvr>
                                      <p:tavLst>
                                        <p:tav tm="0">
                                          <p:val>
                                            <p:strVal val="0-#ppt_w/2"/>
                                          </p:val>
                                        </p:tav>
                                        <p:tav tm="100000">
                                          <p:val>
                                            <p:strVal val="#ppt_x"/>
                                          </p:val>
                                        </p:tav>
                                      </p:tavLst>
                                    </p:anim>
                                    <p:anim calcmode="lin" valueType="num">
                                      <p:cBhvr additive="base">
                                        <p:cTn id="15" dur="1000" fill="hold"/>
                                        <p:tgtEl>
                                          <p:spTgt spid="13"/>
                                        </p:tgtEl>
                                        <p:attrNameLst>
                                          <p:attrName>ppt_y</p:attrName>
                                        </p:attrNameLst>
                                      </p:cBhvr>
                                      <p:tavLst>
                                        <p:tav tm="0">
                                          <p:val>
                                            <p:strVal val="#ppt_y"/>
                                          </p:val>
                                        </p:tav>
                                        <p:tav tm="100000">
                                          <p:val>
                                            <p:strVal val="#ppt_y"/>
                                          </p:val>
                                        </p:tav>
                                      </p:tavLst>
                                    </p:anim>
                                  </p:childTnLst>
                                </p:cTn>
                              </p:par>
                              <p:par>
                                <p:cTn id="16" presetID="2" presetClass="entr" presetSubtype="1"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1000" fill="hold"/>
                                        <p:tgtEl>
                                          <p:spTgt spid="14"/>
                                        </p:tgtEl>
                                        <p:attrNameLst>
                                          <p:attrName>ppt_x</p:attrName>
                                        </p:attrNameLst>
                                      </p:cBhvr>
                                      <p:tavLst>
                                        <p:tav tm="0">
                                          <p:val>
                                            <p:strVal val="#ppt_x"/>
                                          </p:val>
                                        </p:tav>
                                        <p:tav tm="100000">
                                          <p:val>
                                            <p:strVal val="#ppt_x"/>
                                          </p:val>
                                        </p:tav>
                                      </p:tavLst>
                                    </p:anim>
                                    <p:anim calcmode="lin" valueType="num">
                                      <p:cBhvr additive="base">
                                        <p:cTn id="19" dur="1000" fill="hold"/>
                                        <p:tgtEl>
                                          <p:spTgt spid="14"/>
                                        </p:tgtEl>
                                        <p:attrNameLst>
                                          <p:attrName>ppt_y</p:attrName>
                                        </p:attrNameLst>
                                      </p:cBhvr>
                                      <p:tavLst>
                                        <p:tav tm="0">
                                          <p:val>
                                            <p:strVal val="0-#ppt_h/2"/>
                                          </p:val>
                                        </p:tav>
                                        <p:tav tm="100000">
                                          <p:val>
                                            <p:strVal val="#ppt_y"/>
                                          </p:val>
                                        </p:tav>
                                      </p:tavLst>
                                    </p:anim>
                                  </p:childTnLst>
                                </p:cTn>
                              </p:par>
                              <p:par>
                                <p:cTn id="20" presetID="10" presetClass="entr" presetSubtype="0" fill="hold" grpId="0" nodeType="withEffect">
                                  <p:stCondLst>
                                    <p:cond delay="1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par>
                                <p:cTn id="26" presetID="10" presetClass="entr" presetSubtype="0" fill="hold" grpId="0" nodeType="withEffect">
                                  <p:stCondLst>
                                    <p:cond delay="15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26" presetClass="emph" presetSubtype="0" repeatCount="2000" fill="hold" grpId="1" nodeType="withEffect">
                                  <p:stCondLst>
                                    <p:cond delay="2000"/>
                                  </p:stCondLst>
                                  <p:childTnLst>
                                    <p:animEffect transition="out" filter="fade">
                                      <p:cBhvr>
                                        <p:cTn id="30" dur="1000" tmFilter="0, 0; .2, .5; .8, .5; 1, 0"/>
                                        <p:tgtEl>
                                          <p:spTgt spid="7"/>
                                        </p:tgtEl>
                                      </p:cBhvr>
                                    </p:animEffect>
                                    <p:animScale>
                                      <p:cBhvr>
                                        <p:cTn id="31" dur="500" autoRev="1" fill="hold"/>
                                        <p:tgtEl>
                                          <p:spTgt spid="7"/>
                                        </p:tgtEl>
                                      </p:cBhvr>
                                      <p:by x="105000" y="105000"/>
                                    </p:animScale>
                                  </p:childTnLst>
                                </p:cTn>
                              </p:par>
                              <p:par>
                                <p:cTn id="32" presetID="10" presetClass="entr" presetSubtype="0" fill="hold" nodeType="withEffect">
                                  <p:stCondLst>
                                    <p:cond delay="15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3" grpId="0" animBg="1"/>
      <p:bldP spid="12" grpId="0" animBg="1"/>
      <p:bldP spid="5" grpId="0"/>
      <p:bldP spid="6" grpId="0"/>
      <p:bldP spid="7" grpId="0"/>
      <p:bldP spid="7"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D5C68-030C-AE40-DC86-C360F4E4EBE8}"/>
            </a:ext>
          </a:extLst>
        </p:cNvPr>
        <p:cNvGrpSpPr/>
        <p:nvPr/>
      </p:nvGrpSpPr>
      <p:grpSpPr>
        <a:xfrm>
          <a:off x="0" y="0"/>
          <a:ext cx="0" cy="0"/>
          <a:chOff x="0" y="0"/>
          <a:chExt cx="0" cy="0"/>
        </a:xfrm>
      </p:grpSpPr>
      <p:pic>
        <p:nvPicPr>
          <p:cNvPr id="2" name="Picture 2" descr="2019 Audi A8 Won't Offer Hands-Off Autonomous Tech in the U.S.">
            <a:extLst>
              <a:ext uri="{FF2B5EF4-FFF2-40B4-BE49-F238E27FC236}">
                <a16:creationId xmlns:a16="http://schemas.microsoft.com/office/drawing/2014/main" id="{10B54EB7-BA91-8A07-6DAE-6B8CE5E249BE}"/>
              </a:ext>
            </a:extLst>
          </p:cNvPr>
          <p:cNvPicPr>
            <a:picLocks noChangeAspect="1" noChangeArrowheads="1"/>
          </p:cNvPicPr>
          <p:nvPr/>
        </p:nvPicPr>
        <p:blipFill rotWithShape="1">
          <a:blip r:embed="rId2">
            <a:alphaModFix amt="80000"/>
            <a:extLst>
              <a:ext uri="{28A0092B-C50C-407E-A947-70E740481C1C}">
                <a14:useLocalDpi xmlns:a14="http://schemas.microsoft.com/office/drawing/2010/main"/>
              </a:ext>
            </a:extLst>
          </a:blip>
          <a:srcRect l="-5844" r="28003"/>
          <a:stretch>
            <a:fillRect/>
          </a:stretch>
        </p:blipFill>
        <p:spPr bwMode="auto">
          <a:xfrm>
            <a:off x="2318512" y="890649"/>
            <a:ext cx="6326724" cy="4084187"/>
          </a:xfrm>
          <a:prstGeom prst="rect">
            <a:avLst/>
          </a:prstGeom>
          <a:noFill/>
          <a:ln w="12700">
            <a:noFill/>
          </a:ln>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9562717-64BB-308E-94DC-20589FF0E625}"/>
              </a:ext>
            </a:extLst>
          </p:cNvPr>
          <p:cNvSpPr/>
          <p:nvPr/>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14" name="Rectangle 13">
            <a:extLst>
              <a:ext uri="{FF2B5EF4-FFF2-40B4-BE49-F238E27FC236}">
                <a16:creationId xmlns:a16="http://schemas.microsoft.com/office/drawing/2014/main" id="{BBD023C4-CAF0-1458-FD49-6A8F45F848B5}"/>
              </a:ext>
            </a:extLst>
          </p:cNvPr>
          <p:cNvSpPr/>
          <p:nvPr/>
        </p:nvSpPr>
        <p:spPr>
          <a:xfrm>
            <a:off x="166032" y="892309"/>
            <a:ext cx="4572223" cy="410037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3" name="Rectangle 12">
            <a:extLst>
              <a:ext uri="{FF2B5EF4-FFF2-40B4-BE49-F238E27FC236}">
                <a16:creationId xmlns:a16="http://schemas.microsoft.com/office/drawing/2014/main" id="{CBC78661-88F8-8E9C-F9BC-1762206628BC}"/>
              </a:ext>
            </a:extLst>
          </p:cNvPr>
          <p:cNvSpPr/>
          <p:nvPr/>
        </p:nvSpPr>
        <p:spPr>
          <a:xfrm>
            <a:off x="4229" y="0"/>
            <a:ext cx="8653388" cy="88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2" name="Rectangle 11">
            <a:extLst>
              <a:ext uri="{FF2B5EF4-FFF2-40B4-BE49-F238E27FC236}">
                <a16:creationId xmlns:a16="http://schemas.microsoft.com/office/drawing/2014/main" id="{15A82EFF-898F-CD72-A867-9EB6C45EF9D0}"/>
              </a:ext>
            </a:extLst>
          </p:cNvPr>
          <p:cNvSpPr/>
          <p:nvPr/>
        </p:nvSpPr>
        <p:spPr>
          <a:xfrm>
            <a:off x="4229" y="0"/>
            <a:ext cx="8653388" cy="888178"/>
          </a:xfrm>
          <a:prstGeom prst="rect">
            <a:avLst/>
          </a:prstGeom>
          <a:gradFill>
            <a:gsLst>
              <a:gs pos="98000">
                <a:schemeClr val="bg2">
                  <a:lumMod val="50000"/>
                  <a:alpha val="84715"/>
                </a:schemeClr>
              </a:gs>
              <a:gs pos="49000">
                <a:srgbClr val="096580">
                  <a:alpha val="93519"/>
                </a:srgbClr>
              </a:gs>
              <a:gs pos="0">
                <a:schemeClr val="bg2">
                  <a:lumMod val="50000"/>
                  <a:alpha val="89629"/>
                </a:schemeClr>
              </a:gs>
            </a:gsLst>
            <a:lin ang="19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5" name="Title 1">
            <a:extLst>
              <a:ext uri="{FF2B5EF4-FFF2-40B4-BE49-F238E27FC236}">
                <a16:creationId xmlns:a16="http://schemas.microsoft.com/office/drawing/2014/main" id="{B8B1160E-607A-9D41-AD11-96C4188FFD64}"/>
              </a:ext>
            </a:extLst>
          </p:cNvPr>
          <p:cNvSpPr txBox="1">
            <a:spLocks/>
          </p:cNvSpPr>
          <p:nvPr/>
        </p:nvSpPr>
        <p:spPr>
          <a:xfrm>
            <a:off x="412950" y="114195"/>
            <a:ext cx="7889396" cy="733041"/>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r>
              <a:rPr lang="en-US" sz="2100" b="1" dirty="0"/>
              <a:t>The 6 Levels of Autonomous Driving</a:t>
            </a:r>
          </a:p>
        </p:txBody>
      </p:sp>
      <p:sp>
        <p:nvSpPr>
          <p:cNvPr id="6" name="Title 1">
            <a:extLst>
              <a:ext uri="{FF2B5EF4-FFF2-40B4-BE49-F238E27FC236}">
                <a16:creationId xmlns:a16="http://schemas.microsoft.com/office/drawing/2014/main" id="{FAA2FF58-5650-1FE7-65A5-9A1342CA5AC0}"/>
              </a:ext>
            </a:extLst>
          </p:cNvPr>
          <p:cNvSpPr txBox="1">
            <a:spLocks/>
          </p:cNvSpPr>
          <p:nvPr/>
        </p:nvSpPr>
        <p:spPr>
          <a:xfrm>
            <a:off x="418067" y="1907070"/>
            <a:ext cx="1246064" cy="1954580"/>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r>
              <a:rPr lang="en-US" sz="14987" b="1" dirty="0">
                <a:solidFill>
                  <a:schemeClr val="bg1">
                    <a:alpha val="97000"/>
                  </a:schemeClr>
                </a:solidFill>
                <a:effectLst>
                  <a:outerShdw blurRad="50800" dist="38100" dir="2700000" algn="tl" rotWithShape="0">
                    <a:prstClr val="black">
                      <a:alpha val="13473"/>
                    </a:prstClr>
                  </a:outerShdw>
                </a:effectLst>
              </a:rPr>
              <a:t>3</a:t>
            </a:r>
          </a:p>
        </p:txBody>
      </p:sp>
      <p:sp>
        <p:nvSpPr>
          <p:cNvPr id="7" name="Text Placeholder 2">
            <a:extLst>
              <a:ext uri="{FF2B5EF4-FFF2-40B4-BE49-F238E27FC236}">
                <a16:creationId xmlns:a16="http://schemas.microsoft.com/office/drawing/2014/main" id="{B75B4491-9BA2-CD2E-D5AC-8A2524F1A359}"/>
              </a:ext>
            </a:extLst>
          </p:cNvPr>
          <p:cNvSpPr txBox="1">
            <a:spLocks/>
          </p:cNvSpPr>
          <p:nvPr/>
        </p:nvSpPr>
        <p:spPr>
          <a:xfrm>
            <a:off x="2097879" y="2760576"/>
            <a:ext cx="2598234" cy="1728295"/>
          </a:xfrm>
          <a:prstGeom prst="rect">
            <a:avLst/>
          </a:prstGeom>
        </p:spPr>
        <p:txBody>
          <a:bodyPr lIns="0" tIns="0" rIns="0" bIns="0"/>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Aft>
                <a:spcPts val="599"/>
              </a:spcAft>
            </a:pPr>
            <a:r>
              <a:rPr lang="en-US" sz="1600" dirty="0"/>
              <a:t>The issue of “handing over” control arrives</a:t>
            </a:r>
          </a:p>
          <a:p>
            <a:pPr>
              <a:lnSpc>
                <a:spcPct val="100000"/>
              </a:lnSpc>
              <a:spcAft>
                <a:spcPts val="599"/>
              </a:spcAft>
            </a:pPr>
            <a:r>
              <a:rPr lang="en-US" sz="1600" b="1" i="1" dirty="0"/>
              <a:t>Can take over </a:t>
            </a:r>
            <a:br>
              <a:rPr lang="en-US" sz="1600" b="1" i="1" dirty="0"/>
            </a:br>
            <a:r>
              <a:rPr lang="en-US" sz="1600" b="1" i="1" dirty="0"/>
              <a:t>but knows limits</a:t>
            </a:r>
          </a:p>
        </p:txBody>
      </p:sp>
      <p:sp>
        <p:nvSpPr>
          <p:cNvPr id="10" name="Text Placeholder 2">
            <a:extLst>
              <a:ext uri="{FF2B5EF4-FFF2-40B4-BE49-F238E27FC236}">
                <a16:creationId xmlns:a16="http://schemas.microsoft.com/office/drawing/2014/main" id="{87CB035C-6F09-C0EA-5352-E1D27B19A96B}"/>
              </a:ext>
            </a:extLst>
          </p:cNvPr>
          <p:cNvSpPr txBox="1">
            <a:spLocks/>
          </p:cNvSpPr>
          <p:nvPr/>
        </p:nvSpPr>
        <p:spPr>
          <a:xfrm>
            <a:off x="2095900" y="1927325"/>
            <a:ext cx="2598234" cy="334536"/>
          </a:xfrm>
          <a:prstGeom prst="rect">
            <a:avLst/>
          </a:prstGeom>
        </p:spPr>
        <p:txBody>
          <a:bodyPr lIns="0" tIns="0" rIns="0" bIns="0"/>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Aft>
                <a:spcPts val="599"/>
              </a:spcAft>
            </a:pPr>
            <a:r>
              <a:rPr lang="en-US" sz="1900" b="1" dirty="0"/>
              <a:t>Vehicle steers </a:t>
            </a:r>
            <a:br>
              <a:rPr lang="en-US" sz="1900" b="1" dirty="0"/>
            </a:br>
            <a:r>
              <a:rPr lang="en-US" sz="1900" b="1" i="1" dirty="0"/>
              <a:t>AND</a:t>
            </a:r>
            <a:r>
              <a:rPr lang="en-US" sz="1900" b="1" dirty="0"/>
              <a:t> accelerates</a:t>
            </a:r>
            <a:endParaRPr lang="en-US" sz="1900" dirty="0"/>
          </a:p>
        </p:txBody>
      </p:sp>
    </p:spTree>
    <p:extLst>
      <p:ext uri="{BB962C8B-B14F-4D97-AF65-F5344CB8AC3E}">
        <p14:creationId xmlns:p14="http://schemas.microsoft.com/office/powerpoint/2010/main" val="2091258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1000" fill="hold"/>
                                        <p:tgtEl>
                                          <p:spTgt spid="12"/>
                                        </p:tgtEl>
                                        <p:attrNameLst>
                                          <p:attrName>ppt_x</p:attrName>
                                        </p:attrNameLst>
                                      </p:cBhvr>
                                      <p:tavLst>
                                        <p:tav tm="0">
                                          <p:val>
                                            <p:strVal val="0-#ppt_w/2"/>
                                          </p:val>
                                        </p:tav>
                                        <p:tav tm="100000">
                                          <p:val>
                                            <p:strVal val="#ppt_x"/>
                                          </p:val>
                                        </p:tav>
                                      </p:tavLst>
                                    </p:anim>
                                    <p:anim calcmode="lin" valueType="num">
                                      <p:cBhvr additive="base">
                                        <p:cTn id="11" dur="1000" fill="hold"/>
                                        <p:tgtEl>
                                          <p:spTgt spid="12"/>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1000" fill="hold"/>
                                        <p:tgtEl>
                                          <p:spTgt spid="13"/>
                                        </p:tgtEl>
                                        <p:attrNameLst>
                                          <p:attrName>ppt_x</p:attrName>
                                        </p:attrNameLst>
                                      </p:cBhvr>
                                      <p:tavLst>
                                        <p:tav tm="0">
                                          <p:val>
                                            <p:strVal val="0-#ppt_w/2"/>
                                          </p:val>
                                        </p:tav>
                                        <p:tav tm="100000">
                                          <p:val>
                                            <p:strVal val="#ppt_x"/>
                                          </p:val>
                                        </p:tav>
                                      </p:tavLst>
                                    </p:anim>
                                    <p:anim calcmode="lin" valueType="num">
                                      <p:cBhvr additive="base">
                                        <p:cTn id="15" dur="1000" fill="hold"/>
                                        <p:tgtEl>
                                          <p:spTgt spid="13"/>
                                        </p:tgtEl>
                                        <p:attrNameLst>
                                          <p:attrName>ppt_y</p:attrName>
                                        </p:attrNameLst>
                                      </p:cBhvr>
                                      <p:tavLst>
                                        <p:tav tm="0">
                                          <p:val>
                                            <p:strVal val="#ppt_y"/>
                                          </p:val>
                                        </p:tav>
                                        <p:tav tm="100000">
                                          <p:val>
                                            <p:strVal val="#ppt_y"/>
                                          </p:val>
                                        </p:tav>
                                      </p:tavLst>
                                    </p:anim>
                                  </p:childTnLst>
                                </p:cTn>
                              </p:par>
                              <p:par>
                                <p:cTn id="16" presetID="2" presetClass="entr" presetSubtype="1"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1000" fill="hold"/>
                                        <p:tgtEl>
                                          <p:spTgt spid="14"/>
                                        </p:tgtEl>
                                        <p:attrNameLst>
                                          <p:attrName>ppt_x</p:attrName>
                                        </p:attrNameLst>
                                      </p:cBhvr>
                                      <p:tavLst>
                                        <p:tav tm="0">
                                          <p:val>
                                            <p:strVal val="#ppt_x"/>
                                          </p:val>
                                        </p:tav>
                                        <p:tav tm="100000">
                                          <p:val>
                                            <p:strVal val="#ppt_x"/>
                                          </p:val>
                                        </p:tav>
                                      </p:tavLst>
                                    </p:anim>
                                    <p:anim calcmode="lin" valueType="num">
                                      <p:cBhvr additive="base">
                                        <p:cTn id="19" dur="1000" fill="hold"/>
                                        <p:tgtEl>
                                          <p:spTgt spid="14"/>
                                        </p:tgtEl>
                                        <p:attrNameLst>
                                          <p:attrName>ppt_y</p:attrName>
                                        </p:attrNameLst>
                                      </p:cBhvr>
                                      <p:tavLst>
                                        <p:tav tm="0">
                                          <p:val>
                                            <p:strVal val="0-#ppt_h/2"/>
                                          </p:val>
                                        </p:tav>
                                        <p:tav tm="100000">
                                          <p:val>
                                            <p:strVal val="#ppt_y"/>
                                          </p:val>
                                        </p:tav>
                                      </p:tavLst>
                                    </p:anim>
                                  </p:childTnLst>
                                </p:cTn>
                              </p:par>
                              <p:par>
                                <p:cTn id="20" presetID="10" presetClass="entr" presetSubtype="0" fill="hold" grpId="0" nodeType="withEffect">
                                  <p:stCondLst>
                                    <p:cond delay="1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par>
                                <p:cTn id="26" presetID="10" presetClass="entr" presetSubtype="0" fill="hold" nodeType="withEffect">
                                  <p:stCondLst>
                                    <p:cond delay="150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childTnLst>
                                </p:cTn>
                              </p:par>
                              <p:par>
                                <p:cTn id="29" presetID="10" presetClass="entr" presetSubtype="0" fill="hold" grpId="0" nodeType="withEffect">
                                  <p:stCondLst>
                                    <p:cond delay="15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250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par>
                          <p:cTn id="35" fill="hold">
                            <p:stCondLst>
                              <p:cond delay="3000"/>
                            </p:stCondLst>
                            <p:childTnLst>
                              <p:par>
                                <p:cTn id="36" presetID="26" presetClass="emph" presetSubtype="0" fill="hold" grpId="1" nodeType="afterEffect">
                                  <p:stCondLst>
                                    <p:cond delay="0"/>
                                  </p:stCondLst>
                                  <p:childTnLst>
                                    <p:animEffect transition="out" filter="fade">
                                      <p:cBhvr>
                                        <p:cTn id="37" dur="1000" tmFilter="0, 0; .2, .5; .8, .5; 1, 0"/>
                                        <p:tgtEl>
                                          <p:spTgt spid="7"/>
                                        </p:tgtEl>
                                      </p:cBhvr>
                                    </p:animEffect>
                                    <p:animScale>
                                      <p:cBhvr>
                                        <p:cTn id="38" dur="50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3" grpId="0" animBg="1"/>
      <p:bldP spid="12" grpId="0" animBg="1"/>
      <p:bldP spid="5" grpId="0"/>
      <p:bldP spid="6" grpId="0"/>
      <p:bldP spid="7" grpId="0"/>
      <p:bldP spid="7" grpId="1"/>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40DD8-B501-B653-28FC-3C630446CF6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D750697-4EA2-F58F-1A30-F212D7EA0F0A}"/>
              </a:ext>
            </a:extLst>
          </p:cNvPr>
          <p:cNvSpPr/>
          <p:nvPr/>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14" name="Rectangle 13">
            <a:extLst>
              <a:ext uri="{FF2B5EF4-FFF2-40B4-BE49-F238E27FC236}">
                <a16:creationId xmlns:a16="http://schemas.microsoft.com/office/drawing/2014/main" id="{228F40F9-A54B-80CF-5BC8-78CFE84441D1}"/>
              </a:ext>
            </a:extLst>
          </p:cNvPr>
          <p:cNvSpPr/>
          <p:nvPr/>
        </p:nvSpPr>
        <p:spPr>
          <a:xfrm>
            <a:off x="168758" y="892309"/>
            <a:ext cx="4126796" cy="410037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3" name="Rectangle 12">
            <a:extLst>
              <a:ext uri="{FF2B5EF4-FFF2-40B4-BE49-F238E27FC236}">
                <a16:creationId xmlns:a16="http://schemas.microsoft.com/office/drawing/2014/main" id="{A4283761-3DBF-CBB2-C119-A0F26DF12B96}"/>
              </a:ext>
            </a:extLst>
          </p:cNvPr>
          <p:cNvSpPr/>
          <p:nvPr/>
        </p:nvSpPr>
        <p:spPr>
          <a:xfrm>
            <a:off x="4229" y="0"/>
            <a:ext cx="8653388" cy="88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2" name="Rectangle 11">
            <a:extLst>
              <a:ext uri="{FF2B5EF4-FFF2-40B4-BE49-F238E27FC236}">
                <a16:creationId xmlns:a16="http://schemas.microsoft.com/office/drawing/2014/main" id="{B41FBF54-1C86-7E39-DE53-357113D088F7}"/>
              </a:ext>
            </a:extLst>
          </p:cNvPr>
          <p:cNvSpPr/>
          <p:nvPr/>
        </p:nvSpPr>
        <p:spPr>
          <a:xfrm>
            <a:off x="4229" y="0"/>
            <a:ext cx="8653388" cy="888178"/>
          </a:xfrm>
          <a:prstGeom prst="rect">
            <a:avLst/>
          </a:prstGeom>
          <a:gradFill>
            <a:gsLst>
              <a:gs pos="98000">
                <a:schemeClr val="bg2">
                  <a:lumMod val="50000"/>
                  <a:alpha val="84715"/>
                </a:schemeClr>
              </a:gs>
              <a:gs pos="49000">
                <a:srgbClr val="096580">
                  <a:alpha val="93519"/>
                </a:srgbClr>
              </a:gs>
              <a:gs pos="0">
                <a:schemeClr val="bg2">
                  <a:lumMod val="50000"/>
                  <a:alpha val="89629"/>
                </a:schemeClr>
              </a:gs>
            </a:gsLst>
            <a:lin ang="19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5" name="Title 1">
            <a:extLst>
              <a:ext uri="{FF2B5EF4-FFF2-40B4-BE49-F238E27FC236}">
                <a16:creationId xmlns:a16="http://schemas.microsoft.com/office/drawing/2014/main" id="{F4CE78D6-58D6-3732-78CA-B6EB2EE84505}"/>
              </a:ext>
            </a:extLst>
          </p:cNvPr>
          <p:cNvSpPr txBox="1">
            <a:spLocks/>
          </p:cNvSpPr>
          <p:nvPr/>
        </p:nvSpPr>
        <p:spPr>
          <a:xfrm>
            <a:off x="412950" y="114195"/>
            <a:ext cx="7889396" cy="733041"/>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r>
              <a:rPr lang="en-US" sz="2100" b="1" dirty="0"/>
              <a:t>The 6 Levels of Autonomous Driving</a:t>
            </a:r>
          </a:p>
        </p:txBody>
      </p:sp>
      <p:sp>
        <p:nvSpPr>
          <p:cNvPr id="6" name="Title 1">
            <a:extLst>
              <a:ext uri="{FF2B5EF4-FFF2-40B4-BE49-F238E27FC236}">
                <a16:creationId xmlns:a16="http://schemas.microsoft.com/office/drawing/2014/main" id="{18F117A6-B461-2987-456F-D863574B4AD6}"/>
              </a:ext>
            </a:extLst>
          </p:cNvPr>
          <p:cNvSpPr txBox="1">
            <a:spLocks/>
          </p:cNvSpPr>
          <p:nvPr/>
        </p:nvSpPr>
        <p:spPr>
          <a:xfrm>
            <a:off x="462935" y="1907070"/>
            <a:ext cx="1246064" cy="1954580"/>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r>
              <a:rPr lang="en-US" sz="14987" b="1" dirty="0">
                <a:solidFill>
                  <a:schemeClr val="bg1">
                    <a:alpha val="97000"/>
                  </a:schemeClr>
                </a:solidFill>
                <a:effectLst>
                  <a:outerShdw blurRad="50800" dist="38100" dir="2700000" algn="tl" rotWithShape="0">
                    <a:prstClr val="black">
                      <a:alpha val="11449"/>
                    </a:prstClr>
                  </a:outerShdw>
                </a:effectLst>
              </a:rPr>
              <a:t>4</a:t>
            </a:r>
          </a:p>
        </p:txBody>
      </p:sp>
      <p:pic>
        <p:nvPicPr>
          <p:cNvPr id="4" name="Picture 2" descr="The Current State of Autonomous Vehicles | Digital Trends">
            <a:extLst>
              <a:ext uri="{FF2B5EF4-FFF2-40B4-BE49-F238E27FC236}">
                <a16:creationId xmlns:a16="http://schemas.microsoft.com/office/drawing/2014/main" id="{A2DBD366-EA79-AE4C-E22A-0A9788454411}"/>
              </a:ext>
            </a:extLst>
          </p:cNvPr>
          <p:cNvPicPr>
            <a:picLocks noChangeAspect="1" noChangeArrowheads="1"/>
          </p:cNvPicPr>
          <p:nvPr/>
        </p:nvPicPr>
        <p:blipFill rotWithShape="1">
          <a:blip r:embed="rId2" cstate="hqprint">
            <a:alphaModFix amt="85000"/>
            <a:extLst>
              <a:ext uri="{BEBA8EAE-BF5A-486C-A8C5-ECC9F3942E4B}">
                <a14:imgProps xmlns:a14="http://schemas.microsoft.com/office/drawing/2010/main">
                  <a14:imgLayer r:embed="rId3">
                    <a14:imgEffect>
                      <a14:saturation sat="81000"/>
                    </a14:imgEffect>
                  </a14:imgLayer>
                </a14:imgProps>
              </a:ext>
              <a:ext uri="{28A0092B-C50C-407E-A947-70E740481C1C}">
                <a14:useLocalDpi xmlns:a14="http://schemas.microsoft.com/office/drawing/2010/main"/>
              </a:ext>
            </a:extLst>
          </a:blip>
          <a:srcRect l="22747" r="29427"/>
          <a:stretch>
            <a:fillRect/>
          </a:stretch>
        </p:blipFill>
        <p:spPr bwMode="auto">
          <a:xfrm>
            <a:off x="4288095" y="889000"/>
            <a:ext cx="4370129" cy="4096805"/>
          </a:xfrm>
          <a:prstGeom prst="rect">
            <a:avLst/>
          </a:prstGeom>
          <a:noFill/>
          <a:ln w="12700">
            <a:noFill/>
          </a:ln>
          <a:extLst>
            <a:ext uri="{909E8E84-426E-40DD-AFC4-6F175D3DCCD1}">
              <a14:hiddenFill xmlns:a14="http://schemas.microsoft.com/office/drawing/2010/main">
                <a:solidFill>
                  <a:srgbClr val="FFFFFF"/>
                </a:solidFill>
              </a14:hiddenFill>
            </a:ext>
          </a:extLst>
        </p:spPr>
      </p:pic>
      <p:sp>
        <p:nvSpPr>
          <p:cNvPr id="7" name="Text Placeholder 2">
            <a:extLst>
              <a:ext uri="{FF2B5EF4-FFF2-40B4-BE49-F238E27FC236}">
                <a16:creationId xmlns:a16="http://schemas.microsoft.com/office/drawing/2014/main" id="{E68DE8C5-3E42-7257-F741-197836CCD2BB}"/>
              </a:ext>
            </a:extLst>
          </p:cNvPr>
          <p:cNvSpPr txBox="1">
            <a:spLocks/>
          </p:cNvSpPr>
          <p:nvPr/>
        </p:nvSpPr>
        <p:spPr>
          <a:xfrm>
            <a:off x="2090466" y="2319455"/>
            <a:ext cx="2088129" cy="1182029"/>
          </a:xfrm>
          <a:prstGeom prst="rect">
            <a:avLst/>
          </a:prstGeom>
        </p:spPr>
        <p:txBody>
          <a:bodyPr lIns="0" tIns="0" rIns="0" bIns="0"/>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Aft>
                <a:spcPts val="599"/>
              </a:spcAft>
            </a:pPr>
            <a:r>
              <a:rPr lang="en-US" sz="1700" b="1" dirty="0"/>
              <a:t>Vehicle driven </a:t>
            </a:r>
            <a:br>
              <a:rPr lang="en-US" sz="1700" b="1" dirty="0"/>
            </a:br>
            <a:r>
              <a:rPr lang="en-US" sz="1700" b="1" dirty="0"/>
              <a:t>by the robot in certain areas and certain weather</a:t>
            </a:r>
            <a:br>
              <a:rPr lang="en-US" sz="1700" b="1" dirty="0"/>
            </a:br>
            <a:endParaRPr lang="en-US" sz="1700" dirty="0"/>
          </a:p>
        </p:txBody>
      </p:sp>
    </p:spTree>
    <p:extLst>
      <p:ext uri="{BB962C8B-B14F-4D97-AF65-F5344CB8AC3E}">
        <p14:creationId xmlns:p14="http://schemas.microsoft.com/office/powerpoint/2010/main" val="82212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1000" fill="hold"/>
                                        <p:tgtEl>
                                          <p:spTgt spid="12"/>
                                        </p:tgtEl>
                                        <p:attrNameLst>
                                          <p:attrName>ppt_x</p:attrName>
                                        </p:attrNameLst>
                                      </p:cBhvr>
                                      <p:tavLst>
                                        <p:tav tm="0">
                                          <p:val>
                                            <p:strVal val="0-#ppt_w/2"/>
                                          </p:val>
                                        </p:tav>
                                        <p:tav tm="100000">
                                          <p:val>
                                            <p:strVal val="#ppt_x"/>
                                          </p:val>
                                        </p:tav>
                                      </p:tavLst>
                                    </p:anim>
                                    <p:anim calcmode="lin" valueType="num">
                                      <p:cBhvr additive="base">
                                        <p:cTn id="11" dur="1000" fill="hold"/>
                                        <p:tgtEl>
                                          <p:spTgt spid="12"/>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1000" fill="hold"/>
                                        <p:tgtEl>
                                          <p:spTgt spid="13"/>
                                        </p:tgtEl>
                                        <p:attrNameLst>
                                          <p:attrName>ppt_x</p:attrName>
                                        </p:attrNameLst>
                                      </p:cBhvr>
                                      <p:tavLst>
                                        <p:tav tm="0">
                                          <p:val>
                                            <p:strVal val="0-#ppt_w/2"/>
                                          </p:val>
                                        </p:tav>
                                        <p:tav tm="100000">
                                          <p:val>
                                            <p:strVal val="#ppt_x"/>
                                          </p:val>
                                        </p:tav>
                                      </p:tavLst>
                                    </p:anim>
                                    <p:anim calcmode="lin" valueType="num">
                                      <p:cBhvr additive="base">
                                        <p:cTn id="15" dur="1000" fill="hold"/>
                                        <p:tgtEl>
                                          <p:spTgt spid="13"/>
                                        </p:tgtEl>
                                        <p:attrNameLst>
                                          <p:attrName>ppt_y</p:attrName>
                                        </p:attrNameLst>
                                      </p:cBhvr>
                                      <p:tavLst>
                                        <p:tav tm="0">
                                          <p:val>
                                            <p:strVal val="#ppt_y"/>
                                          </p:val>
                                        </p:tav>
                                        <p:tav tm="100000">
                                          <p:val>
                                            <p:strVal val="#ppt_y"/>
                                          </p:val>
                                        </p:tav>
                                      </p:tavLst>
                                    </p:anim>
                                  </p:childTnLst>
                                </p:cTn>
                              </p:par>
                              <p:par>
                                <p:cTn id="16" presetID="2" presetClass="entr" presetSubtype="1"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1000" fill="hold"/>
                                        <p:tgtEl>
                                          <p:spTgt spid="14"/>
                                        </p:tgtEl>
                                        <p:attrNameLst>
                                          <p:attrName>ppt_x</p:attrName>
                                        </p:attrNameLst>
                                      </p:cBhvr>
                                      <p:tavLst>
                                        <p:tav tm="0">
                                          <p:val>
                                            <p:strVal val="#ppt_x"/>
                                          </p:val>
                                        </p:tav>
                                        <p:tav tm="100000">
                                          <p:val>
                                            <p:strVal val="#ppt_x"/>
                                          </p:val>
                                        </p:tav>
                                      </p:tavLst>
                                    </p:anim>
                                    <p:anim calcmode="lin" valueType="num">
                                      <p:cBhvr additive="base">
                                        <p:cTn id="19" dur="1000" fill="hold"/>
                                        <p:tgtEl>
                                          <p:spTgt spid="14"/>
                                        </p:tgtEl>
                                        <p:attrNameLst>
                                          <p:attrName>ppt_y</p:attrName>
                                        </p:attrNameLst>
                                      </p:cBhvr>
                                      <p:tavLst>
                                        <p:tav tm="0">
                                          <p:val>
                                            <p:strVal val="0-#ppt_h/2"/>
                                          </p:val>
                                        </p:tav>
                                        <p:tav tm="100000">
                                          <p:val>
                                            <p:strVal val="#ppt_y"/>
                                          </p:val>
                                        </p:tav>
                                      </p:tavLst>
                                    </p:anim>
                                  </p:childTnLst>
                                </p:cTn>
                              </p:par>
                              <p:par>
                                <p:cTn id="20" presetID="10" presetClass="entr" presetSubtype="0" fill="hold" grpId="0" nodeType="withEffect">
                                  <p:stCondLst>
                                    <p:cond delay="1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par>
                                <p:cTn id="26" presetID="10" presetClass="entr" presetSubtype="0" fill="hold" grpId="0" nodeType="withEffect">
                                  <p:stCondLst>
                                    <p:cond delay="15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nodeType="withEffect">
                                  <p:stCondLst>
                                    <p:cond delay="150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childTnLst>
                                </p:cTn>
                              </p:par>
                              <p:par>
                                <p:cTn id="32" presetID="26" presetClass="emph" presetSubtype="0" repeatCount="3000" fill="hold" grpId="1" nodeType="withEffect">
                                  <p:stCondLst>
                                    <p:cond delay="2000"/>
                                  </p:stCondLst>
                                  <p:childTnLst>
                                    <p:animEffect transition="out" filter="fade">
                                      <p:cBhvr>
                                        <p:cTn id="33" dur="1000" tmFilter="0, 0; .2, .5; .8, .5; 1, 0"/>
                                        <p:tgtEl>
                                          <p:spTgt spid="7"/>
                                        </p:tgtEl>
                                      </p:cBhvr>
                                    </p:animEffect>
                                    <p:animScale>
                                      <p:cBhvr>
                                        <p:cTn id="34" dur="50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3" grpId="0" animBg="1"/>
      <p:bldP spid="12" grpId="0" animBg="1"/>
      <p:bldP spid="5" grpId="0"/>
      <p:bldP spid="6" grpId="0"/>
      <p:bldP spid="7" grpId="0"/>
      <p:bldP spid="7"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ED2F0-66F1-9AFF-C3AC-4E7FD59F4041}"/>
            </a:ext>
          </a:extLst>
        </p:cNvPr>
        <p:cNvGrpSpPr/>
        <p:nvPr/>
      </p:nvGrpSpPr>
      <p:grpSpPr>
        <a:xfrm>
          <a:off x="0" y="0"/>
          <a:ext cx="0" cy="0"/>
          <a:chOff x="0" y="0"/>
          <a:chExt cx="0" cy="0"/>
        </a:xfrm>
      </p:grpSpPr>
      <p:pic>
        <p:nvPicPr>
          <p:cNvPr id="7" name="Picture 2" descr="Will autonomous cars make driving safer? - Smart City Hub">
            <a:extLst>
              <a:ext uri="{FF2B5EF4-FFF2-40B4-BE49-F238E27FC236}">
                <a16:creationId xmlns:a16="http://schemas.microsoft.com/office/drawing/2014/main" id="{F3896526-F175-83AC-A53A-E7074D8D7307}"/>
              </a:ext>
            </a:extLst>
          </p:cNvPr>
          <p:cNvPicPr>
            <a:picLocks noChangeAspect="1" noChangeArrowheads="1"/>
          </p:cNvPicPr>
          <p:nvPr/>
        </p:nvPicPr>
        <p:blipFill rotWithShape="1">
          <a:blip r:embed="rId2">
            <a:alphaModFix amt="67000"/>
            <a:extLst>
              <a:ext uri="{BEBA8EAE-BF5A-486C-A8C5-ECC9F3942E4B}">
                <a14:imgProps xmlns:a14="http://schemas.microsoft.com/office/drawing/2010/main">
                  <a14:imgLayer r:embed="rId3">
                    <a14:imgEffect>
                      <a14:sharpenSoften amount="30000"/>
                    </a14:imgEffect>
                  </a14:imgLayer>
                </a14:imgProps>
              </a:ext>
              <a:ext uri="{28A0092B-C50C-407E-A947-70E740481C1C}">
                <a14:useLocalDpi xmlns:a14="http://schemas.microsoft.com/office/drawing/2010/main"/>
              </a:ext>
            </a:extLst>
          </a:blip>
          <a:srcRect l="-1" t="-1" r="9779" b="9779"/>
          <a:stretch>
            <a:fillRect/>
          </a:stretch>
        </p:blipFill>
        <p:spPr bwMode="auto">
          <a:xfrm>
            <a:off x="166255" y="410360"/>
            <a:ext cx="8487091" cy="4733140"/>
          </a:xfrm>
          <a:prstGeom prst="rect">
            <a:avLst/>
          </a:prstGeom>
          <a:noFill/>
          <a:ln w="12700">
            <a:noFill/>
          </a:ln>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CD94E4B-0452-C00C-E205-97E435F5AEB9}"/>
              </a:ext>
            </a:extLst>
          </p:cNvPr>
          <p:cNvSpPr/>
          <p:nvPr/>
        </p:nvSpPr>
        <p:spPr>
          <a:xfrm>
            <a:off x="84840" y="59517"/>
            <a:ext cx="8653807" cy="5002678"/>
          </a:xfrm>
          <a:prstGeom prst="rect">
            <a:avLst/>
          </a:prstGeom>
          <a:noFill/>
          <a:ln w="168275">
            <a:solidFill>
              <a:srgbClr val="E6E6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14" name="Rectangle 13">
            <a:extLst>
              <a:ext uri="{FF2B5EF4-FFF2-40B4-BE49-F238E27FC236}">
                <a16:creationId xmlns:a16="http://schemas.microsoft.com/office/drawing/2014/main" id="{80911B57-5A8A-A58D-C72B-1DA7D96BF208}"/>
              </a:ext>
            </a:extLst>
          </p:cNvPr>
          <p:cNvSpPr/>
          <p:nvPr/>
        </p:nvSpPr>
        <p:spPr>
          <a:xfrm>
            <a:off x="2275368" y="892309"/>
            <a:ext cx="4040372" cy="410037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3" name="Rectangle 12">
            <a:extLst>
              <a:ext uri="{FF2B5EF4-FFF2-40B4-BE49-F238E27FC236}">
                <a16:creationId xmlns:a16="http://schemas.microsoft.com/office/drawing/2014/main" id="{2AE99292-19C9-2262-4E57-01F912823CB3}"/>
              </a:ext>
            </a:extLst>
          </p:cNvPr>
          <p:cNvSpPr/>
          <p:nvPr/>
        </p:nvSpPr>
        <p:spPr>
          <a:xfrm>
            <a:off x="4229" y="0"/>
            <a:ext cx="8653388" cy="88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12" name="Rectangle 11">
            <a:extLst>
              <a:ext uri="{FF2B5EF4-FFF2-40B4-BE49-F238E27FC236}">
                <a16:creationId xmlns:a16="http://schemas.microsoft.com/office/drawing/2014/main" id="{A3FA6A92-BB71-8B68-18E8-0BDEBC5ACF6B}"/>
              </a:ext>
            </a:extLst>
          </p:cNvPr>
          <p:cNvSpPr/>
          <p:nvPr/>
        </p:nvSpPr>
        <p:spPr>
          <a:xfrm>
            <a:off x="4229" y="0"/>
            <a:ext cx="8653388" cy="888178"/>
          </a:xfrm>
          <a:prstGeom prst="rect">
            <a:avLst/>
          </a:prstGeom>
          <a:gradFill>
            <a:gsLst>
              <a:gs pos="98000">
                <a:schemeClr val="bg2">
                  <a:lumMod val="50000"/>
                  <a:alpha val="84715"/>
                </a:schemeClr>
              </a:gs>
              <a:gs pos="49000">
                <a:srgbClr val="096580">
                  <a:alpha val="93519"/>
                </a:srgbClr>
              </a:gs>
              <a:gs pos="0">
                <a:schemeClr val="bg2">
                  <a:lumMod val="50000"/>
                  <a:alpha val="89629"/>
                </a:schemeClr>
              </a:gs>
            </a:gsLst>
            <a:lin ang="19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5" name="Title 1">
            <a:extLst>
              <a:ext uri="{FF2B5EF4-FFF2-40B4-BE49-F238E27FC236}">
                <a16:creationId xmlns:a16="http://schemas.microsoft.com/office/drawing/2014/main" id="{9B0E2190-B2B9-2252-D681-329566D59C58}"/>
              </a:ext>
            </a:extLst>
          </p:cNvPr>
          <p:cNvSpPr txBox="1">
            <a:spLocks/>
          </p:cNvSpPr>
          <p:nvPr/>
        </p:nvSpPr>
        <p:spPr>
          <a:xfrm>
            <a:off x="412950" y="114195"/>
            <a:ext cx="7889396" cy="733041"/>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r>
              <a:rPr lang="en-US" sz="2100" b="1" dirty="0"/>
              <a:t>The 6 Levels of Autonomous Driving</a:t>
            </a:r>
          </a:p>
        </p:txBody>
      </p:sp>
      <p:sp>
        <p:nvSpPr>
          <p:cNvPr id="6" name="Title 1">
            <a:extLst>
              <a:ext uri="{FF2B5EF4-FFF2-40B4-BE49-F238E27FC236}">
                <a16:creationId xmlns:a16="http://schemas.microsoft.com/office/drawing/2014/main" id="{46FAA87B-3024-C7BA-4D9C-B0F9001B497A}"/>
              </a:ext>
            </a:extLst>
          </p:cNvPr>
          <p:cNvSpPr txBox="1">
            <a:spLocks/>
          </p:cNvSpPr>
          <p:nvPr/>
        </p:nvSpPr>
        <p:spPr>
          <a:xfrm>
            <a:off x="2547434" y="1907070"/>
            <a:ext cx="1246064" cy="1954580"/>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r>
              <a:rPr lang="en-US" sz="14987" b="1" dirty="0">
                <a:effectLst>
                  <a:outerShdw blurRad="50800" dist="38100" dir="2700000" algn="tl" rotWithShape="0">
                    <a:prstClr val="black">
                      <a:alpha val="12381"/>
                    </a:prstClr>
                  </a:outerShdw>
                </a:effectLst>
              </a:rPr>
              <a:t>5</a:t>
            </a:r>
          </a:p>
        </p:txBody>
      </p:sp>
      <p:sp>
        <p:nvSpPr>
          <p:cNvPr id="9" name="Text Placeholder 2">
            <a:extLst>
              <a:ext uri="{FF2B5EF4-FFF2-40B4-BE49-F238E27FC236}">
                <a16:creationId xmlns:a16="http://schemas.microsoft.com/office/drawing/2014/main" id="{B941578F-9489-1C05-44B3-348E2F646112}"/>
              </a:ext>
            </a:extLst>
          </p:cNvPr>
          <p:cNvSpPr txBox="1">
            <a:spLocks/>
          </p:cNvSpPr>
          <p:nvPr/>
        </p:nvSpPr>
        <p:spPr>
          <a:xfrm>
            <a:off x="4093535" y="2310897"/>
            <a:ext cx="2598234" cy="1182029"/>
          </a:xfrm>
          <a:prstGeom prst="rect">
            <a:avLst/>
          </a:prstGeom>
        </p:spPr>
        <p:txBody>
          <a:bodyPr lIns="0" tIns="0" rIns="0" bIns="0"/>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Aft>
                <a:spcPts val="599"/>
              </a:spcAft>
            </a:pPr>
            <a:r>
              <a:rPr lang="en-US" sz="1700" b="1" dirty="0"/>
              <a:t>Vehicle driven </a:t>
            </a:r>
            <a:br>
              <a:rPr lang="en-US" sz="1700" b="1" dirty="0"/>
            </a:br>
            <a:r>
              <a:rPr lang="en-US" sz="1700" b="1" dirty="0"/>
              <a:t>by the robot ANYWHERE – </a:t>
            </a:r>
            <a:br>
              <a:rPr lang="en-US" sz="1700" b="1" dirty="0"/>
            </a:br>
            <a:r>
              <a:rPr lang="en-US" sz="1700" b="1" dirty="0"/>
              <a:t>ANY WEATHER</a:t>
            </a:r>
            <a:br>
              <a:rPr lang="en-US" sz="1700" b="1" dirty="0"/>
            </a:br>
            <a:endParaRPr lang="en-US" sz="1700" dirty="0"/>
          </a:p>
        </p:txBody>
      </p:sp>
    </p:spTree>
    <p:extLst>
      <p:ext uri="{BB962C8B-B14F-4D97-AF65-F5344CB8AC3E}">
        <p14:creationId xmlns:p14="http://schemas.microsoft.com/office/powerpoint/2010/main" val="2899035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1000" fill="hold"/>
                                        <p:tgtEl>
                                          <p:spTgt spid="12"/>
                                        </p:tgtEl>
                                        <p:attrNameLst>
                                          <p:attrName>ppt_x</p:attrName>
                                        </p:attrNameLst>
                                      </p:cBhvr>
                                      <p:tavLst>
                                        <p:tav tm="0">
                                          <p:val>
                                            <p:strVal val="0-#ppt_w/2"/>
                                          </p:val>
                                        </p:tav>
                                        <p:tav tm="100000">
                                          <p:val>
                                            <p:strVal val="#ppt_x"/>
                                          </p:val>
                                        </p:tav>
                                      </p:tavLst>
                                    </p:anim>
                                    <p:anim calcmode="lin" valueType="num">
                                      <p:cBhvr additive="base">
                                        <p:cTn id="11" dur="1000" fill="hold"/>
                                        <p:tgtEl>
                                          <p:spTgt spid="12"/>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1000" fill="hold"/>
                                        <p:tgtEl>
                                          <p:spTgt spid="13"/>
                                        </p:tgtEl>
                                        <p:attrNameLst>
                                          <p:attrName>ppt_x</p:attrName>
                                        </p:attrNameLst>
                                      </p:cBhvr>
                                      <p:tavLst>
                                        <p:tav tm="0">
                                          <p:val>
                                            <p:strVal val="0-#ppt_w/2"/>
                                          </p:val>
                                        </p:tav>
                                        <p:tav tm="100000">
                                          <p:val>
                                            <p:strVal val="#ppt_x"/>
                                          </p:val>
                                        </p:tav>
                                      </p:tavLst>
                                    </p:anim>
                                    <p:anim calcmode="lin" valueType="num">
                                      <p:cBhvr additive="base">
                                        <p:cTn id="15" dur="1000" fill="hold"/>
                                        <p:tgtEl>
                                          <p:spTgt spid="13"/>
                                        </p:tgtEl>
                                        <p:attrNameLst>
                                          <p:attrName>ppt_y</p:attrName>
                                        </p:attrNameLst>
                                      </p:cBhvr>
                                      <p:tavLst>
                                        <p:tav tm="0">
                                          <p:val>
                                            <p:strVal val="#ppt_y"/>
                                          </p:val>
                                        </p:tav>
                                        <p:tav tm="100000">
                                          <p:val>
                                            <p:strVal val="#ppt_y"/>
                                          </p:val>
                                        </p:tav>
                                      </p:tavLst>
                                    </p:anim>
                                  </p:childTnLst>
                                </p:cTn>
                              </p:par>
                              <p:par>
                                <p:cTn id="16" presetID="2" presetClass="entr" presetSubtype="1"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1000" fill="hold"/>
                                        <p:tgtEl>
                                          <p:spTgt spid="14"/>
                                        </p:tgtEl>
                                        <p:attrNameLst>
                                          <p:attrName>ppt_x</p:attrName>
                                        </p:attrNameLst>
                                      </p:cBhvr>
                                      <p:tavLst>
                                        <p:tav tm="0">
                                          <p:val>
                                            <p:strVal val="#ppt_x"/>
                                          </p:val>
                                        </p:tav>
                                        <p:tav tm="100000">
                                          <p:val>
                                            <p:strVal val="#ppt_x"/>
                                          </p:val>
                                        </p:tav>
                                      </p:tavLst>
                                    </p:anim>
                                    <p:anim calcmode="lin" valueType="num">
                                      <p:cBhvr additive="base">
                                        <p:cTn id="19" dur="1000" fill="hold"/>
                                        <p:tgtEl>
                                          <p:spTgt spid="14"/>
                                        </p:tgtEl>
                                        <p:attrNameLst>
                                          <p:attrName>ppt_y</p:attrName>
                                        </p:attrNameLst>
                                      </p:cBhvr>
                                      <p:tavLst>
                                        <p:tav tm="0">
                                          <p:val>
                                            <p:strVal val="0-#ppt_h/2"/>
                                          </p:val>
                                        </p:tav>
                                        <p:tav tm="100000">
                                          <p:val>
                                            <p:strVal val="#ppt_y"/>
                                          </p:val>
                                        </p:tav>
                                      </p:tavLst>
                                    </p:anim>
                                  </p:childTnLst>
                                </p:cTn>
                              </p:par>
                              <p:par>
                                <p:cTn id="20" presetID="10" presetClass="entr" presetSubtype="0" fill="hold" grpId="0" nodeType="withEffect">
                                  <p:stCondLst>
                                    <p:cond delay="1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par>
                                <p:cTn id="26" presetID="10" presetClass="entr" presetSubtype="0" fill="hold" grpId="0" nodeType="withEffect">
                                  <p:stCondLst>
                                    <p:cond delay="15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26" presetClass="emph" presetSubtype="0" repeatCount="3000" fill="hold" grpId="1" nodeType="withEffect">
                                  <p:stCondLst>
                                    <p:cond delay="2000"/>
                                  </p:stCondLst>
                                  <p:childTnLst>
                                    <p:animEffect transition="out" filter="fade">
                                      <p:cBhvr>
                                        <p:cTn id="30" dur="1000" tmFilter="0, 0; .2, .5; .8, .5; 1, 0"/>
                                        <p:tgtEl>
                                          <p:spTgt spid="9"/>
                                        </p:tgtEl>
                                      </p:cBhvr>
                                    </p:animEffect>
                                    <p:animScale>
                                      <p:cBhvr>
                                        <p:cTn id="31" dur="500" autoRev="1" fill="hold"/>
                                        <p:tgtEl>
                                          <p:spTgt spid="9"/>
                                        </p:tgtEl>
                                      </p:cBhvr>
                                      <p:by x="105000" y="105000"/>
                                    </p:animScale>
                                  </p:childTnLst>
                                </p:cTn>
                              </p:par>
                              <p:par>
                                <p:cTn id="32" presetID="10" presetClass="entr" presetSubtype="0" fill="hold" nodeType="withEffect">
                                  <p:stCondLst>
                                    <p:cond delay="150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3" grpId="0" animBg="1"/>
      <p:bldP spid="12" grpId="0" animBg="1"/>
      <p:bldP spid="5" grpId="0"/>
      <p:bldP spid="6" grpId="0"/>
      <p:bldP spid="9" grpId="0"/>
      <p:bldP spid="9"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C45D38B-27E0-C9D3-FCDE-3BA678BD6A16}"/>
              </a:ext>
            </a:extLst>
          </p:cNvPr>
          <p:cNvSpPr>
            <a:spLocks noGrp="1"/>
          </p:cNvSpPr>
          <p:nvPr>
            <p:ph type="title"/>
          </p:nvPr>
        </p:nvSpPr>
        <p:spPr>
          <a:xfrm>
            <a:off x="660698" y="2217642"/>
            <a:ext cx="3793783" cy="312417"/>
          </a:xfrm>
        </p:spPr>
        <p:txBody>
          <a:bodyPr>
            <a:noAutofit/>
          </a:bodyPr>
          <a:lstStyle/>
          <a:p>
            <a:pPr algn="l"/>
            <a:r>
              <a:rPr lang="en-US" sz="2400" dirty="0"/>
              <a:t>Discussion Point:</a:t>
            </a:r>
          </a:p>
        </p:txBody>
      </p:sp>
      <p:sp>
        <p:nvSpPr>
          <p:cNvPr id="6" name="Text Placeholder 5">
            <a:extLst>
              <a:ext uri="{FF2B5EF4-FFF2-40B4-BE49-F238E27FC236}">
                <a16:creationId xmlns:a16="http://schemas.microsoft.com/office/drawing/2014/main" id="{658A1F4D-9F61-6FF6-CDA0-BB545A77FCC1}"/>
              </a:ext>
            </a:extLst>
          </p:cNvPr>
          <p:cNvSpPr>
            <a:spLocks noGrp="1"/>
          </p:cNvSpPr>
          <p:nvPr>
            <p:ph type="body" sz="quarter" idx="11"/>
          </p:nvPr>
        </p:nvSpPr>
        <p:spPr>
          <a:xfrm>
            <a:off x="618787" y="2687527"/>
            <a:ext cx="3895383" cy="718241"/>
          </a:xfrm>
        </p:spPr>
        <p:txBody>
          <a:bodyPr/>
          <a:lstStyle/>
          <a:p>
            <a:r>
              <a:rPr lang="en-US" sz="2100" dirty="0"/>
              <a:t>Who is testing these ADAS?</a:t>
            </a:r>
          </a:p>
        </p:txBody>
      </p:sp>
    </p:spTree>
    <p:extLst>
      <p:ext uri="{BB962C8B-B14F-4D97-AF65-F5344CB8AC3E}">
        <p14:creationId xmlns:p14="http://schemas.microsoft.com/office/powerpoint/2010/main" val="72338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6">
            <a:extLst>
              <a:ext uri="{FF2B5EF4-FFF2-40B4-BE49-F238E27FC236}">
                <a16:creationId xmlns:a16="http://schemas.microsoft.com/office/drawing/2014/main" id="{BB518F28-3B83-A4A6-4B31-F21498437665}"/>
              </a:ext>
            </a:extLst>
          </p:cNvPr>
          <p:cNvSpPr txBox="1">
            <a:spLocks/>
          </p:cNvSpPr>
          <p:nvPr/>
        </p:nvSpPr>
        <p:spPr>
          <a:xfrm>
            <a:off x="-1527836" y="4210442"/>
            <a:ext cx="8757058" cy="1208015"/>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endParaRPr lang="en-US" sz="3000" dirty="0">
              <a:latin typeface="Verdana" panose="020B0604030504040204" pitchFamily="34" charset="0"/>
            </a:endParaRPr>
          </a:p>
        </p:txBody>
      </p:sp>
      <p:graphicFrame>
        <p:nvGraphicFramePr>
          <p:cNvPr id="10" name="Table 10">
            <a:extLst>
              <a:ext uri="{FF2B5EF4-FFF2-40B4-BE49-F238E27FC236}">
                <a16:creationId xmlns:a16="http://schemas.microsoft.com/office/drawing/2014/main" id="{92196CBD-DBD6-6AA1-AC20-928FA77A3B3F}"/>
              </a:ext>
            </a:extLst>
          </p:cNvPr>
          <p:cNvGraphicFramePr>
            <a:graphicFrameLocks noGrp="1"/>
          </p:cNvGraphicFramePr>
          <p:nvPr>
            <p:extLst>
              <p:ext uri="{D42A27DB-BD31-4B8C-83A1-F6EECF244321}">
                <p14:modId xmlns:p14="http://schemas.microsoft.com/office/powerpoint/2010/main" val="3300772837"/>
              </p:ext>
            </p:extLst>
          </p:nvPr>
        </p:nvGraphicFramePr>
        <p:xfrm>
          <a:off x="648819" y="2768469"/>
          <a:ext cx="4444208" cy="1426460"/>
        </p:xfrm>
        <a:graphic>
          <a:graphicData uri="http://schemas.openxmlformats.org/drawingml/2006/table">
            <a:tbl>
              <a:tblPr firstRow="1" bandRow="1">
                <a:tableStyleId>{9D7B26C5-4107-4FEC-AEDC-1716B250A1EF}</a:tableStyleId>
              </a:tblPr>
              <a:tblGrid>
                <a:gridCol w="1481402">
                  <a:extLst>
                    <a:ext uri="{9D8B030D-6E8A-4147-A177-3AD203B41FA5}">
                      <a16:colId xmlns:a16="http://schemas.microsoft.com/office/drawing/2014/main" val="464167303"/>
                    </a:ext>
                  </a:extLst>
                </a:gridCol>
                <a:gridCol w="1207253">
                  <a:extLst>
                    <a:ext uri="{9D8B030D-6E8A-4147-A177-3AD203B41FA5}">
                      <a16:colId xmlns:a16="http://schemas.microsoft.com/office/drawing/2014/main" val="1002118265"/>
                    </a:ext>
                  </a:extLst>
                </a:gridCol>
                <a:gridCol w="1755553">
                  <a:extLst>
                    <a:ext uri="{9D8B030D-6E8A-4147-A177-3AD203B41FA5}">
                      <a16:colId xmlns:a16="http://schemas.microsoft.com/office/drawing/2014/main" val="1556592136"/>
                    </a:ext>
                  </a:extLst>
                </a:gridCol>
              </a:tblGrid>
              <a:tr h="402413">
                <a:tc>
                  <a:txBody>
                    <a:bodyPr/>
                    <a:lstStyle/>
                    <a:p>
                      <a:pPr algn="ctr"/>
                      <a:r>
                        <a:rPr lang="en-US" sz="1000" dirty="0">
                          <a:solidFill>
                            <a:schemeClr val="bg1"/>
                          </a:solidFill>
                          <a:latin typeface="Verdana" panose="020B0604030504040204" pitchFamily="34" charset="0"/>
                        </a:rPr>
                        <a:t>Test vehicle </a:t>
                      </a:r>
                      <a:br>
                        <a:rPr lang="en-US" sz="1000" dirty="0">
                          <a:solidFill>
                            <a:schemeClr val="bg1"/>
                          </a:solidFill>
                          <a:latin typeface="Verdana" panose="020B0604030504040204" pitchFamily="34" charset="0"/>
                        </a:rPr>
                      </a:br>
                      <a:r>
                        <a:rPr lang="en-US" sz="1000" dirty="0">
                          <a:solidFill>
                            <a:schemeClr val="bg1"/>
                          </a:solidFill>
                          <a:latin typeface="Verdana" panose="020B0604030504040204" pitchFamily="34" charset="0"/>
                        </a:rPr>
                        <a:t>speed (mph)</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000" dirty="0">
                          <a:solidFill>
                            <a:schemeClr val="bg1"/>
                          </a:solidFill>
                          <a:latin typeface="Verdana" panose="020B0604030504040204" pitchFamily="34" charset="0"/>
                        </a:rPr>
                        <a:t>Target vehicle status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000" dirty="0">
                          <a:solidFill>
                            <a:schemeClr val="bg1"/>
                          </a:solidFill>
                          <a:latin typeface="Verdana" panose="020B0604030504040204" pitchFamily="34" charset="0"/>
                        </a:rPr>
                        <a:t>Pass/Fail criteria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487504914"/>
                  </a:ext>
                </a:extLst>
              </a:tr>
              <a:tr h="341349">
                <a:tc rowSpan="3">
                  <a:txBody>
                    <a:bodyPr/>
                    <a:lstStyle/>
                    <a:p>
                      <a:pPr algn="ctr"/>
                      <a:r>
                        <a:rPr lang="en-US" sz="1000" dirty="0"/>
                        <a:t>45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latin typeface="Verdana" panose="020B0604030504040204" pitchFamily="34" charset="0"/>
                        </a:rPr>
                        <a:t> Stopped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3000"/>
                      </a:schemeClr>
                    </a:solidFill>
                  </a:tcPr>
                </a:tc>
                <a:tc>
                  <a:txBody>
                    <a:bodyPr/>
                    <a:lstStyle/>
                    <a:p>
                      <a:pPr algn="ctr"/>
                      <a:r>
                        <a:rPr lang="en-US" sz="1000" dirty="0">
                          <a:latin typeface="Verdana" panose="020B0604030504040204" pitchFamily="34" charset="0"/>
                        </a:rPr>
                        <a:t> TTC at least 2.1 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3000"/>
                      </a:schemeClr>
                    </a:solidFill>
                  </a:tcPr>
                </a:tc>
                <a:extLst>
                  <a:ext uri="{0D108BD9-81ED-4DB2-BD59-A6C34878D82A}">
                    <a16:rowId xmlns:a16="http://schemas.microsoft.com/office/drawing/2014/main" val="3056647631"/>
                  </a:ext>
                </a:extLst>
              </a:tr>
              <a:tr h="341349">
                <a:tc vMerge="1">
                  <a:txBody>
                    <a:bodyPr/>
                    <a:lstStyle/>
                    <a:p>
                      <a:pPr algn="ctr"/>
                      <a:endParaRPr lang="en-US"/>
                    </a:p>
                  </a:txBody>
                  <a:tcPr/>
                </a:tc>
                <a:tc>
                  <a:txBody>
                    <a:bodyPr/>
                    <a:lstStyle/>
                    <a:p>
                      <a:pPr algn="ctr"/>
                      <a:r>
                        <a:rPr lang="en-US" sz="1000" dirty="0">
                          <a:latin typeface="Verdana" panose="020B0604030504040204" pitchFamily="34" charset="0"/>
                        </a:rPr>
                        <a:t>Decelerating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latin typeface="Verdana" panose="020B0604030504040204" pitchFamily="34" charset="0"/>
                        </a:rPr>
                        <a:t>TTC at least 2.4 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331951343"/>
                  </a:ext>
                </a:extLst>
              </a:tr>
              <a:tr h="341349">
                <a:tc vMerge="1">
                  <a:txBody>
                    <a:bodyPr/>
                    <a:lstStyle/>
                    <a:p>
                      <a:pPr algn="ctr"/>
                      <a:endParaRPr lang="en-US"/>
                    </a:p>
                  </a:txBody>
                  <a:tcPr/>
                </a:tc>
                <a:tc>
                  <a:txBody>
                    <a:bodyPr/>
                    <a:lstStyle/>
                    <a:p>
                      <a:pPr algn="ctr"/>
                      <a:r>
                        <a:rPr lang="en-US" sz="1000" dirty="0">
                          <a:latin typeface="Verdana" panose="020B0604030504040204" pitchFamily="34" charset="0"/>
                        </a:rPr>
                        <a:t>Slow moving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3909"/>
                      </a:schemeClr>
                    </a:solidFill>
                  </a:tcPr>
                </a:tc>
                <a:tc>
                  <a:txBody>
                    <a:bodyPr/>
                    <a:lstStyle/>
                    <a:p>
                      <a:pPr algn="ctr"/>
                      <a:r>
                        <a:rPr lang="en-US" sz="1000" dirty="0">
                          <a:latin typeface="Verdana" panose="020B0604030504040204" pitchFamily="34" charset="0"/>
                        </a:rPr>
                        <a:t>TTC at least 2.0 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3909"/>
                      </a:schemeClr>
                    </a:solidFill>
                  </a:tcPr>
                </a:tc>
                <a:extLst>
                  <a:ext uri="{0D108BD9-81ED-4DB2-BD59-A6C34878D82A}">
                    <a16:rowId xmlns:a16="http://schemas.microsoft.com/office/drawing/2014/main" val="2821871552"/>
                  </a:ext>
                </a:extLst>
              </a:tr>
            </a:tbl>
          </a:graphicData>
        </a:graphic>
      </p:graphicFrame>
      <p:grpSp>
        <p:nvGrpSpPr>
          <p:cNvPr id="5" name="Group 4">
            <a:extLst>
              <a:ext uri="{FF2B5EF4-FFF2-40B4-BE49-F238E27FC236}">
                <a16:creationId xmlns:a16="http://schemas.microsoft.com/office/drawing/2014/main" id="{789C0D1F-90A1-BC40-E5C6-63F832B25F38}"/>
              </a:ext>
            </a:extLst>
          </p:cNvPr>
          <p:cNvGrpSpPr/>
          <p:nvPr/>
        </p:nvGrpSpPr>
        <p:grpSpPr>
          <a:xfrm>
            <a:off x="595624" y="1477300"/>
            <a:ext cx="7978148" cy="2942870"/>
            <a:chOff x="595624" y="1477300"/>
            <a:chExt cx="7978148" cy="2942870"/>
          </a:xfrm>
        </p:grpSpPr>
        <p:pic>
          <p:nvPicPr>
            <p:cNvPr id="7170" name="Picture 2" descr="Traffic Safety Facts Annual Report Tables">
              <a:extLst>
                <a:ext uri="{FF2B5EF4-FFF2-40B4-BE49-F238E27FC236}">
                  <a16:creationId xmlns:a16="http://schemas.microsoft.com/office/drawing/2014/main" id="{5DB96B42-F682-5DE4-663B-029D9C3FB4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1635" y="1477300"/>
              <a:ext cx="2424785" cy="97562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B20FFD3-2159-0332-0A86-4BF4A2CC7E3E}"/>
                </a:ext>
              </a:extLst>
            </p:cNvPr>
            <p:cNvSpPr txBox="1"/>
            <p:nvPr/>
          </p:nvSpPr>
          <p:spPr>
            <a:xfrm>
              <a:off x="595624" y="4220115"/>
              <a:ext cx="3976382" cy="200055"/>
            </a:xfrm>
            <a:prstGeom prst="rect">
              <a:avLst/>
            </a:prstGeom>
            <a:noFill/>
          </p:spPr>
          <p:txBody>
            <a:bodyPr wrap="square" rtlCol="0">
              <a:spAutoFit/>
            </a:bodyPr>
            <a:lstStyle/>
            <a:p>
              <a:r>
                <a:rPr lang="en-US" sz="700" i="1" dirty="0">
                  <a:latin typeface="Verdana" panose="020B0604030504040204" pitchFamily="34" charset="0"/>
                </a:rPr>
                <a:t>National Highway Traffic Safety Administration</a:t>
              </a:r>
            </a:p>
          </p:txBody>
        </p:sp>
        <p:pic>
          <p:nvPicPr>
            <p:cNvPr id="16" name="Picture 15">
              <a:extLst>
                <a:ext uri="{FF2B5EF4-FFF2-40B4-BE49-F238E27FC236}">
                  <a16:creationId xmlns:a16="http://schemas.microsoft.com/office/drawing/2014/main" id="{31E7A068-5D49-B52C-0039-533A0486D5C3}"/>
                </a:ext>
              </a:extLst>
            </p:cNvPr>
            <p:cNvPicPr>
              <a:picLocks noChangeAspect="1"/>
            </p:cNvPicPr>
            <p:nvPr/>
          </p:nvPicPr>
          <p:blipFill>
            <a:blip r:embed="rId3"/>
            <a:srcRect l="3387" t="-1" r="7296" b="2838"/>
            <a:stretch>
              <a:fillRect/>
            </a:stretch>
          </p:blipFill>
          <p:spPr>
            <a:xfrm>
              <a:off x="5213024" y="2751198"/>
              <a:ext cx="2922309" cy="1443730"/>
            </a:xfrm>
            <a:prstGeom prst="rect">
              <a:avLst/>
            </a:prstGeom>
          </p:spPr>
        </p:pic>
        <p:sp>
          <p:nvSpPr>
            <p:cNvPr id="17" name="TextBox 16">
              <a:extLst>
                <a:ext uri="{FF2B5EF4-FFF2-40B4-BE49-F238E27FC236}">
                  <a16:creationId xmlns:a16="http://schemas.microsoft.com/office/drawing/2014/main" id="{1DE1D47F-781A-694A-C8D3-914073FF26EE}"/>
                </a:ext>
              </a:extLst>
            </p:cNvPr>
            <p:cNvSpPr txBox="1"/>
            <p:nvPr/>
          </p:nvSpPr>
          <p:spPr>
            <a:xfrm>
              <a:off x="4414012" y="1604508"/>
              <a:ext cx="4159760" cy="923330"/>
            </a:xfrm>
            <a:prstGeom prst="rect">
              <a:avLst/>
            </a:prstGeom>
            <a:noFill/>
          </p:spPr>
          <p:txBody>
            <a:bodyPr wrap="square" lIns="0" tIns="0" rIns="0" bIns="0" rtlCol="0">
              <a:noAutofit/>
            </a:bodyPr>
            <a:lstStyle/>
            <a:p>
              <a:pPr marL="182880" indent="-182880" algn="just">
                <a:spcAft>
                  <a:spcPts val="300"/>
                </a:spcAft>
                <a:buFont typeface="Arial" panose="020B0604020202020204" pitchFamily="34" charset="0"/>
                <a:buChar char="•"/>
              </a:pPr>
              <a:r>
                <a:rPr lang="en-US" sz="1200" dirty="0">
                  <a:latin typeface="Verdana" panose="020B0604030504040204" pitchFamily="34" charset="0"/>
                </a:rPr>
                <a:t>Government funded</a:t>
              </a:r>
            </a:p>
            <a:p>
              <a:pPr marL="182880" indent="-182880" algn="just">
                <a:spcAft>
                  <a:spcPts val="300"/>
                </a:spcAft>
                <a:buFont typeface="Arial" panose="020B0604020202020204" pitchFamily="34" charset="0"/>
                <a:buChar char="•"/>
              </a:pPr>
              <a:r>
                <a:rPr lang="en-US" sz="1200" dirty="0">
                  <a:latin typeface="Verdana" panose="020B0604030504040204" pitchFamily="34" charset="0"/>
                </a:rPr>
                <a:t>Pass/Fail type tests </a:t>
              </a:r>
            </a:p>
            <a:p>
              <a:pPr marL="182880" indent="-182880" algn="just">
                <a:spcAft>
                  <a:spcPts val="300"/>
                </a:spcAft>
                <a:buFont typeface="Arial" panose="020B0604020202020204" pitchFamily="34" charset="0"/>
                <a:buChar char="•"/>
              </a:pPr>
              <a:r>
                <a:rPr lang="en-US" sz="1200" dirty="0">
                  <a:latin typeface="Verdana" panose="020B0604030504040204" pitchFamily="34" charset="0"/>
                </a:rPr>
                <a:t>FCW test data not easily publicly available</a:t>
              </a:r>
            </a:p>
            <a:p>
              <a:pPr marL="182880" indent="-182880" algn="just">
                <a:spcAft>
                  <a:spcPts val="300"/>
                </a:spcAft>
                <a:buFont typeface="Arial" panose="020B0604020202020204" pitchFamily="34" charset="0"/>
                <a:buChar char="•"/>
              </a:pPr>
              <a:r>
                <a:rPr lang="en-US" sz="1200" dirty="0">
                  <a:latin typeface="Verdana" panose="020B0604030504040204" pitchFamily="34" charset="0"/>
                </a:rPr>
                <a:t>Does not evaluate AEB/speed reduction</a:t>
              </a:r>
            </a:p>
          </p:txBody>
        </p:sp>
      </p:grpSp>
      <p:sp>
        <p:nvSpPr>
          <p:cNvPr id="2" name="Title 1">
            <a:extLst>
              <a:ext uri="{FF2B5EF4-FFF2-40B4-BE49-F238E27FC236}">
                <a16:creationId xmlns:a16="http://schemas.microsoft.com/office/drawing/2014/main" id="{4A2F0EAA-2869-360E-0425-7F1EBCFEB6C2}"/>
              </a:ext>
            </a:extLst>
          </p:cNvPr>
          <p:cNvSpPr>
            <a:spLocks noGrp="1"/>
          </p:cNvSpPr>
          <p:nvPr>
            <p:ph type="title"/>
          </p:nvPr>
        </p:nvSpPr>
        <p:spPr/>
        <p:txBody>
          <a:bodyPr>
            <a:normAutofit/>
          </a:bodyPr>
          <a:lstStyle/>
          <a:p>
            <a:pPr algn="ctr"/>
            <a:r>
              <a:rPr lang="en-US" dirty="0"/>
              <a:t>Background –Testing - FCW</a:t>
            </a:r>
          </a:p>
        </p:txBody>
      </p:sp>
    </p:spTree>
    <p:extLst>
      <p:ext uri="{BB962C8B-B14F-4D97-AF65-F5344CB8AC3E}">
        <p14:creationId xmlns:p14="http://schemas.microsoft.com/office/powerpoint/2010/main" val="2615137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EC5DE-697B-94B8-65BA-8CB8674F7CFF}"/>
            </a:ext>
          </a:extLst>
        </p:cNvPr>
        <p:cNvGrpSpPr/>
        <p:nvPr/>
      </p:nvGrpSpPr>
      <p:grpSpPr>
        <a:xfrm>
          <a:off x="0" y="0"/>
          <a:ext cx="0" cy="0"/>
          <a:chOff x="0" y="0"/>
          <a:chExt cx="0" cy="0"/>
        </a:xfrm>
      </p:grpSpPr>
      <p:sp>
        <p:nvSpPr>
          <p:cNvPr id="9" name="Title 6">
            <a:extLst>
              <a:ext uri="{FF2B5EF4-FFF2-40B4-BE49-F238E27FC236}">
                <a16:creationId xmlns:a16="http://schemas.microsoft.com/office/drawing/2014/main" id="{A2AEF246-8139-8C9E-86E5-F652EF5C468D}"/>
              </a:ext>
            </a:extLst>
          </p:cNvPr>
          <p:cNvSpPr txBox="1">
            <a:spLocks/>
          </p:cNvSpPr>
          <p:nvPr/>
        </p:nvSpPr>
        <p:spPr>
          <a:xfrm>
            <a:off x="-1527836" y="4210442"/>
            <a:ext cx="8757058" cy="1208015"/>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endParaRPr lang="en-US" sz="3000" dirty="0">
              <a:latin typeface="Verdana" panose="020B0604030504040204" pitchFamily="34" charset="0"/>
            </a:endParaRPr>
          </a:p>
        </p:txBody>
      </p:sp>
      <p:graphicFrame>
        <p:nvGraphicFramePr>
          <p:cNvPr id="10" name="Table 10">
            <a:extLst>
              <a:ext uri="{FF2B5EF4-FFF2-40B4-BE49-F238E27FC236}">
                <a16:creationId xmlns:a16="http://schemas.microsoft.com/office/drawing/2014/main" id="{FEFE3A09-F065-1761-C03D-25001A69C7E4}"/>
              </a:ext>
            </a:extLst>
          </p:cNvPr>
          <p:cNvGraphicFramePr>
            <a:graphicFrameLocks noGrp="1"/>
          </p:cNvGraphicFramePr>
          <p:nvPr/>
        </p:nvGraphicFramePr>
        <p:xfrm>
          <a:off x="648819" y="2768469"/>
          <a:ext cx="4444208" cy="1426460"/>
        </p:xfrm>
        <a:graphic>
          <a:graphicData uri="http://schemas.openxmlformats.org/drawingml/2006/table">
            <a:tbl>
              <a:tblPr firstRow="1" bandRow="1">
                <a:tableStyleId>{9D7B26C5-4107-4FEC-AEDC-1716B250A1EF}</a:tableStyleId>
              </a:tblPr>
              <a:tblGrid>
                <a:gridCol w="1481402">
                  <a:extLst>
                    <a:ext uri="{9D8B030D-6E8A-4147-A177-3AD203B41FA5}">
                      <a16:colId xmlns:a16="http://schemas.microsoft.com/office/drawing/2014/main" val="464167303"/>
                    </a:ext>
                  </a:extLst>
                </a:gridCol>
                <a:gridCol w="1207253">
                  <a:extLst>
                    <a:ext uri="{9D8B030D-6E8A-4147-A177-3AD203B41FA5}">
                      <a16:colId xmlns:a16="http://schemas.microsoft.com/office/drawing/2014/main" val="1002118265"/>
                    </a:ext>
                  </a:extLst>
                </a:gridCol>
                <a:gridCol w="1755553">
                  <a:extLst>
                    <a:ext uri="{9D8B030D-6E8A-4147-A177-3AD203B41FA5}">
                      <a16:colId xmlns:a16="http://schemas.microsoft.com/office/drawing/2014/main" val="1556592136"/>
                    </a:ext>
                  </a:extLst>
                </a:gridCol>
              </a:tblGrid>
              <a:tr h="402413">
                <a:tc>
                  <a:txBody>
                    <a:bodyPr/>
                    <a:lstStyle/>
                    <a:p>
                      <a:pPr algn="ctr"/>
                      <a:r>
                        <a:rPr lang="en-US" sz="1000" dirty="0">
                          <a:solidFill>
                            <a:schemeClr val="bg1"/>
                          </a:solidFill>
                          <a:latin typeface="Verdana" panose="020B0604030504040204" pitchFamily="34" charset="0"/>
                        </a:rPr>
                        <a:t>Test vehicle </a:t>
                      </a:r>
                      <a:br>
                        <a:rPr lang="en-US" sz="1000" dirty="0">
                          <a:solidFill>
                            <a:schemeClr val="bg1"/>
                          </a:solidFill>
                          <a:latin typeface="Verdana" panose="020B0604030504040204" pitchFamily="34" charset="0"/>
                        </a:rPr>
                      </a:br>
                      <a:r>
                        <a:rPr lang="en-US" sz="1000" dirty="0">
                          <a:solidFill>
                            <a:schemeClr val="bg1"/>
                          </a:solidFill>
                          <a:latin typeface="Verdana" panose="020B0604030504040204" pitchFamily="34" charset="0"/>
                        </a:rPr>
                        <a:t>speed (mph)</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000" dirty="0">
                          <a:solidFill>
                            <a:schemeClr val="bg1"/>
                          </a:solidFill>
                          <a:latin typeface="Verdana" panose="020B0604030504040204" pitchFamily="34" charset="0"/>
                        </a:rPr>
                        <a:t>Target vehicle status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000" dirty="0">
                          <a:solidFill>
                            <a:schemeClr val="bg1"/>
                          </a:solidFill>
                          <a:latin typeface="Verdana" panose="020B0604030504040204" pitchFamily="34" charset="0"/>
                        </a:rPr>
                        <a:t>Pass/Fail criteria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487504914"/>
                  </a:ext>
                </a:extLst>
              </a:tr>
              <a:tr h="341349">
                <a:tc rowSpan="3">
                  <a:txBody>
                    <a:bodyPr/>
                    <a:lstStyle/>
                    <a:p>
                      <a:pPr algn="ctr"/>
                      <a:r>
                        <a:rPr lang="en-US" sz="1000" dirty="0"/>
                        <a:t>45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latin typeface="Verdana" panose="020B0604030504040204" pitchFamily="34" charset="0"/>
                        </a:rPr>
                        <a:t> Stopped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3000"/>
                      </a:schemeClr>
                    </a:solidFill>
                  </a:tcPr>
                </a:tc>
                <a:tc>
                  <a:txBody>
                    <a:bodyPr/>
                    <a:lstStyle/>
                    <a:p>
                      <a:pPr algn="ctr"/>
                      <a:r>
                        <a:rPr lang="en-US" sz="1000" dirty="0">
                          <a:latin typeface="Verdana" panose="020B0604030504040204" pitchFamily="34" charset="0"/>
                        </a:rPr>
                        <a:t> TTC at least 2.1 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3000"/>
                      </a:schemeClr>
                    </a:solidFill>
                  </a:tcPr>
                </a:tc>
                <a:extLst>
                  <a:ext uri="{0D108BD9-81ED-4DB2-BD59-A6C34878D82A}">
                    <a16:rowId xmlns:a16="http://schemas.microsoft.com/office/drawing/2014/main" val="3056647631"/>
                  </a:ext>
                </a:extLst>
              </a:tr>
              <a:tr h="341349">
                <a:tc vMerge="1">
                  <a:txBody>
                    <a:bodyPr/>
                    <a:lstStyle/>
                    <a:p>
                      <a:pPr algn="ctr"/>
                      <a:endParaRPr lang="en-US"/>
                    </a:p>
                  </a:txBody>
                  <a:tcPr/>
                </a:tc>
                <a:tc>
                  <a:txBody>
                    <a:bodyPr/>
                    <a:lstStyle/>
                    <a:p>
                      <a:pPr algn="ctr"/>
                      <a:r>
                        <a:rPr lang="en-US" sz="1000" dirty="0">
                          <a:latin typeface="Verdana" panose="020B0604030504040204" pitchFamily="34" charset="0"/>
                        </a:rPr>
                        <a:t>Decelerating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latin typeface="Verdana" panose="020B0604030504040204" pitchFamily="34" charset="0"/>
                        </a:rPr>
                        <a:t>TTC at least 2.4 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331951343"/>
                  </a:ext>
                </a:extLst>
              </a:tr>
              <a:tr h="341349">
                <a:tc vMerge="1">
                  <a:txBody>
                    <a:bodyPr/>
                    <a:lstStyle/>
                    <a:p>
                      <a:pPr algn="ctr"/>
                      <a:endParaRPr lang="en-US"/>
                    </a:p>
                  </a:txBody>
                  <a:tcPr/>
                </a:tc>
                <a:tc>
                  <a:txBody>
                    <a:bodyPr/>
                    <a:lstStyle/>
                    <a:p>
                      <a:pPr algn="ctr"/>
                      <a:r>
                        <a:rPr lang="en-US" sz="1000" dirty="0">
                          <a:latin typeface="Verdana" panose="020B0604030504040204" pitchFamily="34" charset="0"/>
                        </a:rPr>
                        <a:t>Slow moving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3909"/>
                      </a:schemeClr>
                    </a:solidFill>
                  </a:tcPr>
                </a:tc>
                <a:tc>
                  <a:txBody>
                    <a:bodyPr/>
                    <a:lstStyle/>
                    <a:p>
                      <a:pPr algn="ctr"/>
                      <a:r>
                        <a:rPr lang="en-US" sz="1000" dirty="0">
                          <a:latin typeface="Verdana" panose="020B0604030504040204" pitchFamily="34" charset="0"/>
                        </a:rPr>
                        <a:t>TTC at least 2.0 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3909"/>
                      </a:schemeClr>
                    </a:solidFill>
                  </a:tcPr>
                </a:tc>
                <a:extLst>
                  <a:ext uri="{0D108BD9-81ED-4DB2-BD59-A6C34878D82A}">
                    <a16:rowId xmlns:a16="http://schemas.microsoft.com/office/drawing/2014/main" val="2821871552"/>
                  </a:ext>
                </a:extLst>
              </a:tr>
            </a:tbl>
          </a:graphicData>
        </a:graphic>
      </p:graphicFrame>
      <p:grpSp>
        <p:nvGrpSpPr>
          <p:cNvPr id="5" name="Group 4">
            <a:extLst>
              <a:ext uri="{FF2B5EF4-FFF2-40B4-BE49-F238E27FC236}">
                <a16:creationId xmlns:a16="http://schemas.microsoft.com/office/drawing/2014/main" id="{21932B75-E1A4-62DF-E2AD-8826A622E040}"/>
              </a:ext>
            </a:extLst>
          </p:cNvPr>
          <p:cNvGrpSpPr/>
          <p:nvPr/>
        </p:nvGrpSpPr>
        <p:grpSpPr>
          <a:xfrm>
            <a:off x="595624" y="1477300"/>
            <a:ext cx="7978148" cy="2942870"/>
            <a:chOff x="595624" y="1477300"/>
            <a:chExt cx="7978148" cy="2942870"/>
          </a:xfrm>
        </p:grpSpPr>
        <p:pic>
          <p:nvPicPr>
            <p:cNvPr id="7170" name="Picture 2" descr="Traffic Safety Facts Annual Report Tables">
              <a:extLst>
                <a:ext uri="{FF2B5EF4-FFF2-40B4-BE49-F238E27FC236}">
                  <a16:creationId xmlns:a16="http://schemas.microsoft.com/office/drawing/2014/main" id="{EFC9D154-49B4-5B04-F2D5-CA965FC5D7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1635" y="1477300"/>
              <a:ext cx="2424785" cy="97562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0583CD6-7F11-BB76-9F3A-5DBE6E6E7E5D}"/>
                </a:ext>
              </a:extLst>
            </p:cNvPr>
            <p:cNvSpPr txBox="1"/>
            <p:nvPr/>
          </p:nvSpPr>
          <p:spPr>
            <a:xfrm>
              <a:off x="595624" y="4220115"/>
              <a:ext cx="3976382" cy="200055"/>
            </a:xfrm>
            <a:prstGeom prst="rect">
              <a:avLst/>
            </a:prstGeom>
            <a:noFill/>
          </p:spPr>
          <p:txBody>
            <a:bodyPr wrap="square" rtlCol="0">
              <a:spAutoFit/>
            </a:bodyPr>
            <a:lstStyle/>
            <a:p>
              <a:r>
                <a:rPr lang="en-US" sz="700" i="1" dirty="0">
                  <a:latin typeface="Verdana" panose="020B0604030504040204" pitchFamily="34" charset="0"/>
                </a:rPr>
                <a:t>National Highway Traffic Safety Administration</a:t>
              </a:r>
            </a:p>
          </p:txBody>
        </p:sp>
        <p:pic>
          <p:nvPicPr>
            <p:cNvPr id="16" name="Picture 15">
              <a:extLst>
                <a:ext uri="{FF2B5EF4-FFF2-40B4-BE49-F238E27FC236}">
                  <a16:creationId xmlns:a16="http://schemas.microsoft.com/office/drawing/2014/main" id="{C75E9AA4-F230-3271-2EFE-B7AEDCD93533}"/>
                </a:ext>
              </a:extLst>
            </p:cNvPr>
            <p:cNvPicPr>
              <a:picLocks noChangeAspect="1"/>
            </p:cNvPicPr>
            <p:nvPr/>
          </p:nvPicPr>
          <p:blipFill>
            <a:blip r:embed="rId3"/>
            <a:srcRect l="3387" t="-1" r="7296" b="2838"/>
            <a:stretch>
              <a:fillRect/>
            </a:stretch>
          </p:blipFill>
          <p:spPr>
            <a:xfrm>
              <a:off x="5213024" y="2751198"/>
              <a:ext cx="2922309" cy="1443730"/>
            </a:xfrm>
            <a:prstGeom prst="rect">
              <a:avLst/>
            </a:prstGeom>
          </p:spPr>
        </p:pic>
        <p:sp>
          <p:nvSpPr>
            <p:cNvPr id="17" name="TextBox 16">
              <a:extLst>
                <a:ext uri="{FF2B5EF4-FFF2-40B4-BE49-F238E27FC236}">
                  <a16:creationId xmlns:a16="http://schemas.microsoft.com/office/drawing/2014/main" id="{5F6AB5FF-F8AC-611A-ED74-53479115F672}"/>
                </a:ext>
              </a:extLst>
            </p:cNvPr>
            <p:cNvSpPr txBox="1"/>
            <p:nvPr/>
          </p:nvSpPr>
          <p:spPr>
            <a:xfrm>
              <a:off x="4414012" y="1604508"/>
              <a:ext cx="4159760" cy="923330"/>
            </a:xfrm>
            <a:prstGeom prst="rect">
              <a:avLst/>
            </a:prstGeom>
            <a:noFill/>
          </p:spPr>
          <p:txBody>
            <a:bodyPr wrap="square" lIns="0" tIns="0" rIns="0" bIns="0" rtlCol="0">
              <a:noAutofit/>
            </a:bodyPr>
            <a:lstStyle/>
            <a:p>
              <a:pPr marL="182880" indent="-182880" algn="just">
                <a:spcAft>
                  <a:spcPts val="300"/>
                </a:spcAft>
                <a:buFont typeface="Arial" panose="020B0604020202020204" pitchFamily="34" charset="0"/>
                <a:buChar char="•"/>
              </a:pPr>
              <a:r>
                <a:rPr lang="en-US" sz="1200" dirty="0">
                  <a:latin typeface="Verdana" panose="020B0604030504040204" pitchFamily="34" charset="0"/>
                </a:rPr>
                <a:t>Government funded</a:t>
              </a:r>
            </a:p>
            <a:p>
              <a:pPr marL="182880" indent="-182880" algn="just">
                <a:spcAft>
                  <a:spcPts val="300"/>
                </a:spcAft>
                <a:buFont typeface="Arial" panose="020B0604020202020204" pitchFamily="34" charset="0"/>
                <a:buChar char="•"/>
              </a:pPr>
              <a:r>
                <a:rPr lang="en-US" sz="1200" dirty="0">
                  <a:latin typeface="Verdana" panose="020B0604030504040204" pitchFamily="34" charset="0"/>
                </a:rPr>
                <a:t>Pass/Fail type tests </a:t>
              </a:r>
            </a:p>
            <a:p>
              <a:pPr marL="182880" indent="-182880" algn="just">
                <a:spcAft>
                  <a:spcPts val="300"/>
                </a:spcAft>
                <a:buFont typeface="Arial" panose="020B0604020202020204" pitchFamily="34" charset="0"/>
                <a:buChar char="•"/>
              </a:pPr>
              <a:r>
                <a:rPr lang="en-US" sz="1200" dirty="0">
                  <a:latin typeface="Verdana" panose="020B0604030504040204" pitchFamily="34" charset="0"/>
                </a:rPr>
                <a:t>FCW test data not easily publicly available</a:t>
              </a:r>
            </a:p>
            <a:p>
              <a:pPr marL="182880" indent="-182880" algn="just">
                <a:spcAft>
                  <a:spcPts val="300"/>
                </a:spcAft>
                <a:buFont typeface="Arial" panose="020B0604020202020204" pitchFamily="34" charset="0"/>
                <a:buChar char="•"/>
              </a:pPr>
              <a:r>
                <a:rPr lang="en-US" sz="1200" dirty="0">
                  <a:latin typeface="Verdana" panose="020B0604030504040204" pitchFamily="34" charset="0"/>
                </a:rPr>
                <a:t>Does not evaluate AEB/speed reduction</a:t>
              </a:r>
            </a:p>
          </p:txBody>
        </p:sp>
      </p:grpSp>
      <p:sp>
        <p:nvSpPr>
          <p:cNvPr id="2" name="Title 1">
            <a:extLst>
              <a:ext uri="{FF2B5EF4-FFF2-40B4-BE49-F238E27FC236}">
                <a16:creationId xmlns:a16="http://schemas.microsoft.com/office/drawing/2014/main" id="{4E3554C6-6555-A7AE-628A-962287D858FC}"/>
              </a:ext>
            </a:extLst>
          </p:cNvPr>
          <p:cNvSpPr>
            <a:spLocks noGrp="1"/>
          </p:cNvSpPr>
          <p:nvPr>
            <p:ph type="title"/>
          </p:nvPr>
        </p:nvSpPr>
        <p:spPr/>
        <p:txBody>
          <a:bodyPr>
            <a:normAutofit/>
          </a:bodyPr>
          <a:lstStyle/>
          <a:p>
            <a:pPr algn="ctr"/>
            <a:r>
              <a:rPr lang="en-US" dirty="0"/>
              <a:t>Background –Testing - FCW</a:t>
            </a:r>
          </a:p>
        </p:txBody>
      </p:sp>
      <p:sp>
        <p:nvSpPr>
          <p:cNvPr id="4" name="Rectangle 3">
            <a:extLst>
              <a:ext uri="{FF2B5EF4-FFF2-40B4-BE49-F238E27FC236}">
                <a16:creationId xmlns:a16="http://schemas.microsoft.com/office/drawing/2014/main" id="{1F3C90C5-5AB7-95A1-675C-329A45DD0857}"/>
              </a:ext>
            </a:extLst>
          </p:cNvPr>
          <p:cNvSpPr/>
          <p:nvPr/>
        </p:nvSpPr>
        <p:spPr>
          <a:xfrm>
            <a:off x="461913" y="1159497"/>
            <a:ext cx="7937369" cy="3384223"/>
          </a:xfrm>
          <a:prstGeom prst="rect">
            <a:avLst/>
          </a:prstGeom>
          <a:solidFill>
            <a:schemeClr val="bg1">
              <a:alpha val="7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7DABB1D8-D66C-228D-3EA7-7A3B00AE3FCC}"/>
              </a:ext>
            </a:extLst>
          </p:cNvPr>
          <p:cNvSpPr txBox="1"/>
          <p:nvPr/>
        </p:nvSpPr>
        <p:spPr>
          <a:xfrm>
            <a:off x="169682" y="2383075"/>
            <a:ext cx="8484124" cy="923330"/>
          </a:xfrm>
          <a:prstGeom prst="rect">
            <a:avLst/>
          </a:prstGeom>
          <a:solidFill>
            <a:schemeClr val="bg2">
              <a:lumMod val="50000"/>
            </a:schemeClr>
          </a:solidFill>
          <a:ln w="76200">
            <a:noFill/>
          </a:ln>
        </p:spPr>
        <p:txBody>
          <a:bodyPr wrap="square" lIns="0" tIns="0" rIns="0" bIns="0" rtlCol="0" anchor="ctr">
            <a:noAutofit/>
          </a:bodyPr>
          <a:lstStyle/>
          <a:p>
            <a:pPr algn="ctr"/>
            <a:r>
              <a:rPr lang="en-US" sz="3500" b="1" dirty="0">
                <a:solidFill>
                  <a:schemeClr val="bg1"/>
                </a:solidFill>
                <a:latin typeface="Verdana" panose="020B0604030504040204" pitchFamily="34" charset="0"/>
              </a:rPr>
              <a:t>WAIT! TTC</a:t>
            </a:r>
          </a:p>
        </p:txBody>
      </p:sp>
    </p:spTree>
    <p:extLst>
      <p:ext uri="{BB962C8B-B14F-4D97-AF65-F5344CB8AC3E}">
        <p14:creationId xmlns:p14="http://schemas.microsoft.com/office/powerpoint/2010/main" val="3476090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2" presetClass="entr" presetSubtype="8" fill="hold" grpId="0" nodeType="withEffect">
                                  <p:stCondLst>
                                    <p:cond delay="100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1000" fill="hold"/>
                                        <p:tgtEl>
                                          <p:spTgt spid="3"/>
                                        </p:tgtEl>
                                        <p:attrNameLst>
                                          <p:attrName>ppt_x</p:attrName>
                                        </p:attrNameLst>
                                      </p:cBhvr>
                                      <p:tavLst>
                                        <p:tav tm="0">
                                          <p:val>
                                            <p:strVal val="0-#ppt_w/2"/>
                                          </p:val>
                                        </p:tav>
                                        <p:tav tm="100000">
                                          <p:val>
                                            <p:strVal val="#ppt_x"/>
                                          </p:val>
                                        </p:tav>
                                      </p:tavLst>
                                    </p:anim>
                                    <p:anim calcmode="lin" valueType="num">
                                      <p:cBhvr additive="base">
                                        <p:cTn id="18"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FD380-29E8-01CF-DF37-5FEA870D18C3}"/>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60B864BB-44E2-3964-670D-D9DC0C1D967B}"/>
              </a:ext>
            </a:extLst>
          </p:cNvPr>
          <p:cNvSpPr/>
          <p:nvPr/>
        </p:nvSpPr>
        <p:spPr>
          <a:xfrm>
            <a:off x="167267" y="167268"/>
            <a:ext cx="8497231" cy="4828478"/>
          </a:xfrm>
          <a:prstGeom prst="rect">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A person looking at a blue car&#10;&#10;AI-generated content may be incorrect.">
            <a:extLst>
              <a:ext uri="{FF2B5EF4-FFF2-40B4-BE49-F238E27FC236}">
                <a16:creationId xmlns:a16="http://schemas.microsoft.com/office/drawing/2014/main" id="{5F128EB1-3F91-763C-ABF2-45A7509A8C49}"/>
              </a:ext>
            </a:extLst>
          </p:cNvPr>
          <p:cNvPicPr>
            <a:picLocks noChangeAspect="1"/>
          </p:cNvPicPr>
          <p:nvPr/>
        </p:nvPicPr>
        <p:blipFill>
          <a:blip r:embed="rId3" cstate="print">
            <a:alphaModFix amt="62000"/>
            <a:extLst>
              <a:ext uri="{28A0092B-C50C-407E-A947-70E740481C1C}">
                <a14:useLocalDpi xmlns:a14="http://schemas.microsoft.com/office/drawing/2010/main" val="0"/>
              </a:ext>
            </a:extLst>
          </a:blip>
          <a:srcRect t="17395" r="870" b="-17395"/>
          <a:stretch>
            <a:fillRect/>
          </a:stretch>
        </p:blipFill>
        <p:spPr>
          <a:xfrm>
            <a:off x="170121" y="169252"/>
            <a:ext cx="8490446" cy="4807950"/>
          </a:xfrm>
          <a:prstGeom prst="rect">
            <a:avLst/>
          </a:prstGeom>
        </p:spPr>
      </p:pic>
      <p:sp>
        <p:nvSpPr>
          <p:cNvPr id="28" name="Rectangle 27">
            <a:extLst>
              <a:ext uri="{FF2B5EF4-FFF2-40B4-BE49-F238E27FC236}">
                <a16:creationId xmlns:a16="http://schemas.microsoft.com/office/drawing/2014/main" id="{8D8E213E-CCC6-1CE2-0FC9-7809475F47D0}"/>
              </a:ext>
            </a:extLst>
          </p:cNvPr>
          <p:cNvSpPr/>
          <p:nvPr/>
        </p:nvSpPr>
        <p:spPr>
          <a:xfrm>
            <a:off x="165100" y="2924174"/>
            <a:ext cx="8499475" cy="2070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F4FCC83-E742-D236-EB84-A097D37DAF27}"/>
              </a:ext>
            </a:extLst>
          </p:cNvPr>
          <p:cNvSpPr/>
          <p:nvPr/>
        </p:nvSpPr>
        <p:spPr>
          <a:xfrm>
            <a:off x="169102" y="2379557"/>
            <a:ext cx="8495214" cy="547941"/>
          </a:xfrm>
          <a:prstGeom prst="rect">
            <a:avLst/>
          </a:prstGeom>
          <a:solidFill>
            <a:schemeClr val="tx1">
              <a:alpha val="7775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pic>
        <p:nvPicPr>
          <p:cNvPr id="2" name="Picture 1">
            <a:extLst>
              <a:ext uri="{FF2B5EF4-FFF2-40B4-BE49-F238E27FC236}">
                <a16:creationId xmlns:a16="http://schemas.microsoft.com/office/drawing/2014/main" id="{3AA126E3-405A-A981-F2AA-411C305875BB}"/>
              </a:ext>
            </a:extLst>
          </p:cNvPr>
          <p:cNvPicPr>
            <a:picLocks noChangeAspect="1"/>
          </p:cNvPicPr>
          <p:nvPr/>
        </p:nvPicPr>
        <p:blipFill>
          <a:blip r:embed="rId4"/>
          <a:stretch>
            <a:fillRect/>
          </a:stretch>
        </p:blipFill>
        <p:spPr>
          <a:xfrm>
            <a:off x="2102913" y="3092107"/>
            <a:ext cx="4374890" cy="1748373"/>
          </a:xfrm>
          <a:prstGeom prst="rect">
            <a:avLst/>
          </a:prstGeom>
        </p:spPr>
      </p:pic>
      <p:sp>
        <p:nvSpPr>
          <p:cNvPr id="3" name="Title 6">
            <a:extLst>
              <a:ext uri="{FF2B5EF4-FFF2-40B4-BE49-F238E27FC236}">
                <a16:creationId xmlns:a16="http://schemas.microsoft.com/office/drawing/2014/main" id="{793093DB-AF5C-73CA-EA66-B15B91AD4F73}"/>
              </a:ext>
            </a:extLst>
          </p:cNvPr>
          <p:cNvSpPr txBox="1">
            <a:spLocks/>
          </p:cNvSpPr>
          <p:nvPr/>
        </p:nvSpPr>
        <p:spPr>
          <a:xfrm>
            <a:off x="540273" y="2433567"/>
            <a:ext cx="7970367" cy="434141"/>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tx1"/>
                </a:solidFill>
                <a:latin typeface="Verdana" panose="020B0604030504040204" pitchFamily="34" charset="0"/>
                <a:ea typeface="Verdana" panose="020B0604030504040204" pitchFamily="34" charset="0"/>
                <a:cs typeface="Arial" panose="020B0604020202020204" pitchFamily="34" charset="0"/>
              </a:defRPr>
            </a:lvl1pPr>
          </a:lstStyle>
          <a:p>
            <a:pPr algn="ctr"/>
            <a:r>
              <a:rPr lang="en-US" sz="1500" dirty="0">
                <a:solidFill>
                  <a:schemeClr val="bg1"/>
                </a:solidFill>
              </a:rPr>
              <a:t>Definition of Time to Collision (TTC)</a:t>
            </a:r>
            <a:endParaRPr lang="en-US" sz="1500" dirty="0">
              <a:solidFill>
                <a:schemeClr val="bg2">
                  <a:lumMod val="40000"/>
                  <a:lumOff val="60000"/>
                </a:schemeClr>
              </a:solidFill>
            </a:endParaRPr>
          </a:p>
        </p:txBody>
      </p:sp>
    </p:spTree>
    <p:extLst>
      <p:ext uri="{BB962C8B-B14F-4D97-AF65-F5344CB8AC3E}">
        <p14:creationId xmlns:p14="http://schemas.microsoft.com/office/powerpoint/2010/main" val="3827167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7AE0B-30CC-BB11-17EA-99EA607BE10A}"/>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CB22B0A3-B4E5-EC63-47B6-E8DFB706EDAD}"/>
              </a:ext>
            </a:extLst>
          </p:cNvPr>
          <p:cNvSpPr/>
          <p:nvPr/>
        </p:nvSpPr>
        <p:spPr>
          <a:xfrm>
            <a:off x="167267" y="167268"/>
            <a:ext cx="8497231" cy="4828478"/>
          </a:xfrm>
          <a:prstGeom prst="rect">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A person looking at a blue car&#10;&#10;AI-generated content may be incorrect.">
            <a:extLst>
              <a:ext uri="{FF2B5EF4-FFF2-40B4-BE49-F238E27FC236}">
                <a16:creationId xmlns:a16="http://schemas.microsoft.com/office/drawing/2014/main" id="{53CB0C92-1089-7886-710B-FAF8D8E6B680}"/>
              </a:ext>
            </a:extLst>
          </p:cNvPr>
          <p:cNvPicPr>
            <a:picLocks noChangeAspect="1"/>
          </p:cNvPicPr>
          <p:nvPr/>
        </p:nvPicPr>
        <p:blipFill>
          <a:blip r:embed="rId3" cstate="print">
            <a:alphaModFix amt="62000"/>
            <a:extLst>
              <a:ext uri="{28A0092B-C50C-407E-A947-70E740481C1C}">
                <a14:useLocalDpi xmlns:a14="http://schemas.microsoft.com/office/drawing/2010/main" val="0"/>
              </a:ext>
            </a:extLst>
          </a:blip>
          <a:srcRect t="17395" r="870" b="-17395"/>
          <a:stretch>
            <a:fillRect/>
          </a:stretch>
        </p:blipFill>
        <p:spPr>
          <a:xfrm>
            <a:off x="170121" y="169252"/>
            <a:ext cx="8490446" cy="4807950"/>
          </a:xfrm>
          <a:prstGeom prst="rect">
            <a:avLst/>
          </a:prstGeom>
        </p:spPr>
      </p:pic>
      <p:sp>
        <p:nvSpPr>
          <p:cNvPr id="28" name="Rectangle 27">
            <a:extLst>
              <a:ext uri="{FF2B5EF4-FFF2-40B4-BE49-F238E27FC236}">
                <a16:creationId xmlns:a16="http://schemas.microsoft.com/office/drawing/2014/main" id="{AAD619D1-50F3-E8E4-6970-44F6FCF27A2F}"/>
              </a:ext>
            </a:extLst>
          </p:cNvPr>
          <p:cNvSpPr/>
          <p:nvPr/>
        </p:nvSpPr>
        <p:spPr>
          <a:xfrm>
            <a:off x="165100" y="2550696"/>
            <a:ext cx="8499475" cy="24435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0C32B67-19C7-AF21-F43D-0698EF125886}"/>
              </a:ext>
            </a:extLst>
          </p:cNvPr>
          <p:cNvSpPr/>
          <p:nvPr/>
        </p:nvSpPr>
        <p:spPr>
          <a:xfrm>
            <a:off x="169102" y="2023422"/>
            <a:ext cx="8495214" cy="547941"/>
          </a:xfrm>
          <a:prstGeom prst="rect">
            <a:avLst/>
          </a:prstGeom>
          <a:solidFill>
            <a:schemeClr val="tx1">
              <a:alpha val="7775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grpSp>
        <p:nvGrpSpPr>
          <p:cNvPr id="5" name="Group 4">
            <a:extLst>
              <a:ext uri="{FF2B5EF4-FFF2-40B4-BE49-F238E27FC236}">
                <a16:creationId xmlns:a16="http://schemas.microsoft.com/office/drawing/2014/main" id="{2E8AA28B-5F09-215F-898E-AB8B6E6EC98D}"/>
              </a:ext>
            </a:extLst>
          </p:cNvPr>
          <p:cNvGrpSpPr/>
          <p:nvPr/>
        </p:nvGrpSpPr>
        <p:grpSpPr>
          <a:xfrm>
            <a:off x="577514" y="2973240"/>
            <a:ext cx="7836673" cy="1675762"/>
            <a:chOff x="577514" y="2973240"/>
            <a:chExt cx="7836673" cy="1675762"/>
          </a:xfrm>
        </p:grpSpPr>
        <p:pic>
          <p:nvPicPr>
            <p:cNvPr id="3" name="Picture 2">
              <a:extLst>
                <a:ext uri="{FF2B5EF4-FFF2-40B4-BE49-F238E27FC236}">
                  <a16:creationId xmlns:a16="http://schemas.microsoft.com/office/drawing/2014/main" id="{98D4235B-E3EE-37E8-448C-375DD9F98DEB}"/>
                </a:ext>
              </a:extLst>
            </p:cNvPr>
            <p:cNvPicPr>
              <a:picLocks noChangeAspect="1"/>
            </p:cNvPicPr>
            <p:nvPr/>
          </p:nvPicPr>
          <p:blipFill>
            <a:blip r:embed="rId4"/>
            <a:srcRect l="3241" r="8237"/>
            <a:stretch>
              <a:fillRect/>
            </a:stretch>
          </p:blipFill>
          <p:spPr>
            <a:xfrm>
              <a:off x="577514" y="3040477"/>
              <a:ext cx="3051284" cy="1377519"/>
            </a:xfrm>
            <a:prstGeom prst="rect">
              <a:avLst/>
            </a:prstGeom>
          </p:spPr>
        </p:pic>
        <p:pic>
          <p:nvPicPr>
            <p:cNvPr id="4" name="Picture 3">
              <a:extLst>
                <a:ext uri="{FF2B5EF4-FFF2-40B4-BE49-F238E27FC236}">
                  <a16:creationId xmlns:a16="http://schemas.microsoft.com/office/drawing/2014/main" id="{0C0945E9-9377-15BA-2C15-B6CBA63D2FB2}"/>
                </a:ext>
              </a:extLst>
            </p:cNvPr>
            <p:cNvPicPr>
              <a:picLocks noChangeAspect="1"/>
            </p:cNvPicPr>
            <p:nvPr/>
          </p:nvPicPr>
          <p:blipFill>
            <a:blip r:embed="rId5"/>
            <a:srcRect b="9705"/>
            <a:stretch>
              <a:fillRect/>
            </a:stretch>
          </p:blipFill>
          <p:spPr>
            <a:xfrm>
              <a:off x="4070479" y="2973240"/>
              <a:ext cx="4343708" cy="1675762"/>
            </a:xfrm>
            <a:prstGeom prst="rect">
              <a:avLst/>
            </a:prstGeom>
          </p:spPr>
        </p:pic>
      </p:grpSp>
      <p:sp>
        <p:nvSpPr>
          <p:cNvPr id="10" name="Title 6">
            <a:extLst>
              <a:ext uri="{FF2B5EF4-FFF2-40B4-BE49-F238E27FC236}">
                <a16:creationId xmlns:a16="http://schemas.microsoft.com/office/drawing/2014/main" id="{DE46E7EA-93BB-FAF5-919B-9857652457AE}"/>
              </a:ext>
            </a:extLst>
          </p:cNvPr>
          <p:cNvSpPr txBox="1">
            <a:spLocks/>
          </p:cNvSpPr>
          <p:nvPr/>
        </p:nvSpPr>
        <p:spPr>
          <a:xfrm>
            <a:off x="421002" y="2077433"/>
            <a:ext cx="7970367" cy="434141"/>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tx1"/>
                </a:solidFill>
                <a:latin typeface="Verdana" panose="020B0604030504040204" pitchFamily="34" charset="0"/>
                <a:ea typeface="Verdana" panose="020B0604030504040204" pitchFamily="34" charset="0"/>
                <a:cs typeface="Arial" panose="020B0604020202020204" pitchFamily="34" charset="0"/>
              </a:defRPr>
            </a:lvl1pPr>
          </a:lstStyle>
          <a:p>
            <a:pPr algn="ctr"/>
            <a:r>
              <a:rPr lang="en-US" sz="1500" dirty="0">
                <a:solidFill>
                  <a:schemeClr val="bg1"/>
                </a:solidFill>
              </a:rPr>
              <a:t>Definition of Time to Collision (TTC)</a:t>
            </a:r>
            <a:endParaRPr lang="en-US" sz="1500" dirty="0">
              <a:solidFill>
                <a:schemeClr val="bg2">
                  <a:lumMod val="40000"/>
                  <a:lumOff val="60000"/>
                </a:schemeClr>
              </a:solidFill>
            </a:endParaRPr>
          </a:p>
        </p:txBody>
      </p:sp>
    </p:spTree>
    <p:extLst>
      <p:ext uri="{BB962C8B-B14F-4D97-AF65-F5344CB8AC3E}">
        <p14:creationId xmlns:p14="http://schemas.microsoft.com/office/powerpoint/2010/main" val="1650591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1969ACB-2EF3-683D-DF8E-BCA268E94E87}"/>
              </a:ext>
            </a:extLst>
          </p:cNvPr>
          <p:cNvSpPr>
            <a:spLocks noGrp="1"/>
          </p:cNvSpPr>
          <p:nvPr>
            <p:ph type="body" sz="quarter" idx="11"/>
          </p:nvPr>
        </p:nvSpPr>
        <p:spPr>
          <a:xfrm>
            <a:off x="670977" y="2468218"/>
            <a:ext cx="3895383" cy="718241"/>
          </a:xfrm>
        </p:spPr>
        <p:txBody>
          <a:bodyPr/>
          <a:lstStyle/>
          <a:p>
            <a:r>
              <a:rPr lang="en-US" sz="1700" i="0" dirty="0"/>
              <a:t>TTC2 becomes significantly </a:t>
            </a:r>
            <a:br>
              <a:rPr lang="en-US" sz="1700" i="0" dirty="0"/>
            </a:br>
            <a:r>
              <a:rPr lang="en-US" sz="1700" i="0" dirty="0"/>
              <a:t>more complicated as compared </a:t>
            </a:r>
            <a:br>
              <a:rPr lang="en-US" sz="1700" i="0" dirty="0"/>
            </a:br>
            <a:r>
              <a:rPr lang="en-US" sz="1700" i="0" dirty="0"/>
              <a:t>to TTC … </a:t>
            </a:r>
            <a:r>
              <a:rPr lang="en-US" sz="1700" dirty="0"/>
              <a:t>why?</a:t>
            </a:r>
          </a:p>
          <a:p>
            <a:endParaRPr lang="en-US" sz="1700" i="0" dirty="0"/>
          </a:p>
        </p:txBody>
      </p:sp>
      <p:sp>
        <p:nvSpPr>
          <p:cNvPr id="7" name="Title 6">
            <a:extLst>
              <a:ext uri="{FF2B5EF4-FFF2-40B4-BE49-F238E27FC236}">
                <a16:creationId xmlns:a16="http://schemas.microsoft.com/office/drawing/2014/main" id="{C7F0240E-7983-EE3D-AC38-EDEC20EA3212}"/>
              </a:ext>
            </a:extLst>
          </p:cNvPr>
          <p:cNvSpPr txBox="1">
            <a:spLocks/>
          </p:cNvSpPr>
          <p:nvPr/>
        </p:nvSpPr>
        <p:spPr>
          <a:xfrm>
            <a:off x="-1416195" y="1192369"/>
            <a:ext cx="8757058" cy="1208015"/>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endParaRPr lang="en-US" sz="3000" dirty="0">
              <a:latin typeface="Verdana" panose="020B0604030504040204" pitchFamily="34" charset="0"/>
            </a:endParaRPr>
          </a:p>
        </p:txBody>
      </p:sp>
      <p:sp>
        <p:nvSpPr>
          <p:cNvPr id="3" name="Title 2">
            <a:extLst>
              <a:ext uri="{FF2B5EF4-FFF2-40B4-BE49-F238E27FC236}">
                <a16:creationId xmlns:a16="http://schemas.microsoft.com/office/drawing/2014/main" id="{75DB0BBD-EAC2-C117-CB73-F84D02E6BC5B}"/>
              </a:ext>
            </a:extLst>
          </p:cNvPr>
          <p:cNvSpPr>
            <a:spLocks noGrp="1"/>
          </p:cNvSpPr>
          <p:nvPr>
            <p:ph type="title"/>
          </p:nvPr>
        </p:nvSpPr>
        <p:spPr>
          <a:xfrm>
            <a:off x="527221" y="2561443"/>
            <a:ext cx="3793783" cy="312417"/>
          </a:xfrm>
        </p:spPr>
        <p:txBody>
          <a:bodyPr>
            <a:normAutofit fontScale="90000"/>
          </a:bodyPr>
          <a:lstStyle/>
          <a:p>
            <a:r>
              <a:rPr lang="en-US" dirty="0"/>
              <a:t>Discussion Point:</a:t>
            </a:r>
          </a:p>
        </p:txBody>
      </p:sp>
    </p:spTree>
    <p:extLst>
      <p:ext uri="{BB962C8B-B14F-4D97-AF65-F5344CB8AC3E}">
        <p14:creationId xmlns:p14="http://schemas.microsoft.com/office/powerpoint/2010/main" val="1614094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D8EA0-C35B-4D28-CA00-B113F4AA1398}"/>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E369E881-1382-E035-BF3E-B2425671CD86}"/>
              </a:ext>
            </a:extLst>
          </p:cNvPr>
          <p:cNvSpPr/>
          <p:nvPr/>
        </p:nvSpPr>
        <p:spPr>
          <a:xfrm>
            <a:off x="167267" y="167268"/>
            <a:ext cx="8497231" cy="4828478"/>
          </a:xfrm>
          <a:prstGeom prst="rect">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A person looking at a blue car&#10;&#10;AI-generated content may be incorrect.">
            <a:extLst>
              <a:ext uri="{FF2B5EF4-FFF2-40B4-BE49-F238E27FC236}">
                <a16:creationId xmlns:a16="http://schemas.microsoft.com/office/drawing/2014/main" id="{EE0353B1-D58C-7F5A-4DE9-ECC27F8A4BE8}"/>
              </a:ext>
            </a:extLst>
          </p:cNvPr>
          <p:cNvPicPr>
            <a:picLocks noChangeAspect="1"/>
          </p:cNvPicPr>
          <p:nvPr/>
        </p:nvPicPr>
        <p:blipFill>
          <a:blip r:embed="rId3" cstate="print">
            <a:alphaModFix amt="62000"/>
            <a:extLst>
              <a:ext uri="{28A0092B-C50C-407E-A947-70E740481C1C}">
                <a14:useLocalDpi xmlns:a14="http://schemas.microsoft.com/office/drawing/2010/main" val="0"/>
              </a:ext>
            </a:extLst>
          </a:blip>
          <a:srcRect t="17395" r="870" b="-17395"/>
          <a:stretch>
            <a:fillRect/>
          </a:stretch>
        </p:blipFill>
        <p:spPr>
          <a:xfrm>
            <a:off x="170121" y="169252"/>
            <a:ext cx="8490446" cy="4807950"/>
          </a:xfrm>
          <a:prstGeom prst="rect">
            <a:avLst/>
          </a:prstGeom>
        </p:spPr>
      </p:pic>
      <p:sp>
        <p:nvSpPr>
          <p:cNvPr id="28" name="Rectangle 27">
            <a:extLst>
              <a:ext uri="{FF2B5EF4-FFF2-40B4-BE49-F238E27FC236}">
                <a16:creationId xmlns:a16="http://schemas.microsoft.com/office/drawing/2014/main" id="{E6DB702B-7A88-C9B5-47A6-BF2A0855B742}"/>
              </a:ext>
            </a:extLst>
          </p:cNvPr>
          <p:cNvSpPr/>
          <p:nvPr/>
        </p:nvSpPr>
        <p:spPr>
          <a:xfrm>
            <a:off x="165100" y="2924174"/>
            <a:ext cx="8499475" cy="2070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EE86EF5-5C1E-24DB-BCC8-EB5FD1378A52}"/>
              </a:ext>
            </a:extLst>
          </p:cNvPr>
          <p:cNvSpPr/>
          <p:nvPr/>
        </p:nvSpPr>
        <p:spPr>
          <a:xfrm>
            <a:off x="169102" y="2379557"/>
            <a:ext cx="8495214" cy="547941"/>
          </a:xfrm>
          <a:prstGeom prst="rect">
            <a:avLst/>
          </a:prstGeom>
          <a:solidFill>
            <a:schemeClr val="tx1">
              <a:alpha val="7775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pic>
        <p:nvPicPr>
          <p:cNvPr id="27" name="Picture 26">
            <a:extLst>
              <a:ext uri="{FF2B5EF4-FFF2-40B4-BE49-F238E27FC236}">
                <a16:creationId xmlns:a16="http://schemas.microsoft.com/office/drawing/2014/main" id="{28F570C4-18A7-15AF-DD49-992599A75F46}"/>
              </a:ext>
            </a:extLst>
          </p:cNvPr>
          <p:cNvPicPr>
            <a:picLocks noChangeAspect="1"/>
          </p:cNvPicPr>
          <p:nvPr/>
        </p:nvPicPr>
        <p:blipFill>
          <a:blip r:embed="rId4"/>
          <a:srcRect t="18335" b="20312"/>
          <a:stretch>
            <a:fillRect/>
          </a:stretch>
        </p:blipFill>
        <p:spPr>
          <a:xfrm>
            <a:off x="358816" y="3469597"/>
            <a:ext cx="8085602" cy="829340"/>
          </a:xfrm>
          <a:prstGeom prst="rect">
            <a:avLst/>
          </a:prstGeom>
        </p:spPr>
      </p:pic>
      <p:sp>
        <p:nvSpPr>
          <p:cNvPr id="35" name="Title 6">
            <a:extLst>
              <a:ext uri="{FF2B5EF4-FFF2-40B4-BE49-F238E27FC236}">
                <a16:creationId xmlns:a16="http://schemas.microsoft.com/office/drawing/2014/main" id="{1B6014D7-E0EC-1493-F63C-629AFABE8798}"/>
              </a:ext>
            </a:extLst>
          </p:cNvPr>
          <p:cNvSpPr txBox="1">
            <a:spLocks/>
          </p:cNvSpPr>
          <p:nvPr/>
        </p:nvSpPr>
        <p:spPr>
          <a:xfrm>
            <a:off x="566778" y="2433567"/>
            <a:ext cx="7970367" cy="434141"/>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tx1"/>
                </a:solidFill>
                <a:latin typeface="Verdana" panose="020B0604030504040204" pitchFamily="34" charset="0"/>
                <a:ea typeface="Verdana" panose="020B0604030504040204" pitchFamily="34" charset="0"/>
                <a:cs typeface="Arial" panose="020B0604020202020204" pitchFamily="34" charset="0"/>
              </a:defRPr>
            </a:lvl1pPr>
          </a:lstStyle>
          <a:p>
            <a:pPr algn="ctr"/>
            <a:r>
              <a:rPr lang="en-US" sz="1500" dirty="0">
                <a:solidFill>
                  <a:schemeClr val="bg1"/>
                </a:solidFill>
              </a:rPr>
              <a:t>Definition of Time to Collision 2 (TTCTest2)</a:t>
            </a:r>
            <a:endParaRPr lang="en-US" sz="1500" dirty="0">
              <a:solidFill>
                <a:schemeClr val="bg2">
                  <a:lumMod val="40000"/>
                  <a:lumOff val="60000"/>
                </a:schemeClr>
              </a:solidFill>
            </a:endParaRPr>
          </a:p>
        </p:txBody>
      </p:sp>
    </p:spTree>
    <p:extLst>
      <p:ext uri="{BB962C8B-B14F-4D97-AF65-F5344CB8AC3E}">
        <p14:creationId xmlns:p14="http://schemas.microsoft.com/office/powerpoint/2010/main" val="2527806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71757-8A2D-5A9F-0146-414FA10C5C63}"/>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D9D68770-B1BA-ACEC-18D4-D783CF04F477}"/>
              </a:ext>
            </a:extLst>
          </p:cNvPr>
          <p:cNvSpPr/>
          <p:nvPr/>
        </p:nvSpPr>
        <p:spPr>
          <a:xfrm>
            <a:off x="167267" y="167268"/>
            <a:ext cx="8497231" cy="4828478"/>
          </a:xfrm>
          <a:prstGeom prst="rect">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A person looking at a blue car&#10;&#10;AI-generated content may be incorrect.">
            <a:extLst>
              <a:ext uri="{FF2B5EF4-FFF2-40B4-BE49-F238E27FC236}">
                <a16:creationId xmlns:a16="http://schemas.microsoft.com/office/drawing/2014/main" id="{95985B2A-BC64-882C-4431-90FAB1238F89}"/>
              </a:ext>
            </a:extLst>
          </p:cNvPr>
          <p:cNvPicPr>
            <a:picLocks noChangeAspect="1"/>
          </p:cNvPicPr>
          <p:nvPr/>
        </p:nvPicPr>
        <p:blipFill>
          <a:blip r:embed="rId3" cstate="print">
            <a:alphaModFix amt="62000"/>
            <a:extLst>
              <a:ext uri="{28A0092B-C50C-407E-A947-70E740481C1C}">
                <a14:useLocalDpi xmlns:a14="http://schemas.microsoft.com/office/drawing/2010/main" val="0"/>
              </a:ext>
            </a:extLst>
          </a:blip>
          <a:srcRect t="17395" r="870" b="-17395"/>
          <a:stretch>
            <a:fillRect/>
          </a:stretch>
        </p:blipFill>
        <p:spPr>
          <a:xfrm>
            <a:off x="170121" y="169252"/>
            <a:ext cx="8490446" cy="4807950"/>
          </a:xfrm>
          <a:prstGeom prst="rect">
            <a:avLst/>
          </a:prstGeom>
        </p:spPr>
      </p:pic>
      <p:sp>
        <p:nvSpPr>
          <p:cNvPr id="28" name="Rectangle 27">
            <a:extLst>
              <a:ext uri="{FF2B5EF4-FFF2-40B4-BE49-F238E27FC236}">
                <a16:creationId xmlns:a16="http://schemas.microsoft.com/office/drawing/2014/main" id="{1BDFA227-83B2-D297-A7C0-9A2322CA78B4}"/>
              </a:ext>
            </a:extLst>
          </p:cNvPr>
          <p:cNvSpPr/>
          <p:nvPr/>
        </p:nvSpPr>
        <p:spPr>
          <a:xfrm>
            <a:off x="168275" y="2927350"/>
            <a:ext cx="8496300" cy="2066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47D8A07-B146-C9E8-5077-F2FFFDD03ED3}"/>
              </a:ext>
            </a:extLst>
          </p:cNvPr>
          <p:cNvSpPr/>
          <p:nvPr/>
        </p:nvSpPr>
        <p:spPr>
          <a:xfrm>
            <a:off x="169102" y="2379557"/>
            <a:ext cx="8495214" cy="547941"/>
          </a:xfrm>
          <a:prstGeom prst="rect">
            <a:avLst/>
          </a:prstGeom>
          <a:solidFill>
            <a:schemeClr val="tx1">
              <a:alpha val="7775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grpSp>
        <p:nvGrpSpPr>
          <p:cNvPr id="4" name="Group 3">
            <a:extLst>
              <a:ext uri="{FF2B5EF4-FFF2-40B4-BE49-F238E27FC236}">
                <a16:creationId xmlns:a16="http://schemas.microsoft.com/office/drawing/2014/main" id="{BD3208A9-BC76-5726-068C-D37571674A7A}"/>
              </a:ext>
            </a:extLst>
          </p:cNvPr>
          <p:cNvGrpSpPr/>
          <p:nvPr/>
        </p:nvGrpSpPr>
        <p:grpSpPr>
          <a:xfrm>
            <a:off x="162560" y="3239150"/>
            <a:ext cx="8503919" cy="1617330"/>
            <a:chOff x="162560" y="3239150"/>
            <a:chExt cx="8503919" cy="1617330"/>
          </a:xfrm>
        </p:grpSpPr>
        <p:pic>
          <p:nvPicPr>
            <p:cNvPr id="27" name="Picture 26">
              <a:extLst>
                <a:ext uri="{FF2B5EF4-FFF2-40B4-BE49-F238E27FC236}">
                  <a16:creationId xmlns:a16="http://schemas.microsoft.com/office/drawing/2014/main" id="{49656EE8-5992-BF05-B2F9-2F56B9C375C1}"/>
                </a:ext>
              </a:extLst>
            </p:cNvPr>
            <p:cNvPicPr>
              <a:picLocks noChangeAspect="1"/>
            </p:cNvPicPr>
            <p:nvPr/>
          </p:nvPicPr>
          <p:blipFill>
            <a:blip r:embed="rId4"/>
            <a:srcRect t="18335" b="20312"/>
            <a:stretch>
              <a:fillRect/>
            </a:stretch>
          </p:blipFill>
          <p:spPr>
            <a:xfrm>
              <a:off x="358816" y="3239150"/>
              <a:ext cx="8085602" cy="829340"/>
            </a:xfrm>
            <a:prstGeom prst="rect">
              <a:avLst/>
            </a:prstGeom>
          </p:spPr>
        </p:pic>
        <p:sp>
          <p:nvSpPr>
            <p:cNvPr id="3" name="Title 6">
              <a:extLst>
                <a:ext uri="{FF2B5EF4-FFF2-40B4-BE49-F238E27FC236}">
                  <a16:creationId xmlns:a16="http://schemas.microsoft.com/office/drawing/2014/main" id="{A50EC315-FEDD-0BD4-2376-3785774C0B40}"/>
                </a:ext>
              </a:extLst>
            </p:cNvPr>
            <p:cNvSpPr txBox="1">
              <a:spLocks/>
            </p:cNvSpPr>
            <p:nvPr/>
          </p:nvSpPr>
          <p:spPr>
            <a:xfrm>
              <a:off x="162560" y="4084320"/>
              <a:ext cx="8503919" cy="7721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algn="ctr"/>
              <a:r>
                <a:rPr lang="en-US" sz="1500" b="1" i="1" dirty="0">
                  <a:solidFill>
                    <a:schemeClr val="tx1"/>
                  </a:solidFill>
                  <a:latin typeface="Verdana" panose="020B0604030504040204" pitchFamily="34" charset="0"/>
                </a:rPr>
                <a:t>The issue is relative acceleration.</a:t>
              </a:r>
            </a:p>
          </p:txBody>
        </p:sp>
      </p:grpSp>
      <p:sp>
        <p:nvSpPr>
          <p:cNvPr id="5" name="Title 6">
            <a:extLst>
              <a:ext uri="{FF2B5EF4-FFF2-40B4-BE49-F238E27FC236}">
                <a16:creationId xmlns:a16="http://schemas.microsoft.com/office/drawing/2014/main" id="{7A906BF5-8530-A930-FC12-A2EFCD85F45E}"/>
              </a:ext>
            </a:extLst>
          </p:cNvPr>
          <p:cNvSpPr txBox="1">
            <a:spLocks/>
          </p:cNvSpPr>
          <p:nvPr/>
        </p:nvSpPr>
        <p:spPr>
          <a:xfrm>
            <a:off x="447506" y="2446819"/>
            <a:ext cx="7970367" cy="434141"/>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tx1"/>
                </a:solidFill>
                <a:latin typeface="Verdana" panose="020B0604030504040204" pitchFamily="34" charset="0"/>
                <a:ea typeface="Verdana" panose="020B0604030504040204" pitchFamily="34" charset="0"/>
                <a:cs typeface="Arial" panose="020B0604020202020204" pitchFamily="34" charset="0"/>
              </a:defRPr>
            </a:lvl1pPr>
          </a:lstStyle>
          <a:p>
            <a:pPr algn="ctr"/>
            <a:r>
              <a:rPr lang="en-US" sz="1500" dirty="0">
                <a:solidFill>
                  <a:schemeClr val="bg1"/>
                </a:solidFill>
              </a:rPr>
              <a:t>Definition of Time to Collision 2 (TTCTest2)</a:t>
            </a:r>
            <a:endParaRPr lang="en-US" sz="1500" dirty="0">
              <a:solidFill>
                <a:schemeClr val="bg2">
                  <a:lumMod val="40000"/>
                  <a:lumOff val="60000"/>
                </a:schemeClr>
              </a:solidFill>
            </a:endParaRPr>
          </a:p>
        </p:txBody>
      </p:sp>
    </p:spTree>
    <p:extLst>
      <p:ext uri="{BB962C8B-B14F-4D97-AF65-F5344CB8AC3E}">
        <p14:creationId xmlns:p14="http://schemas.microsoft.com/office/powerpoint/2010/main" val="2998131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5756BD-FD15-747B-66FA-29F143D5697F}"/>
              </a:ext>
            </a:extLst>
          </p:cNvPr>
          <p:cNvPicPr>
            <a:picLocks noChangeAspect="1"/>
          </p:cNvPicPr>
          <p:nvPr/>
        </p:nvPicPr>
        <p:blipFill>
          <a:blip r:embed="rId2"/>
          <a:srcRect t="18502" b="17799"/>
          <a:stretch>
            <a:fillRect/>
          </a:stretch>
        </p:blipFill>
        <p:spPr>
          <a:xfrm>
            <a:off x="1106906" y="3978989"/>
            <a:ext cx="6833937" cy="727763"/>
          </a:xfrm>
          <a:prstGeom prst="rect">
            <a:avLst/>
          </a:prstGeom>
        </p:spPr>
      </p:pic>
      <p:pic>
        <p:nvPicPr>
          <p:cNvPr id="7170" name="Picture 2" descr="Traffic Safety Facts Annual Report Tables">
            <a:extLst>
              <a:ext uri="{FF2B5EF4-FFF2-40B4-BE49-F238E27FC236}">
                <a16:creationId xmlns:a16="http://schemas.microsoft.com/office/drawing/2014/main" id="{5DB96B42-F682-5DE4-663B-029D9C3FB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972" y="940963"/>
            <a:ext cx="2342882" cy="9426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10">
            <a:extLst>
              <a:ext uri="{FF2B5EF4-FFF2-40B4-BE49-F238E27FC236}">
                <a16:creationId xmlns:a16="http://schemas.microsoft.com/office/drawing/2014/main" id="{92196CBD-DBD6-6AA1-AC20-928FA77A3B3F}"/>
              </a:ext>
            </a:extLst>
          </p:cNvPr>
          <p:cNvGraphicFramePr>
            <a:graphicFrameLocks noGrp="1"/>
          </p:cNvGraphicFramePr>
          <p:nvPr>
            <p:extLst>
              <p:ext uri="{D42A27DB-BD31-4B8C-83A1-F6EECF244321}">
                <p14:modId xmlns:p14="http://schemas.microsoft.com/office/powerpoint/2010/main" val="3447633695"/>
              </p:ext>
            </p:extLst>
          </p:nvPr>
        </p:nvGraphicFramePr>
        <p:xfrm>
          <a:off x="507020" y="2261937"/>
          <a:ext cx="4257486" cy="1482288"/>
        </p:xfrm>
        <a:graphic>
          <a:graphicData uri="http://schemas.openxmlformats.org/drawingml/2006/table">
            <a:tbl>
              <a:tblPr firstRow="1" bandRow="1">
                <a:tableStyleId>{9D7B26C5-4107-4FEC-AEDC-1716B250A1EF}</a:tableStyleId>
              </a:tblPr>
              <a:tblGrid>
                <a:gridCol w="1127934">
                  <a:extLst>
                    <a:ext uri="{9D8B030D-6E8A-4147-A177-3AD203B41FA5}">
                      <a16:colId xmlns:a16="http://schemas.microsoft.com/office/drawing/2014/main" val="464167303"/>
                    </a:ext>
                  </a:extLst>
                </a:gridCol>
                <a:gridCol w="1447758">
                  <a:extLst>
                    <a:ext uri="{9D8B030D-6E8A-4147-A177-3AD203B41FA5}">
                      <a16:colId xmlns:a16="http://schemas.microsoft.com/office/drawing/2014/main" val="1002118265"/>
                    </a:ext>
                  </a:extLst>
                </a:gridCol>
                <a:gridCol w="1681794">
                  <a:extLst>
                    <a:ext uri="{9D8B030D-6E8A-4147-A177-3AD203B41FA5}">
                      <a16:colId xmlns:a16="http://schemas.microsoft.com/office/drawing/2014/main" val="1556592136"/>
                    </a:ext>
                  </a:extLst>
                </a:gridCol>
              </a:tblGrid>
              <a:tr h="468167">
                <a:tc>
                  <a:txBody>
                    <a:bodyPr/>
                    <a:lstStyle/>
                    <a:p>
                      <a:pPr algn="ctr"/>
                      <a:r>
                        <a:rPr lang="en-US" sz="1000" b="1" i="0" dirty="0">
                          <a:solidFill>
                            <a:schemeClr val="bg1"/>
                          </a:solidFill>
                          <a:latin typeface="Verdana" panose="020B0604030504040204" pitchFamily="34" charset="0"/>
                          <a:ea typeface="Verdana" panose="020B0604030504040204" pitchFamily="34" charset="0"/>
                          <a:cs typeface="Verdana" panose="020B0604030504040204" pitchFamily="34" charset="0"/>
                        </a:rPr>
                        <a:t>Test vehicle speed (mph)</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000" b="1" i="0" dirty="0">
                          <a:solidFill>
                            <a:schemeClr val="bg1"/>
                          </a:solidFill>
                          <a:latin typeface="Verdana" panose="020B0604030504040204" pitchFamily="34" charset="0"/>
                          <a:ea typeface="Verdana" panose="020B0604030504040204" pitchFamily="34" charset="0"/>
                          <a:cs typeface="Verdana" panose="020B0604030504040204" pitchFamily="34" charset="0"/>
                        </a:rPr>
                        <a:t>Target vehicle </a:t>
                      </a:r>
                      <a:br>
                        <a:rPr lang="en-US" sz="1000" b="1" i="0" dirty="0">
                          <a:solidFill>
                            <a:schemeClr val="bg1"/>
                          </a:solidFill>
                          <a:latin typeface="Verdana" panose="020B0604030504040204" pitchFamily="34" charset="0"/>
                          <a:ea typeface="Verdana" panose="020B0604030504040204" pitchFamily="34" charset="0"/>
                          <a:cs typeface="Verdana" panose="020B0604030504040204" pitchFamily="34" charset="0"/>
                        </a:rPr>
                      </a:br>
                      <a:r>
                        <a:rPr lang="en-US" sz="1000" b="1" i="0" dirty="0">
                          <a:solidFill>
                            <a:schemeClr val="bg1"/>
                          </a:solidFill>
                          <a:latin typeface="Verdana" panose="020B0604030504040204" pitchFamily="34" charset="0"/>
                          <a:ea typeface="Verdana" panose="020B0604030504040204" pitchFamily="34" charset="0"/>
                          <a:cs typeface="Verdana" panose="020B0604030504040204" pitchFamily="34" charset="0"/>
                        </a:rPr>
                        <a:t>status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000" b="1" i="0" dirty="0">
                          <a:solidFill>
                            <a:schemeClr val="bg1"/>
                          </a:solidFill>
                          <a:latin typeface="Verdana" panose="020B0604030504040204" pitchFamily="34" charset="0"/>
                          <a:ea typeface="Verdana" panose="020B0604030504040204" pitchFamily="34" charset="0"/>
                          <a:cs typeface="Verdana" panose="020B0604030504040204" pitchFamily="34" charset="0"/>
                        </a:rPr>
                        <a:t>Pass/Fail criteria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487504914"/>
                  </a:ext>
                </a:extLst>
              </a:tr>
              <a:tr h="302402">
                <a:tc rowSpan="3">
                  <a:txBody>
                    <a:bodyPr/>
                    <a:lstStyle/>
                    <a:p>
                      <a:pPr algn="ctr"/>
                      <a:r>
                        <a:rPr lang="en-US" sz="1000" b="0" i="0" dirty="0">
                          <a:latin typeface="Verdana" panose="020B0604030504040204" pitchFamily="34" charset="0"/>
                          <a:ea typeface="Verdana" panose="020B0604030504040204" pitchFamily="34" charset="0"/>
                          <a:cs typeface="Verdana" panose="020B0604030504040204" pitchFamily="34" charset="0"/>
                        </a:rPr>
                        <a:t>45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b="0" i="0" dirty="0">
                          <a:latin typeface="Verdana" panose="020B0604030504040204" pitchFamily="34" charset="0"/>
                          <a:ea typeface="Verdana" panose="020B0604030504040204" pitchFamily="34" charset="0"/>
                          <a:cs typeface="Verdana" panose="020B0604030504040204" pitchFamily="34" charset="0"/>
                        </a:rPr>
                        <a:t> 1.Stopped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3219"/>
                      </a:schemeClr>
                    </a:solidFill>
                  </a:tcPr>
                </a:tc>
                <a:tc>
                  <a:txBody>
                    <a:bodyPr/>
                    <a:lstStyle/>
                    <a:p>
                      <a:pPr algn="ctr"/>
                      <a:r>
                        <a:rPr lang="en-US" sz="1000" b="0" i="0" dirty="0">
                          <a:latin typeface="Verdana" panose="020B0604030504040204" pitchFamily="34" charset="0"/>
                          <a:ea typeface="Verdana" panose="020B0604030504040204" pitchFamily="34" charset="0"/>
                          <a:cs typeface="Verdana" panose="020B0604030504040204" pitchFamily="34" charset="0"/>
                        </a:rPr>
                        <a:t> TTC at least 2.1 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3219"/>
                      </a:schemeClr>
                    </a:solidFill>
                  </a:tcPr>
                </a:tc>
                <a:extLst>
                  <a:ext uri="{0D108BD9-81ED-4DB2-BD59-A6C34878D82A}">
                    <a16:rowId xmlns:a16="http://schemas.microsoft.com/office/drawing/2014/main" val="3056647631"/>
                  </a:ext>
                </a:extLst>
              </a:tr>
              <a:tr h="327717">
                <a:tc vMerge="1">
                  <a:txBody>
                    <a:bodyPr/>
                    <a:lstStyle/>
                    <a:p>
                      <a:pPr algn="ctr"/>
                      <a:endParaRPr lang="en-US"/>
                    </a:p>
                  </a:txBody>
                  <a:tcPr/>
                </a:tc>
                <a:tc>
                  <a:txBody>
                    <a:bodyPr/>
                    <a:lstStyle/>
                    <a:p>
                      <a:pPr algn="ctr"/>
                      <a:r>
                        <a:rPr lang="en-US" sz="1000" b="0" i="0" dirty="0">
                          <a:latin typeface="Verdana" panose="020B0604030504040204" pitchFamily="34" charset="0"/>
                          <a:ea typeface="Verdana" panose="020B0604030504040204" pitchFamily="34" charset="0"/>
                          <a:cs typeface="Verdana" panose="020B0604030504040204" pitchFamily="34" charset="0"/>
                        </a:rPr>
                        <a:t>2. Decelerating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b="0" i="0" dirty="0">
                          <a:latin typeface="Verdana" panose="020B0604030504040204" pitchFamily="34" charset="0"/>
                          <a:ea typeface="Verdana" panose="020B0604030504040204" pitchFamily="34" charset="0"/>
                          <a:cs typeface="Verdana" panose="020B0604030504040204" pitchFamily="34" charset="0"/>
                        </a:rPr>
                        <a:t>TTC2 at least 2.4 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331951343"/>
                  </a:ext>
                </a:extLst>
              </a:tr>
              <a:tr h="384002">
                <a:tc vMerge="1">
                  <a:txBody>
                    <a:bodyPr/>
                    <a:lstStyle/>
                    <a:p>
                      <a:pPr algn="ctr"/>
                      <a:endParaRPr lang="en-US"/>
                    </a:p>
                  </a:txBody>
                  <a:tcPr/>
                </a:tc>
                <a:tc>
                  <a:txBody>
                    <a:bodyPr/>
                    <a:lstStyle/>
                    <a:p>
                      <a:pPr algn="ctr"/>
                      <a:r>
                        <a:rPr lang="en-US" sz="1000" b="0" i="0" dirty="0">
                          <a:latin typeface="Verdana" panose="020B0604030504040204" pitchFamily="34" charset="0"/>
                          <a:ea typeface="Verdana" panose="020B0604030504040204" pitchFamily="34" charset="0"/>
                          <a:cs typeface="Verdana" panose="020B0604030504040204" pitchFamily="34" charset="0"/>
                        </a:rPr>
                        <a:t>3. Slow moving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lang="en-US" sz="1000" b="0" i="0" dirty="0">
                          <a:latin typeface="Verdana" panose="020B0604030504040204" pitchFamily="34" charset="0"/>
                          <a:ea typeface="Verdana" panose="020B0604030504040204" pitchFamily="34" charset="0"/>
                          <a:cs typeface="Verdana" panose="020B0604030504040204" pitchFamily="34" charset="0"/>
                        </a:rPr>
                        <a:t>TTC at least 2.0 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821871552"/>
                  </a:ext>
                </a:extLst>
              </a:tr>
            </a:tbl>
          </a:graphicData>
        </a:graphic>
      </p:graphicFrame>
      <p:sp>
        <p:nvSpPr>
          <p:cNvPr id="11" name="TextBox 10">
            <a:extLst>
              <a:ext uri="{FF2B5EF4-FFF2-40B4-BE49-F238E27FC236}">
                <a16:creationId xmlns:a16="http://schemas.microsoft.com/office/drawing/2014/main" id="{3B20FFD3-2159-0332-0A86-4BF4A2CC7E3E}"/>
              </a:ext>
            </a:extLst>
          </p:cNvPr>
          <p:cNvSpPr txBox="1"/>
          <p:nvPr/>
        </p:nvSpPr>
        <p:spPr>
          <a:xfrm>
            <a:off x="6353814" y="4749108"/>
            <a:ext cx="3976382" cy="200055"/>
          </a:xfrm>
          <a:prstGeom prst="rect">
            <a:avLst/>
          </a:prstGeom>
          <a:noFill/>
        </p:spPr>
        <p:txBody>
          <a:bodyPr wrap="square" rtlCol="0">
            <a:spAutoFit/>
          </a:bodyPr>
          <a:lstStyle/>
          <a:p>
            <a:r>
              <a:rPr lang="en-US" sz="700" i="1" dirty="0">
                <a:latin typeface="Verdana" panose="020B0604030504040204" pitchFamily="34" charset="0"/>
              </a:rPr>
              <a:t>National Highway Traffic Safety Administration</a:t>
            </a:r>
          </a:p>
        </p:txBody>
      </p:sp>
      <p:sp>
        <p:nvSpPr>
          <p:cNvPr id="17" name="TextBox 16">
            <a:extLst>
              <a:ext uri="{FF2B5EF4-FFF2-40B4-BE49-F238E27FC236}">
                <a16:creationId xmlns:a16="http://schemas.microsoft.com/office/drawing/2014/main" id="{1DE1D47F-781A-694A-C8D3-914073FF26EE}"/>
              </a:ext>
            </a:extLst>
          </p:cNvPr>
          <p:cNvSpPr txBox="1"/>
          <p:nvPr/>
        </p:nvSpPr>
        <p:spPr>
          <a:xfrm>
            <a:off x="4291886" y="1039985"/>
            <a:ext cx="4159760" cy="923330"/>
          </a:xfrm>
          <a:prstGeom prst="rect">
            <a:avLst/>
          </a:prstGeom>
          <a:noFill/>
        </p:spPr>
        <p:txBody>
          <a:bodyPr wrap="square" lIns="0" tIns="0" rIns="0" bIns="0" rtlCol="0">
            <a:noAutofit/>
          </a:bodyPr>
          <a:lstStyle/>
          <a:p>
            <a:pPr marL="182880" indent="-182880">
              <a:spcAft>
                <a:spcPts val="300"/>
              </a:spcAft>
              <a:buFont typeface="Arial" panose="020B0604020202020204" pitchFamily="34" charset="0"/>
              <a:buChar char="•"/>
            </a:pPr>
            <a:r>
              <a:rPr lang="en-US" sz="1200" dirty="0">
                <a:latin typeface="Verdana" panose="020B0604030504040204" pitchFamily="34" charset="0"/>
              </a:rPr>
              <a:t>Government funded</a:t>
            </a:r>
          </a:p>
          <a:p>
            <a:pPr marL="182880" indent="-182880">
              <a:spcAft>
                <a:spcPts val="300"/>
              </a:spcAft>
              <a:buFont typeface="Arial" panose="020B0604020202020204" pitchFamily="34" charset="0"/>
              <a:buChar char="•"/>
            </a:pPr>
            <a:r>
              <a:rPr lang="en-US" sz="1200" dirty="0">
                <a:latin typeface="Verdana" panose="020B0604030504040204" pitchFamily="34" charset="0"/>
              </a:rPr>
              <a:t>Pass/Fail type tests </a:t>
            </a:r>
          </a:p>
          <a:p>
            <a:pPr marL="182880" indent="-182880">
              <a:spcAft>
                <a:spcPts val="300"/>
              </a:spcAft>
              <a:buFont typeface="Arial" panose="020B0604020202020204" pitchFamily="34" charset="0"/>
              <a:buChar char="•"/>
            </a:pPr>
            <a:r>
              <a:rPr lang="en-US" sz="1200" dirty="0">
                <a:latin typeface="Verdana" panose="020B0604030504040204" pitchFamily="34" charset="0"/>
              </a:rPr>
              <a:t>FCW test data not easily publicly available</a:t>
            </a:r>
          </a:p>
          <a:p>
            <a:pPr marL="182880" indent="-182880">
              <a:spcAft>
                <a:spcPts val="300"/>
              </a:spcAft>
              <a:buFont typeface="Arial" panose="020B0604020202020204" pitchFamily="34" charset="0"/>
              <a:buChar char="•"/>
            </a:pPr>
            <a:r>
              <a:rPr lang="en-US" sz="1200" dirty="0">
                <a:latin typeface="Verdana" panose="020B0604030504040204" pitchFamily="34" charset="0"/>
              </a:rPr>
              <a:t>Does not evaluate AEB/speed reduction</a:t>
            </a:r>
          </a:p>
        </p:txBody>
      </p:sp>
      <p:pic>
        <p:nvPicPr>
          <p:cNvPr id="6" name="Picture 5">
            <a:extLst>
              <a:ext uri="{FF2B5EF4-FFF2-40B4-BE49-F238E27FC236}">
                <a16:creationId xmlns:a16="http://schemas.microsoft.com/office/drawing/2014/main" id="{A3A3BD3D-6371-BAE7-0EEA-57B8B8A0922A}"/>
              </a:ext>
            </a:extLst>
          </p:cNvPr>
          <p:cNvPicPr>
            <a:picLocks noChangeAspect="1"/>
          </p:cNvPicPr>
          <p:nvPr/>
        </p:nvPicPr>
        <p:blipFill>
          <a:blip r:embed="rId4"/>
          <a:stretch>
            <a:fillRect/>
          </a:stretch>
        </p:blipFill>
        <p:spPr>
          <a:xfrm>
            <a:off x="5008005" y="2334098"/>
            <a:ext cx="3349844" cy="1338726"/>
          </a:xfrm>
          <a:prstGeom prst="rect">
            <a:avLst/>
          </a:prstGeom>
        </p:spPr>
      </p:pic>
      <p:sp>
        <p:nvSpPr>
          <p:cNvPr id="3" name="Title 2">
            <a:extLst>
              <a:ext uri="{FF2B5EF4-FFF2-40B4-BE49-F238E27FC236}">
                <a16:creationId xmlns:a16="http://schemas.microsoft.com/office/drawing/2014/main" id="{73392897-1DC0-E00B-5F79-C99C5A39CC9A}"/>
              </a:ext>
            </a:extLst>
          </p:cNvPr>
          <p:cNvSpPr>
            <a:spLocks noGrp="1"/>
          </p:cNvSpPr>
          <p:nvPr>
            <p:ph type="title"/>
          </p:nvPr>
        </p:nvSpPr>
        <p:spPr/>
        <p:txBody>
          <a:bodyPr/>
          <a:lstStyle/>
          <a:p>
            <a:pPr algn="ctr"/>
            <a:r>
              <a:rPr lang="en-US" dirty="0"/>
              <a:t>Background –Testing - FCW</a:t>
            </a:r>
          </a:p>
        </p:txBody>
      </p:sp>
    </p:spTree>
    <p:extLst>
      <p:ext uri="{BB962C8B-B14F-4D97-AF65-F5344CB8AC3E}">
        <p14:creationId xmlns:p14="http://schemas.microsoft.com/office/powerpoint/2010/main" val="3177422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7170"/>
                                        </p:tgtEl>
                                        <p:attrNameLst>
                                          <p:attrName>style.visibility</p:attrName>
                                        </p:attrNameLst>
                                      </p:cBhvr>
                                      <p:to>
                                        <p:strVal val="visible"/>
                                      </p:to>
                                    </p:set>
                                    <p:animEffect transition="in" filter="fade">
                                      <p:cBhvr>
                                        <p:cTn id="10" dur="500"/>
                                        <p:tgtEl>
                                          <p:spTgt spid="7170"/>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IIHS Logo - Shenandoah Valley Technology Council">
            <a:extLst>
              <a:ext uri="{FF2B5EF4-FFF2-40B4-BE49-F238E27FC236}">
                <a16:creationId xmlns:a16="http://schemas.microsoft.com/office/drawing/2014/main" id="{3923AB74-EEE7-09F5-97A7-7D0495E1C3B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088" y="1482291"/>
            <a:ext cx="3089003" cy="97215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12">
            <a:extLst>
              <a:ext uri="{FF2B5EF4-FFF2-40B4-BE49-F238E27FC236}">
                <a16:creationId xmlns:a16="http://schemas.microsoft.com/office/drawing/2014/main" id="{B4730C46-DECF-B38C-1475-3F219011EB66}"/>
              </a:ext>
            </a:extLst>
          </p:cNvPr>
          <p:cNvGraphicFramePr>
            <a:graphicFrameLocks noGrp="1"/>
          </p:cNvGraphicFramePr>
          <p:nvPr>
            <p:extLst>
              <p:ext uri="{D42A27DB-BD31-4B8C-83A1-F6EECF244321}">
                <p14:modId xmlns:p14="http://schemas.microsoft.com/office/powerpoint/2010/main" val="1495696922"/>
              </p:ext>
            </p:extLst>
          </p:nvPr>
        </p:nvGraphicFramePr>
        <p:xfrm>
          <a:off x="711762" y="3068270"/>
          <a:ext cx="7344585" cy="1080088"/>
        </p:xfrm>
        <a:graphic>
          <a:graphicData uri="http://schemas.openxmlformats.org/drawingml/2006/table">
            <a:tbl>
              <a:tblPr firstRow="1" bandRow="1">
                <a:tableStyleId>{5C22544A-7EE6-4342-B048-85BDC9FD1C3A}</a:tableStyleId>
              </a:tblPr>
              <a:tblGrid>
                <a:gridCol w="1319173">
                  <a:extLst>
                    <a:ext uri="{9D8B030D-6E8A-4147-A177-3AD203B41FA5}">
                      <a16:colId xmlns:a16="http://schemas.microsoft.com/office/drawing/2014/main" val="1141878592"/>
                    </a:ext>
                  </a:extLst>
                </a:gridCol>
                <a:gridCol w="574532">
                  <a:extLst>
                    <a:ext uri="{9D8B030D-6E8A-4147-A177-3AD203B41FA5}">
                      <a16:colId xmlns:a16="http://schemas.microsoft.com/office/drawing/2014/main" val="439970325"/>
                    </a:ext>
                  </a:extLst>
                </a:gridCol>
                <a:gridCol w="679410">
                  <a:extLst>
                    <a:ext uri="{9D8B030D-6E8A-4147-A177-3AD203B41FA5}">
                      <a16:colId xmlns:a16="http://schemas.microsoft.com/office/drawing/2014/main" val="1990298629"/>
                    </a:ext>
                  </a:extLst>
                </a:gridCol>
                <a:gridCol w="687779">
                  <a:extLst>
                    <a:ext uri="{9D8B030D-6E8A-4147-A177-3AD203B41FA5}">
                      <a16:colId xmlns:a16="http://schemas.microsoft.com/office/drawing/2014/main" val="3630504831"/>
                    </a:ext>
                  </a:extLst>
                </a:gridCol>
                <a:gridCol w="687779">
                  <a:extLst>
                    <a:ext uri="{9D8B030D-6E8A-4147-A177-3AD203B41FA5}">
                      <a16:colId xmlns:a16="http://schemas.microsoft.com/office/drawing/2014/main" val="1873352702"/>
                    </a:ext>
                  </a:extLst>
                </a:gridCol>
                <a:gridCol w="802410">
                  <a:extLst>
                    <a:ext uri="{9D8B030D-6E8A-4147-A177-3AD203B41FA5}">
                      <a16:colId xmlns:a16="http://schemas.microsoft.com/office/drawing/2014/main" val="581150829"/>
                    </a:ext>
                  </a:extLst>
                </a:gridCol>
                <a:gridCol w="814913">
                  <a:extLst>
                    <a:ext uri="{9D8B030D-6E8A-4147-A177-3AD203B41FA5}">
                      <a16:colId xmlns:a16="http://schemas.microsoft.com/office/drawing/2014/main" val="367418062"/>
                    </a:ext>
                  </a:extLst>
                </a:gridCol>
                <a:gridCol w="650421">
                  <a:extLst>
                    <a:ext uri="{9D8B030D-6E8A-4147-A177-3AD203B41FA5}">
                      <a16:colId xmlns:a16="http://schemas.microsoft.com/office/drawing/2014/main" val="2746781708"/>
                    </a:ext>
                  </a:extLst>
                </a:gridCol>
                <a:gridCol w="1128168">
                  <a:extLst>
                    <a:ext uri="{9D8B030D-6E8A-4147-A177-3AD203B41FA5}">
                      <a16:colId xmlns:a16="http://schemas.microsoft.com/office/drawing/2014/main" val="3398880217"/>
                    </a:ext>
                  </a:extLst>
                </a:gridCol>
              </a:tblGrid>
              <a:tr h="300014">
                <a:tc>
                  <a:txBody>
                    <a:bodyPr/>
                    <a:lstStyle/>
                    <a:p>
                      <a:pPr algn="ctr"/>
                      <a:endParaRPr lang="en-US" sz="1000" dirty="0">
                        <a:solidFill>
                          <a:schemeClr val="tx1"/>
                        </a:solidFill>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gridSpan="3">
                  <a:txBody>
                    <a:bodyPr/>
                    <a:lstStyle/>
                    <a:p>
                      <a:pPr algn="ctr"/>
                      <a:r>
                        <a:rPr lang="en-US" sz="1000" dirty="0">
                          <a:solidFill>
                            <a:schemeClr val="bg1"/>
                          </a:solidFill>
                          <a:latin typeface="Verdana" panose="020B0604030504040204" pitchFamily="34" charset="0"/>
                        </a:rPr>
                        <a:t>12 mph tests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hMerge="1">
                  <a:txBody>
                    <a:bodyPr/>
                    <a:lstStyle/>
                    <a:p>
                      <a:endParaRPr lang="en-US"/>
                    </a:p>
                  </a:txBody>
                  <a:tcPr/>
                </a:tc>
                <a:tc hMerge="1">
                  <a:txBody>
                    <a:bodyPr/>
                    <a:lstStyle/>
                    <a:p>
                      <a:endParaRPr lang="en-US"/>
                    </a:p>
                  </a:txBody>
                  <a:tcPr/>
                </a:tc>
                <a:tc gridSpan="4">
                  <a:txBody>
                    <a:bodyPr/>
                    <a:lstStyle/>
                    <a:p>
                      <a:pPr algn="ctr"/>
                      <a:r>
                        <a:rPr lang="en-US" sz="1000" dirty="0">
                          <a:solidFill>
                            <a:schemeClr val="bg1"/>
                          </a:solidFill>
                          <a:latin typeface="Verdana" panose="020B0604030504040204" pitchFamily="34" charset="0"/>
                        </a:rPr>
                        <a:t>25 mph tests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r>
                        <a:rPr lang="en-US" sz="1000" dirty="0">
                          <a:solidFill>
                            <a:schemeClr val="bg1"/>
                          </a:solidFill>
                          <a:latin typeface="Verdana" panose="020B0604030504040204" pitchFamily="34" charset="0"/>
                        </a:rPr>
                        <a:t>FCW</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25702320"/>
                  </a:ext>
                </a:extLst>
              </a:tr>
              <a:tr h="4800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Verdana" panose="020B0604030504040204" pitchFamily="34" charset="0"/>
                        </a:rPr>
                        <a:t>Speed </a:t>
                      </a:r>
                      <a:br>
                        <a:rPr lang="en-US" sz="1000" dirty="0">
                          <a:solidFill>
                            <a:schemeClr val="tx1"/>
                          </a:solidFill>
                          <a:latin typeface="Verdana" panose="020B0604030504040204" pitchFamily="34" charset="0"/>
                        </a:rPr>
                      </a:br>
                      <a:r>
                        <a:rPr lang="en-US" sz="1000" dirty="0">
                          <a:solidFill>
                            <a:schemeClr val="tx1"/>
                          </a:solidFill>
                          <a:latin typeface="Verdana" panose="020B0604030504040204" pitchFamily="34" charset="0"/>
                        </a:rPr>
                        <a:t>reduction (mph)</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4000"/>
                      </a:schemeClr>
                    </a:solidFill>
                  </a:tcPr>
                </a:tc>
                <a:tc>
                  <a:txBody>
                    <a:bodyPr/>
                    <a:lstStyle/>
                    <a:p>
                      <a:pPr algn="ctr"/>
                      <a:r>
                        <a:rPr lang="en-US" sz="1000" dirty="0">
                          <a:solidFill>
                            <a:schemeClr val="tx1"/>
                          </a:solidFill>
                          <a:latin typeface="Verdana" panose="020B0604030504040204" pitchFamily="34" charset="0"/>
                        </a:rPr>
                        <a:t>&lt;5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4000"/>
                      </a:schemeClr>
                    </a:solidFill>
                  </a:tcPr>
                </a:tc>
                <a:tc>
                  <a:txBody>
                    <a:bodyPr/>
                    <a:lstStyle/>
                    <a:p>
                      <a:pPr algn="ctr"/>
                      <a:r>
                        <a:rPr lang="en-US" sz="1000" dirty="0">
                          <a:solidFill>
                            <a:schemeClr val="tx1"/>
                          </a:solidFill>
                          <a:latin typeface="Verdana" panose="020B0604030504040204" pitchFamily="34" charset="0"/>
                        </a:rPr>
                        <a:t>5 to 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4000"/>
                      </a:schemeClr>
                    </a:solidFill>
                  </a:tcPr>
                </a:tc>
                <a:tc>
                  <a:txBody>
                    <a:bodyPr/>
                    <a:lstStyle/>
                    <a:p>
                      <a:pPr algn="ctr"/>
                      <a:r>
                        <a:rPr lang="en-US" sz="1000" dirty="0">
                          <a:solidFill>
                            <a:schemeClr val="tx1"/>
                          </a:solidFill>
                          <a:latin typeface="Verdana" panose="020B0604030504040204" pitchFamily="34" charset="0"/>
                        </a:rPr>
                        <a:t>&gt;10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4000"/>
                      </a:schemeClr>
                    </a:solidFill>
                  </a:tcPr>
                </a:tc>
                <a:tc>
                  <a:txBody>
                    <a:bodyPr/>
                    <a:lstStyle/>
                    <a:p>
                      <a:pPr algn="ctr"/>
                      <a:r>
                        <a:rPr lang="en-US" sz="1000" dirty="0">
                          <a:solidFill>
                            <a:schemeClr val="tx1"/>
                          </a:solidFill>
                          <a:latin typeface="Verdana" panose="020B0604030504040204" pitchFamily="34" charset="0"/>
                        </a:rPr>
                        <a:t>&lt;5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4000"/>
                      </a:schemeClr>
                    </a:solidFill>
                  </a:tcPr>
                </a:tc>
                <a:tc>
                  <a:txBody>
                    <a:bodyPr/>
                    <a:lstStyle/>
                    <a:p>
                      <a:pPr algn="ctr"/>
                      <a:r>
                        <a:rPr lang="en-US" sz="1000" dirty="0">
                          <a:solidFill>
                            <a:schemeClr val="tx1"/>
                          </a:solidFill>
                          <a:latin typeface="Verdana" panose="020B0604030504040204" pitchFamily="34" charset="0"/>
                        </a:rPr>
                        <a:t>5 to 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4000"/>
                      </a:schemeClr>
                    </a:solidFill>
                  </a:tcPr>
                </a:tc>
                <a:tc>
                  <a:txBody>
                    <a:bodyPr/>
                    <a:lstStyle/>
                    <a:p>
                      <a:pPr algn="ctr"/>
                      <a:r>
                        <a:rPr lang="en-US" sz="1000" dirty="0">
                          <a:solidFill>
                            <a:schemeClr val="tx1"/>
                          </a:solidFill>
                          <a:latin typeface="Verdana" panose="020B0604030504040204" pitchFamily="34" charset="0"/>
                        </a:rPr>
                        <a:t>10 to 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4000"/>
                      </a:schemeClr>
                    </a:solidFill>
                  </a:tcPr>
                </a:tc>
                <a:tc>
                  <a:txBody>
                    <a:bodyPr/>
                    <a:lstStyle/>
                    <a:p>
                      <a:pPr algn="ctr"/>
                      <a:r>
                        <a:rPr lang="en-US" sz="1000" dirty="0">
                          <a:solidFill>
                            <a:schemeClr val="tx1"/>
                          </a:solidFill>
                          <a:latin typeface="Verdana" panose="020B0604030504040204" pitchFamily="34" charset="0"/>
                        </a:rPr>
                        <a:t>&gt;22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4000"/>
                      </a:schemeClr>
                    </a:solidFill>
                  </a:tcPr>
                </a:tc>
                <a:tc>
                  <a:txBody>
                    <a:bodyPr/>
                    <a:lstStyle/>
                    <a:p>
                      <a:pPr algn="ctr"/>
                      <a:r>
                        <a:rPr lang="en-US" sz="1000" dirty="0">
                          <a:solidFill>
                            <a:schemeClr val="tx1"/>
                          </a:solidFill>
                          <a:latin typeface="Verdana" panose="020B0604030504040204" pitchFamily="34" charset="0"/>
                        </a:rPr>
                        <a:t>NA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alpha val="84000"/>
                      </a:schemeClr>
                    </a:solidFill>
                  </a:tcPr>
                </a:tc>
                <a:extLst>
                  <a:ext uri="{0D108BD9-81ED-4DB2-BD59-A6C34878D82A}">
                    <a16:rowId xmlns:a16="http://schemas.microsoft.com/office/drawing/2014/main" val="4165502337"/>
                  </a:ext>
                </a:extLst>
              </a:tr>
              <a:tr h="300014">
                <a:tc>
                  <a:txBody>
                    <a:bodyPr/>
                    <a:lstStyle/>
                    <a:p>
                      <a:pPr algn="ctr"/>
                      <a:r>
                        <a:rPr lang="en-US" sz="1000" dirty="0">
                          <a:solidFill>
                            <a:schemeClr val="tx1"/>
                          </a:solidFill>
                          <a:latin typeface="Verdana" panose="020B0604030504040204" pitchFamily="34" charset="0"/>
                        </a:rPr>
                        <a:t>Points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solidFill>
                            <a:schemeClr val="tx1"/>
                          </a:solidFill>
                          <a:latin typeface="Verdana" panose="020B0604030504040204" pitchFamily="34" charset="0"/>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solidFill>
                            <a:schemeClr val="tx1"/>
                          </a:solidFill>
                          <a:latin typeface="Verdana" panose="020B060403050404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solidFill>
                            <a:schemeClr val="tx1"/>
                          </a:solidFill>
                          <a:latin typeface="Verdana" panose="020B060403050404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solidFill>
                            <a:schemeClr val="tx1"/>
                          </a:solidFill>
                          <a:latin typeface="Verdana" panose="020B0604030504040204" pitchFamily="34" charset="0"/>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solidFill>
                            <a:schemeClr val="tx1"/>
                          </a:solidFill>
                          <a:latin typeface="Verdana" panose="020B060403050404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solidFill>
                            <a:schemeClr val="tx1"/>
                          </a:solidFill>
                          <a:latin typeface="Verdana" panose="020B060403050404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solidFill>
                            <a:schemeClr val="tx1"/>
                          </a:solidFill>
                          <a:latin typeface="Verdana" panose="020B060403050404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sz="1000" dirty="0">
                          <a:solidFill>
                            <a:schemeClr val="tx1"/>
                          </a:solidFill>
                          <a:latin typeface="Verdana" panose="020B060403050404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050995503"/>
                  </a:ext>
                </a:extLst>
              </a:tr>
            </a:tbl>
          </a:graphicData>
        </a:graphic>
      </p:graphicFrame>
      <p:sp>
        <p:nvSpPr>
          <p:cNvPr id="2" name="Title 1">
            <a:extLst>
              <a:ext uri="{FF2B5EF4-FFF2-40B4-BE49-F238E27FC236}">
                <a16:creationId xmlns:a16="http://schemas.microsoft.com/office/drawing/2014/main" id="{23E82BE7-3227-7713-86FE-2CFE61D762F7}"/>
              </a:ext>
            </a:extLst>
          </p:cNvPr>
          <p:cNvSpPr>
            <a:spLocks noGrp="1"/>
          </p:cNvSpPr>
          <p:nvPr>
            <p:ph type="title"/>
          </p:nvPr>
        </p:nvSpPr>
        <p:spPr/>
        <p:txBody>
          <a:bodyPr/>
          <a:lstStyle/>
          <a:p>
            <a:pPr algn="ctr"/>
            <a:r>
              <a:rPr lang="en-US" dirty="0"/>
              <a:t>Background – Testing - FCW</a:t>
            </a:r>
          </a:p>
        </p:txBody>
      </p:sp>
      <p:sp>
        <p:nvSpPr>
          <p:cNvPr id="4" name="TextBox 3">
            <a:extLst>
              <a:ext uri="{FF2B5EF4-FFF2-40B4-BE49-F238E27FC236}">
                <a16:creationId xmlns:a16="http://schemas.microsoft.com/office/drawing/2014/main" id="{212E4D24-4C88-37CC-288E-C43AE7596CD9}"/>
              </a:ext>
            </a:extLst>
          </p:cNvPr>
          <p:cNvSpPr txBox="1"/>
          <p:nvPr/>
        </p:nvSpPr>
        <p:spPr>
          <a:xfrm>
            <a:off x="4263009" y="1540499"/>
            <a:ext cx="4159096" cy="923330"/>
          </a:xfrm>
          <a:prstGeom prst="rect">
            <a:avLst/>
          </a:prstGeom>
          <a:noFill/>
        </p:spPr>
        <p:txBody>
          <a:bodyPr wrap="square" lIns="0" tIns="0" rIns="0" bIns="0" rtlCol="0">
            <a:noAutofit/>
          </a:bodyPr>
          <a:lstStyle/>
          <a:p>
            <a:pPr marL="182880" indent="-182880">
              <a:spcAft>
                <a:spcPts val="300"/>
              </a:spcAft>
              <a:buFont typeface="Arial" panose="020B0604020202020204" pitchFamily="34" charset="0"/>
              <a:buChar char="•"/>
            </a:pPr>
            <a:r>
              <a:rPr lang="en-US" sz="1200" dirty="0">
                <a:latin typeface="Verdana" panose="020B0604030504040204" pitchFamily="34" charset="0"/>
              </a:rPr>
              <a:t>Private, Nonprofit, funded by insurance companies</a:t>
            </a:r>
          </a:p>
          <a:p>
            <a:pPr marL="182880" indent="-182880">
              <a:spcAft>
                <a:spcPts val="300"/>
              </a:spcAft>
              <a:buFont typeface="Arial" panose="020B0604020202020204" pitchFamily="34" charset="0"/>
              <a:buChar char="•"/>
            </a:pPr>
            <a:r>
              <a:rPr lang="en-US" sz="1200" dirty="0">
                <a:latin typeface="Verdana" panose="020B0604030504040204" pitchFamily="34" charset="0"/>
              </a:rPr>
              <a:t>Star rating-based evaluation</a:t>
            </a:r>
          </a:p>
          <a:p>
            <a:pPr marL="182880" indent="-182880">
              <a:spcAft>
                <a:spcPts val="300"/>
              </a:spcAft>
              <a:buFont typeface="Arial" panose="020B0604020202020204" pitchFamily="34" charset="0"/>
              <a:buChar char="•"/>
            </a:pPr>
            <a:r>
              <a:rPr lang="en-US" sz="1200" dirty="0">
                <a:latin typeface="Verdana" panose="020B0604030504040204" pitchFamily="34" charset="0"/>
              </a:rPr>
              <a:t>Test data publicly available</a:t>
            </a:r>
          </a:p>
          <a:p>
            <a:pPr marL="182880" indent="-182880">
              <a:spcAft>
                <a:spcPts val="300"/>
              </a:spcAft>
              <a:buFont typeface="Arial" panose="020B0604020202020204" pitchFamily="34" charset="0"/>
              <a:buChar char="•"/>
            </a:pPr>
            <a:r>
              <a:rPr lang="en-US" sz="1200" dirty="0">
                <a:latin typeface="Verdana" panose="020B0604030504040204" pitchFamily="34" charset="0"/>
              </a:rPr>
              <a:t>Evaluates FCW &amp; AEB/speed reduction</a:t>
            </a:r>
          </a:p>
        </p:txBody>
      </p:sp>
    </p:spTree>
    <p:extLst>
      <p:ext uri="{BB962C8B-B14F-4D97-AF65-F5344CB8AC3E}">
        <p14:creationId xmlns:p14="http://schemas.microsoft.com/office/powerpoint/2010/main" val="4276754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9220"/>
                                        </p:tgtEl>
                                        <p:attrNameLst>
                                          <p:attrName>style.visibility</p:attrName>
                                        </p:attrNameLst>
                                      </p:cBhvr>
                                      <p:to>
                                        <p:strVal val="visible"/>
                                      </p:to>
                                    </p:set>
                                    <p:animEffect transition="in" filter="fade">
                                      <p:cBhvr>
                                        <p:cTn id="13" dur="5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509D4F9-9C0E-D834-0F23-0566B2C3BF68}"/>
              </a:ext>
            </a:extLst>
          </p:cNvPr>
          <p:cNvSpPr txBox="1">
            <a:spLocks/>
          </p:cNvSpPr>
          <p:nvPr/>
        </p:nvSpPr>
        <p:spPr>
          <a:xfrm>
            <a:off x="-1846813" y="1570960"/>
            <a:ext cx="8757058" cy="1208015"/>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endParaRPr lang="en-US" sz="3000" dirty="0">
              <a:latin typeface="Verdana" panose="020B0604030504040204" pitchFamily="34" charset="0"/>
            </a:endParaRPr>
          </a:p>
        </p:txBody>
      </p:sp>
      <p:pic>
        <p:nvPicPr>
          <p:cNvPr id="1026" name="Picture 2" descr="Euro NCAP | 2020 Assisted Driving Tests">
            <a:extLst>
              <a:ext uri="{FF2B5EF4-FFF2-40B4-BE49-F238E27FC236}">
                <a16:creationId xmlns:a16="http://schemas.microsoft.com/office/drawing/2014/main" id="{AD2F8443-8CC5-2F09-434A-1B58A3493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0388" y="1471722"/>
            <a:ext cx="5243056" cy="250825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D3F25C4-4A0A-F79A-3149-407BD6715C29}"/>
              </a:ext>
            </a:extLst>
          </p:cNvPr>
          <p:cNvSpPr>
            <a:spLocks noGrp="1"/>
          </p:cNvSpPr>
          <p:nvPr>
            <p:ph type="title"/>
          </p:nvPr>
        </p:nvSpPr>
        <p:spPr/>
        <p:txBody>
          <a:bodyPr/>
          <a:lstStyle/>
          <a:p>
            <a:pPr algn="ctr"/>
            <a:r>
              <a:rPr lang="en-US" dirty="0"/>
              <a:t>Background – Testing – FCW</a:t>
            </a:r>
          </a:p>
        </p:txBody>
      </p:sp>
    </p:spTree>
    <p:extLst>
      <p:ext uri="{BB962C8B-B14F-4D97-AF65-F5344CB8AC3E}">
        <p14:creationId xmlns:p14="http://schemas.microsoft.com/office/powerpoint/2010/main" val="618212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5BE29053-957A-884F-8099-58CA1BFF653A}"/>
              </a:ext>
            </a:extLst>
          </p:cNvPr>
          <p:cNvGrpSpPr/>
          <p:nvPr/>
        </p:nvGrpSpPr>
        <p:grpSpPr>
          <a:xfrm>
            <a:off x="1380744" y="924025"/>
            <a:ext cx="6227064" cy="4399307"/>
            <a:chOff x="1380744" y="924025"/>
            <a:chExt cx="6227064" cy="4399307"/>
          </a:xfrm>
        </p:grpSpPr>
        <p:sp>
          <p:nvSpPr>
            <p:cNvPr id="17" name="Rectangle 16">
              <a:extLst>
                <a:ext uri="{FF2B5EF4-FFF2-40B4-BE49-F238E27FC236}">
                  <a16:creationId xmlns:a16="http://schemas.microsoft.com/office/drawing/2014/main" id="{D576B152-5BBE-7C11-F126-AADF4488950C}"/>
                </a:ext>
              </a:extLst>
            </p:cNvPr>
            <p:cNvSpPr/>
            <p:nvPr/>
          </p:nvSpPr>
          <p:spPr>
            <a:xfrm>
              <a:off x="2217500" y="1103857"/>
              <a:ext cx="4899259" cy="4219475"/>
            </a:xfrm>
            <a:prstGeom prst="rect">
              <a:avLst/>
            </a:prstGeom>
            <a:solidFill>
              <a:schemeClr val="bg1"/>
            </a:solidFill>
            <a:effectLst>
              <a:outerShdw blurRad="124084" dist="38100" dir="2700000" algn="tl" rotWithShape="0">
                <a:prstClr val="black">
                  <a:alpha val="2805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9DBB42D-7DE6-ACEF-8374-6F3FC5159FAA}"/>
                </a:ext>
              </a:extLst>
            </p:cNvPr>
            <p:cNvSpPr/>
            <p:nvPr/>
          </p:nvSpPr>
          <p:spPr>
            <a:xfrm>
              <a:off x="2107772" y="1012417"/>
              <a:ext cx="4899259" cy="4219475"/>
            </a:xfrm>
            <a:prstGeom prst="rect">
              <a:avLst/>
            </a:prstGeom>
            <a:solidFill>
              <a:schemeClr val="bg1"/>
            </a:solidFill>
            <a:effectLst>
              <a:outerShdw blurRad="124084" dist="38100" dir="2700000" algn="tl" rotWithShape="0">
                <a:prstClr val="black">
                  <a:alpha val="2805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B4CD0224-C196-7C46-1262-E88E5F18CADB}"/>
                </a:ext>
              </a:extLst>
            </p:cNvPr>
            <p:cNvSpPr/>
            <p:nvPr/>
          </p:nvSpPr>
          <p:spPr>
            <a:xfrm>
              <a:off x="1865376" y="924025"/>
              <a:ext cx="5016687" cy="4219475"/>
            </a:xfrm>
            <a:prstGeom prst="rect">
              <a:avLst/>
            </a:prstGeom>
            <a:solidFill>
              <a:schemeClr val="bg1"/>
            </a:solidFill>
            <a:effectLst>
              <a:outerShdw blurRad="124084" dist="38100" dir="2700000" algn="tl" rotWithShape="0">
                <a:prstClr val="black">
                  <a:alpha val="2805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1CE9E63B-898C-93EB-5993-AF750466F097}"/>
                </a:ext>
              </a:extLst>
            </p:cNvPr>
            <p:cNvCxnSpPr>
              <a:cxnSpLocks/>
            </p:cNvCxnSpPr>
            <p:nvPr/>
          </p:nvCxnSpPr>
          <p:spPr>
            <a:xfrm>
              <a:off x="1380744" y="5062889"/>
              <a:ext cx="6227064" cy="0"/>
            </a:xfrm>
            <a:prstGeom prst="line">
              <a:avLst/>
            </a:prstGeom>
            <a:ln w="168275">
              <a:solidFill>
                <a:srgbClr val="E6E6E5"/>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CA83FFDE-A1B9-D1CF-B791-5BB5953FDFAC}"/>
                </a:ext>
              </a:extLst>
            </p:cNvPr>
            <p:cNvPicPr>
              <a:picLocks noChangeAspect="1"/>
            </p:cNvPicPr>
            <p:nvPr/>
          </p:nvPicPr>
          <p:blipFill>
            <a:blip r:embed="rId2"/>
            <a:stretch>
              <a:fillRect/>
            </a:stretch>
          </p:blipFill>
          <p:spPr>
            <a:xfrm>
              <a:off x="2225991" y="1204673"/>
              <a:ext cx="4166864" cy="3549951"/>
            </a:xfrm>
            <a:prstGeom prst="rect">
              <a:avLst/>
            </a:prstGeom>
          </p:spPr>
        </p:pic>
        <p:sp>
          <p:nvSpPr>
            <p:cNvPr id="6" name="Rectangle 5">
              <a:extLst>
                <a:ext uri="{FF2B5EF4-FFF2-40B4-BE49-F238E27FC236}">
                  <a16:creationId xmlns:a16="http://schemas.microsoft.com/office/drawing/2014/main" id="{7ABF275A-CEE9-427F-F1AC-0A35C6BC24CF}"/>
                </a:ext>
              </a:extLst>
            </p:cNvPr>
            <p:cNvSpPr/>
            <p:nvPr/>
          </p:nvSpPr>
          <p:spPr>
            <a:xfrm>
              <a:off x="3413161" y="3493550"/>
              <a:ext cx="1844336" cy="3462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Verdana" panose="020B0604030504040204" pitchFamily="34" charset="0"/>
              </a:endParaRPr>
            </a:p>
          </p:txBody>
        </p:sp>
      </p:grpSp>
      <p:sp>
        <p:nvSpPr>
          <p:cNvPr id="2" name="Title 1">
            <a:extLst>
              <a:ext uri="{FF2B5EF4-FFF2-40B4-BE49-F238E27FC236}">
                <a16:creationId xmlns:a16="http://schemas.microsoft.com/office/drawing/2014/main" id="{C8F860D9-651A-C34D-1D52-6ADF557E14E5}"/>
              </a:ext>
            </a:extLst>
          </p:cNvPr>
          <p:cNvSpPr>
            <a:spLocks noGrp="1"/>
          </p:cNvSpPr>
          <p:nvPr>
            <p:ph type="title"/>
          </p:nvPr>
        </p:nvSpPr>
        <p:spPr>
          <a:xfrm>
            <a:off x="358815" y="188842"/>
            <a:ext cx="7992705" cy="312415"/>
          </a:xfrm>
        </p:spPr>
        <p:txBody>
          <a:bodyPr/>
          <a:lstStyle/>
          <a:p>
            <a:pPr algn="ctr"/>
            <a:r>
              <a:rPr lang="en-US" dirty="0"/>
              <a:t>Background – Testing – FCW</a:t>
            </a:r>
          </a:p>
        </p:txBody>
      </p:sp>
    </p:spTree>
    <p:extLst>
      <p:ext uri="{BB962C8B-B14F-4D97-AF65-F5344CB8AC3E}">
        <p14:creationId xmlns:p14="http://schemas.microsoft.com/office/powerpoint/2010/main" val="2953820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7B53-AE70-C37D-EA79-A213E781D5A8}"/>
              </a:ext>
            </a:extLst>
          </p:cNvPr>
          <p:cNvSpPr>
            <a:spLocks noGrp="1"/>
          </p:cNvSpPr>
          <p:nvPr>
            <p:ph type="title"/>
          </p:nvPr>
        </p:nvSpPr>
        <p:spPr/>
        <p:txBody>
          <a:bodyPr/>
          <a:lstStyle/>
          <a:p>
            <a:pPr algn="ctr"/>
            <a:r>
              <a:rPr lang="en-US" dirty="0"/>
              <a:t>Background – Testing – FCW</a:t>
            </a:r>
          </a:p>
        </p:txBody>
      </p:sp>
      <p:grpSp>
        <p:nvGrpSpPr>
          <p:cNvPr id="5" name="Group 4">
            <a:extLst>
              <a:ext uri="{FF2B5EF4-FFF2-40B4-BE49-F238E27FC236}">
                <a16:creationId xmlns:a16="http://schemas.microsoft.com/office/drawing/2014/main" id="{47C3FC0D-EB95-A917-AFE5-AFBC0F9EF410}"/>
              </a:ext>
            </a:extLst>
          </p:cNvPr>
          <p:cNvGrpSpPr/>
          <p:nvPr/>
        </p:nvGrpSpPr>
        <p:grpSpPr>
          <a:xfrm>
            <a:off x="1380744" y="924025"/>
            <a:ext cx="6227064" cy="4399307"/>
            <a:chOff x="1380744" y="924025"/>
            <a:chExt cx="6227064" cy="4399307"/>
          </a:xfrm>
        </p:grpSpPr>
        <p:sp>
          <p:nvSpPr>
            <p:cNvPr id="7" name="Rectangle 6">
              <a:extLst>
                <a:ext uri="{FF2B5EF4-FFF2-40B4-BE49-F238E27FC236}">
                  <a16:creationId xmlns:a16="http://schemas.microsoft.com/office/drawing/2014/main" id="{002ABAE3-E5E7-70F6-1D54-C1704546F299}"/>
                </a:ext>
              </a:extLst>
            </p:cNvPr>
            <p:cNvSpPr/>
            <p:nvPr/>
          </p:nvSpPr>
          <p:spPr>
            <a:xfrm>
              <a:off x="2092481" y="1103857"/>
              <a:ext cx="5222719" cy="4219475"/>
            </a:xfrm>
            <a:prstGeom prst="rect">
              <a:avLst/>
            </a:prstGeom>
            <a:solidFill>
              <a:schemeClr val="bg1"/>
            </a:solidFill>
            <a:effectLst>
              <a:outerShdw blurRad="124084" dist="38100" dir="2700000" algn="tl" rotWithShape="0">
                <a:prstClr val="black">
                  <a:alpha val="2805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6B70BD3-BCDC-3569-9200-BCAD2BF0472C}"/>
                </a:ext>
              </a:extLst>
            </p:cNvPr>
            <p:cNvSpPr/>
            <p:nvPr/>
          </p:nvSpPr>
          <p:spPr>
            <a:xfrm>
              <a:off x="1982753" y="1012417"/>
              <a:ext cx="5222719" cy="4219475"/>
            </a:xfrm>
            <a:prstGeom prst="rect">
              <a:avLst/>
            </a:prstGeom>
            <a:solidFill>
              <a:schemeClr val="bg1"/>
            </a:solidFill>
            <a:effectLst>
              <a:outerShdw blurRad="124084" dist="38100" dir="2700000" algn="tl" rotWithShape="0">
                <a:prstClr val="black">
                  <a:alpha val="2805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1D60DCB-0DF0-7478-CEAD-F895526494B2}"/>
                </a:ext>
              </a:extLst>
            </p:cNvPr>
            <p:cNvSpPr/>
            <p:nvPr/>
          </p:nvSpPr>
          <p:spPr>
            <a:xfrm>
              <a:off x="1737360" y="924025"/>
              <a:ext cx="5347900" cy="4219475"/>
            </a:xfrm>
            <a:prstGeom prst="rect">
              <a:avLst/>
            </a:prstGeom>
            <a:solidFill>
              <a:schemeClr val="bg1"/>
            </a:solidFill>
            <a:effectLst>
              <a:outerShdw blurRad="124084" dist="38100" dir="2700000" algn="tl" rotWithShape="0">
                <a:prstClr val="black">
                  <a:alpha val="2805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64E97594-8FA8-89FA-9731-B4AE850243C6}"/>
                </a:ext>
              </a:extLst>
            </p:cNvPr>
            <p:cNvCxnSpPr>
              <a:cxnSpLocks/>
            </p:cNvCxnSpPr>
            <p:nvPr/>
          </p:nvCxnSpPr>
          <p:spPr>
            <a:xfrm>
              <a:off x="1380744" y="5062889"/>
              <a:ext cx="6227064" cy="0"/>
            </a:xfrm>
            <a:prstGeom prst="line">
              <a:avLst/>
            </a:prstGeom>
            <a:ln w="168275">
              <a:solidFill>
                <a:srgbClr val="E6E6E5"/>
              </a:solidFill>
            </a:ln>
          </p:spPr>
          <p:style>
            <a:lnRef idx="1">
              <a:schemeClr val="accent1"/>
            </a:lnRef>
            <a:fillRef idx="0">
              <a:schemeClr val="accent1"/>
            </a:fillRef>
            <a:effectRef idx="0">
              <a:schemeClr val="accent1"/>
            </a:effectRef>
            <a:fontRef idx="minor">
              <a:schemeClr val="tx1"/>
            </a:fontRef>
          </p:style>
        </p:cxnSp>
      </p:grpSp>
      <p:pic>
        <p:nvPicPr>
          <p:cNvPr id="6" name="Picture 5">
            <a:extLst>
              <a:ext uri="{FF2B5EF4-FFF2-40B4-BE49-F238E27FC236}">
                <a16:creationId xmlns:a16="http://schemas.microsoft.com/office/drawing/2014/main" id="{AC8A5090-0398-B595-F985-EC5D783F5F09}"/>
              </a:ext>
            </a:extLst>
          </p:cNvPr>
          <p:cNvPicPr>
            <a:picLocks noChangeAspect="1"/>
          </p:cNvPicPr>
          <p:nvPr/>
        </p:nvPicPr>
        <p:blipFill>
          <a:blip r:embed="rId2"/>
          <a:stretch>
            <a:fillRect/>
          </a:stretch>
        </p:blipFill>
        <p:spPr>
          <a:xfrm>
            <a:off x="1912687" y="2432304"/>
            <a:ext cx="4890449" cy="1787272"/>
          </a:xfrm>
          <a:prstGeom prst="rect">
            <a:avLst/>
          </a:prstGeom>
        </p:spPr>
      </p:pic>
      <p:pic>
        <p:nvPicPr>
          <p:cNvPr id="4" name="Picture 2" descr="Euro NCAP | 2020 Assisted Driving Tests">
            <a:extLst>
              <a:ext uri="{FF2B5EF4-FFF2-40B4-BE49-F238E27FC236}">
                <a16:creationId xmlns:a16="http://schemas.microsoft.com/office/drawing/2014/main" id="{5629567C-987B-EBC6-FD36-E06AFCE47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2003" y="1056736"/>
            <a:ext cx="1766778" cy="845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8AEF583C-391C-1595-9CA8-E496A089D017}"/>
              </a:ext>
            </a:extLst>
          </p:cNvPr>
          <p:cNvGrpSpPr/>
          <p:nvPr/>
        </p:nvGrpSpPr>
        <p:grpSpPr>
          <a:xfrm>
            <a:off x="1458376" y="1739830"/>
            <a:ext cx="6068580" cy="3126647"/>
            <a:chOff x="582477" y="1098195"/>
            <a:chExt cx="6641398" cy="3421774"/>
          </a:xfrm>
        </p:grpSpPr>
        <p:pic>
          <p:nvPicPr>
            <p:cNvPr id="3" name="Picture 2">
              <a:extLst>
                <a:ext uri="{FF2B5EF4-FFF2-40B4-BE49-F238E27FC236}">
                  <a16:creationId xmlns:a16="http://schemas.microsoft.com/office/drawing/2014/main" id="{ED5887F9-4CC9-D75A-CD7C-9020054C9218}"/>
                </a:ext>
              </a:extLst>
            </p:cNvPr>
            <p:cNvPicPr>
              <a:picLocks noChangeAspect="1"/>
            </p:cNvPicPr>
            <p:nvPr/>
          </p:nvPicPr>
          <p:blipFill>
            <a:blip r:embed="rId2"/>
            <a:stretch>
              <a:fillRect/>
            </a:stretch>
          </p:blipFill>
          <p:spPr>
            <a:xfrm>
              <a:off x="1920125" y="1098195"/>
              <a:ext cx="5303750" cy="3421774"/>
            </a:xfrm>
            <a:prstGeom prst="rect">
              <a:avLst/>
            </a:prstGeom>
          </p:spPr>
        </p:pic>
        <p:sp>
          <p:nvSpPr>
            <p:cNvPr id="9" name="TextBox 8">
              <a:extLst>
                <a:ext uri="{FF2B5EF4-FFF2-40B4-BE49-F238E27FC236}">
                  <a16:creationId xmlns:a16="http://schemas.microsoft.com/office/drawing/2014/main" id="{7E04C7FD-49CD-61A8-9D44-A11DC23789E5}"/>
                </a:ext>
              </a:extLst>
            </p:cNvPr>
            <p:cNvSpPr txBox="1"/>
            <p:nvPr/>
          </p:nvSpPr>
          <p:spPr>
            <a:xfrm>
              <a:off x="582477" y="1216088"/>
              <a:ext cx="1844336" cy="276999"/>
            </a:xfrm>
            <a:prstGeom prst="rect">
              <a:avLst/>
            </a:prstGeom>
            <a:noFill/>
          </p:spPr>
          <p:txBody>
            <a:bodyPr wrap="square" lIns="0" tIns="0" rIns="0" bIns="0" rtlCol="0" anchor="ctr">
              <a:noAutofit/>
            </a:bodyPr>
            <a:lstStyle/>
            <a:p>
              <a:r>
                <a:rPr lang="en-US" sz="900" b="1" dirty="0">
                  <a:latin typeface="Verdana" panose="020B0604030504040204" pitchFamily="34" charset="0"/>
                </a:rPr>
                <a:t>80 km/h ~= 50 mph </a:t>
              </a:r>
            </a:p>
          </p:txBody>
        </p:sp>
        <p:sp>
          <p:nvSpPr>
            <p:cNvPr id="10" name="TextBox 9">
              <a:extLst>
                <a:ext uri="{FF2B5EF4-FFF2-40B4-BE49-F238E27FC236}">
                  <a16:creationId xmlns:a16="http://schemas.microsoft.com/office/drawing/2014/main" id="{32ADFB13-7C07-ED1A-54FF-152C5C6D2C6C}"/>
                </a:ext>
              </a:extLst>
            </p:cNvPr>
            <p:cNvSpPr txBox="1"/>
            <p:nvPr/>
          </p:nvSpPr>
          <p:spPr>
            <a:xfrm>
              <a:off x="582477" y="2229137"/>
              <a:ext cx="1844336" cy="276999"/>
            </a:xfrm>
            <a:prstGeom prst="rect">
              <a:avLst/>
            </a:prstGeom>
            <a:noFill/>
          </p:spPr>
          <p:txBody>
            <a:bodyPr wrap="square" lIns="0" tIns="0" rIns="0" bIns="0" rtlCol="0" anchor="ctr">
              <a:noAutofit/>
            </a:bodyPr>
            <a:lstStyle/>
            <a:p>
              <a:r>
                <a:rPr lang="en-US" sz="900" b="1" dirty="0">
                  <a:latin typeface="Verdana" panose="020B0604030504040204" pitchFamily="34" charset="0"/>
                </a:rPr>
                <a:t>50 km/h ~= 31 mph </a:t>
              </a:r>
            </a:p>
          </p:txBody>
        </p:sp>
        <p:sp>
          <p:nvSpPr>
            <p:cNvPr id="11" name="TextBox 10">
              <a:extLst>
                <a:ext uri="{FF2B5EF4-FFF2-40B4-BE49-F238E27FC236}">
                  <a16:creationId xmlns:a16="http://schemas.microsoft.com/office/drawing/2014/main" id="{195007A1-E449-180F-E6D0-0024066A9A06}"/>
                </a:ext>
              </a:extLst>
            </p:cNvPr>
            <p:cNvSpPr txBox="1"/>
            <p:nvPr/>
          </p:nvSpPr>
          <p:spPr>
            <a:xfrm>
              <a:off x="582477" y="3305470"/>
              <a:ext cx="1844336" cy="276999"/>
            </a:xfrm>
            <a:prstGeom prst="rect">
              <a:avLst/>
            </a:prstGeom>
            <a:noFill/>
          </p:spPr>
          <p:txBody>
            <a:bodyPr wrap="square" lIns="0" tIns="0" rIns="0" bIns="0" rtlCol="0" anchor="ctr">
              <a:noAutofit/>
            </a:bodyPr>
            <a:lstStyle/>
            <a:p>
              <a:r>
                <a:rPr lang="en-US" sz="900" b="1" dirty="0">
                  <a:latin typeface="Verdana" panose="020B0604030504040204" pitchFamily="34" charset="0"/>
                </a:rPr>
                <a:t>20 km/h ~= 12 mph </a:t>
              </a:r>
            </a:p>
          </p:txBody>
        </p:sp>
      </p:grpSp>
      <p:sp>
        <p:nvSpPr>
          <p:cNvPr id="2" name="Title 1">
            <a:extLst>
              <a:ext uri="{FF2B5EF4-FFF2-40B4-BE49-F238E27FC236}">
                <a16:creationId xmlns:a16="http://schemas.microsoft.com/office/drawing/2014/main" id="{5569E152-DA06-5A6B-8650-CEC016ED8903}"/>
              </a:ext>
            </a:extLst>
          </p:cNvPr>
          <p:cNvSpPr>
            <a:spLocks noGrp="1"/>
          </p:cNvSpPr>
          <p:nvPr>
            <p:ph type="title"/>
          </p:nvPr>
        </p:nvSpPr>
        <p:spPr/>
        <p:txBody>
          <a:bodyPr/>
          <a:lstStyle/>
          <a:p>
            <a:pPr algn="ctr"/>
            <a:r>
              <a:rPr lang="en-US" dirty="0"/>
              <a:t>Background – Testing – FCW</a:t>
            </a:r>
          </a:p>
        </p:txBody>
      </p:sp>
      <p:pic>
        <p:nvPicPr>
          <p:cNvPr id="8" name="Picture 2" descr="Euro NCAP | 2020 Assisted Driving Tests">
            <a:extLst>
              <a:ext uri="{FF2B5EF4-FFF2-40B4-BE49-F238E27FC236}">
                <a16:creationId xmlns:a16="http://schemas.microsoft.com/office/drawing/2014/main" id="{9242B97D-26A6-ED21-9385-8DE53CB392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147" y="848829"/>
            <a:ext cx="1766778" cy="845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06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902883E-DB86-77A6-02A3-8E1F5F329F97}"/>
              </a:ext>
            </a:extLst>
          </p:cNvPr>
          <p:cNvGrpSpPr/>
          <p:nvPr/>
        </p:nvGrpSpPr>
        <p:grpSpPr>
          <a:xfrm>
            <a:off x="1594812" y="1617045"/>
            <a:ext cx="6884583" cy="3352086"/>
            <a:chOff x="306280" y="1345226"/>
            <a:chExt cx="7027709" cy="3421774"/>
          </a:xfrm>
        </p:grpSpPr>
        <p:pic>
          <p:nvPicPr>
            <p:cNvPr id="3" name="Picture 2">
              <a:extLst>
                <a:ext uri="{FF2B5EF4-FFF2-40B4-BE49-F238E27FC236}">
                  <a16:creationId xmlns:a16="http://schemas.microsoft.com/office/drawing/2014/main" id="{ED5887F9-4CC9-D75A-CD7C-9020054C9218}"/>
                </a:ext>
              </a:extLst>
            </p:cNvPr>
            <p:cNvPicPr>
              <a:picLocks noChangeAspect="1"/>
            </p:cNvPicPr>
            <p:nvPr/>
          </p:nvPicPr>
          <p:blipFill>
            <a:blip r:embed="rId2"/>
            <a:stretch>
              <a:fillRect/>
            </a:stretch>
          </p:blipFill>
          <p:spPr>
            <a:xfrm>
              <a:off x="306280" y="1345226"/>
              <a:ext cx="5303750" cy="3421774"/>
            </a:xfrm>
            <a:prstGeom prst="rect">
              <a:avLst/>
            </a:prstGeom>
          </p:spPr>
        </p:pic>
        <p:sp>
          <p:nvSpPr>
            <p:cNvPr id="2" name="Rectangle 1">
              <a:extLst>
                <a:ext uri="{FF2B5EF4-FFF2-40B4-BE49-F238E27FC236}">
                  <a16:creationId xmlns:a16="http://schemas.microsoft.com/office/drawing/2014/main" id="{8824BF64-6E5B-ABC0-5D47-570F301C2743}"/>
                </a:ext>
              </a:extLst>
            </p:cNvPr>
            <p:cNvSpPr/>
            <p:nvPr/>
          </p:nvSpPr>
          <p:spPr>
            <a:xfrm>
              <a:off x="709884" y="2553241"/>
              <a:ext cx="3202620" cy="183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Verdana" panose="020B0604030504040204" pitchFamily="34" charset="0"/>
              </a:endParaRPr>
            </a:p>
          </p:txBody>
        </p:sp>
        <p:pic>
          <p:nvPicPr>
            <p:cNvPr id="9" name="Picture 8">
              <a:extLst>
                <a:ext uri="{FF2B5EF4-FFF2-40B4-BE49-F238E27FC236}">
                  <a16:creationId xmlns:a16="http://schemas.microsoft.com/office/drawing/2014/main" id="{C6DEDDBC-B6EC-A316-3FE9-663AEC560881}"/>
                </a:ext>
              </a:extLst>
            </p:cNvPr>
            <p:cNvPicPr>
              <a:picLocks noChangeAspect="1"/>
            </p:cNvPicPr>
            <p:nvPr/>
          </p:nvPicPr>
          <p:blipFill>
            <a:blip r:embed="rId3"/>
            <a:stretch>
              <a:fillRect/>
            </a:stretch>
          </p:blipFill>
          <p:spPr>
            <a:xfrm>
              <a:off x="679477" y="2750534"/>
              <a:ext cx="4677208" cy="1444841"/>
            </a:xfrm>
            <a:prstGeom prst="rect">
              <a:avLst/>
            </a:prstGeom>
          </p:spPr>
        </p:pic>
        <p:sp>
          <p:nvSpPr>
            <p:cNvPr id="10" name="TextBox 9">
              <a:extLst>
                <a:ext uri="{FF2B5EF4-FFF2-40B4-BE49-F238E27FC236}">
                  <a16:creationId xmlns:a16="http://schemas.microsoft.com/office/drawing/2014/main" id="{613DEEC0-23D2-70A7-47F9-7B7C0D5C605E}"/>
                </a:ext>
              </a:extLst>
            </p:cNvPr>
            <p:cNvSpPr txBox="1"/>
            <p:nvPr/>
          </p:nvSpPr>
          <p:spPr>
            <a:xfrm>
              <a:off x="5489653" y="3056113"/>
              <a:ext cx="1844336" cy="230832"/>
            </a:xfrm>
            <a:prstGeom prst="rect">
              <a:avLst/>
            </a:prstGeom>
            <a:noFill/>
          </p:spPr>
          <p:txBody>
            <a:bodyPr wrap="square" lIns="0" tIns="0" rIns="0" bIns="0" rtlCol="0">
              <a:noAutofit/>
            </a:bodyPr>
            <a:lstStyle/>
            <a:p>
              <a:r>
                <a:rPr lang="en-US" sz="900" b="1" dirty="0">
                  <a:latin typeface="Verdana" panose="020B0604030504040204" pitchFamily="34" charset="0"/>
                </a:rPr>
                <a:t>5 km/h ~= 3 mph </a:t>
              </a:r>
            </a:p>
          </p:txBody>
        </p:sp>
        <p:sp>
          <p:nvSpPr>
            <p:cNvPr id="11" name="TextBox 10">
              <a:extLst>
                <a:ext uri="{FF2B5EF4-FFF2-40B4-BE49-F238E27FC236}">
                  <a16:creationId xmlns:a16="http://schemas.microsoft.com/office/drawing/2014/main" id="{B31BACB4-BC23-8A49-B702-F54F7D51F4BD}"/>
                </a:ext>
              </a:extLst>
            </p:cNvPr>
            <p:cNvSpPr txBox="1"/>
            <p:nvPr/>
          </p:nvSpPr>
          <p:spPr>
            <a:xfrm>
              <a:off x="5439037" y="3310028"/>
              <a:ext cx="1844336" cy="230832"/>
            </a:xfrm>
            <a:prstGeom prst="rect">
              <a:avLst/>
            </a:prstGeom>
            <a:noFill/>
          </p:spPr>
          <p:txBody>
            <a:bodyPr wrap="square" lIns="0" tIns="0" rIns="0" bIns="0" rtlCol="0">
              <a:noAutofit/>
            </a:bodyPr>
            <a:lstStyle/>
            <a:p>
              <a:r>
                <a:rPr lang="en-US" sz="900" b="1" dirty="0">
                  <a:latin typeface="Verdana" panose="020B0604030504040204" pitchFamily="34" charset="0"/>
                </a:rPr>
                <a:t>15 km/h ~= 9 mph </a:t>
              </a:r>
            </a:p>
          </p:txBody>
        </p:sp>
      </p:grpSp>
      <p:sp>
        <p:nvSpPr>
          <p:cNvPr id="4" name="Title 3">
            <a:extLst>
              <a:ext uri="{FF2B5EF4-FFF2-40B4-BE49-F238E27FC236}">
                <a16:creationId xmlns:a16="http://schemas.microsoft.com/office/drawing/2014/main" id="{AF23E032-4198-B531-01C0-96D08B5854CB}"/>
              </a:ext>
            </a:extLst>
          </p:cNvPr>
          <p:cNvSpPr>
            <a:spLocks noGrp="1"/>
          </p:cNvSpPr>
          <p:nvPr>
            <p:ph type="title"/>
          </p:nvPr>
        </p:nvSpPr>
        <p:spPr/>
        <p:txBody>
          <a:bodyPr/>
          <a:lstStyle/>
          <a:p>
            <a:pPr algn="ctr"/>
            <a:r>
              <a:rPr lang="en-US" dirty="0"/>
              <a:t>Background – Testing – FCW</a:t>
            </a:r>
          </a:p>
        </p:txBody>
      </p:sp>
      <p:pic>
        <p:nvPicPr>
          <p:cNvPr id="5" name="Picture 2" descr="Euro NCAP | 2020 Assisted Driving Tests">
            <a:extLst>
              <a:ext uri="{FF2B5EF4-FFF2-40B4-BE49-F238E27FC236}">
                <a16:creationId xmlns:a16="http://schemas.microsoft.com/office/drawing/2014/main" id="{8D43D2DF-2488-6DA7-B9D1-1E748F7BCB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1147" y="848829"/>
            <a:ext cx="1766778" cy="845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910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509D4F9-9C0E-D834-0F23-0566B2C3BF68}"/>
              </a:ext>
            </a:extLst>
          </p:cNvPr>
          <p:cNvSpPr txBox="1">
            <a:spLocks/>
          </p:cNvSpPr>
          <p:nvPr/>
        </p:nvSpPr>
        <p:spPr>
          <a:xfrm>
            <a:off x="-1712680" y="1253152"/>
            <a:ext cx="8757058" cy="1208015"/>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endParaRPr lang="en-US" sz="3000" dirty="0">
              <a:latin typeface="Verdana" panose="020B0604030504040204" pitchFamily="34" charset="0"/>
            </a:endParaRPr>
          </a:p>
        </p:txBody>
      </p:sp>
      <p:grpSp>
        <p:nvGrpSpPr>
          <p:cNvPr id="6" name="Group 5">
            <a:extLst>
              <a:ext uri="{FF2B5EF4-FFF2-40B4-BE49-F238E27FC236}">
                <a16:creationId xmlns:a16="http://schemas.microsoft.com/office/drawing/2014/main" id="{AC9705FD-473B-65C5-7508-BDE0D80A2076}"/>
              </a:ext>
            </a:extLst>
          </p:cNvPr>
          <p:cNvGrpSpPr/>
          <p:nvPr/>
        </p:nvGrpSpPr>
        <p:grpSpPr>
          <a:xfrm>
            <a:off x="1566833" y="1727155"/>
            <a:ext cx="6005279" cy="2582558"/>
            <a:chOff x="1566833" y="1727155"/>
            <a:chExt cx="6005279" cy="2582558"/>
          </a:xfrm>
        </p:grpSpPr>
        <p:pic>
          <p:nvPicPr>
            <p:cNvPr id="1026" name="Picture 2" descr="Euro NCAP | 2020 Assisted Driving Tests">
              <a:extLst>
                <a:ext uri="{FF2B5EF4-FFF2-40B4-BE49-F238E27FC236}">
                  <a16:creationId xmlns:a16="http://schemas.microsoft.com/office/drawing/2014/main" id="{AD2F8443-8CC5-2F09-434A-1B58A3493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5304" y="2992941"/>
              <a:ext cx="2752477" cy="131677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IIHS Logo - Shenandoah Valley Technology Council">
              <a:extLst>
                <a:ext uri="{FF2B5EF4-FFF2-40B4-BE49-F238E27FC236}">
                  <a16:creationId xmlns:a16="http://schemas.microsoft.com/office/drawing/2014/main" id="{9679235A-C0F6-262D-12B3-90327D49C6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5450" y="1727155"/>
              <a:ext cx="3076662" cy="96826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Traffic Safety Facts Annual Report Tables">
              <a:extLst>
                <a:ext uri="{FF2B5EF4-FFF2-40B4-BE49-F238E27FC236}">
                  <a16:creationId xmlns:a16="http://schemas.microsoft.com/office/drawing/2014/main" id="{39F1A4FE-04AB-89C9-4AFD-6E0F2207A9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833" y="1739051"/>
              <a:ext cx="2350649" cy="945791"/>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itle 3">
            <a:extLst>
              <a:ext uri="{FF2B5EF4-FFF2-40B4-BE49-F238E27FC236}">
                <a16:creationId xmlns:a16="http://schemas.microsoft.com/office/drawing/2014/main" id="{E05E9EC6-A9EA-0D73-73AA-2FA1533FF04A}"/>
              </a:ext>
            </a:extLst>
          </p:cNvPr>
          <p:cNvSpPr>
            <a:spLocks noGrp="1"/>
          </p:cNvSpPr>
          <p:nvPr>
            <p:ph type="title"/>
          </p:nvPr>
        </p:nvSpPr>
        <p:spPr/>
        <p:txBody>
          <a:bodyPr/>
          <a:lstStyle/>
          <a:p>
            <a:pPr algn="ctr"/>
            <a:r>
              <a:rPr lang="en-US" dirty="0"/>
              <a:t>Who else is testing FCW &amp; AEB?</a:t>
            </a:r>
          </a:p>
        </p:txBody>
      </p:sp>
    </p:spTree>
    <p:extLst>
      <p:ext uri="{BB962C8B-B14F-4D97-AF65-F5344CB8AC3E}">
        <p14:creationId xmlns:p14="http://schemas.microsoft.com/office/powerpoint/2010/main" val="3781950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F86BE-C9FD-EF8F-AF24-685CE129AEC7}"/>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05CFB1EE-7D22-3493-C2EF-70A55033F94C}"/>
              </a:ext>
            </a:extLst>
          </p:cNvPr>
          <p:cNvSpPr>
            <a:spLocks noGrp="1"/>
          </p:cNvSpPr>
          <p:nvPr>
            <p:ph type="body" sz="quarter" idx="11"/>
          </p:nvPr>
        </p:nvSpPr>
        <p:spPr>
          <a:xfrm>
            <a:off x="670977" y="2468218"/>
            <a:ext cx="3895383" cy="718241"/>
          </a:xfrm>
        </p:spPr>
        <p:txBody>
          <a:bodyPr/>
          <a:lstStyle/>
          <a:p>
            <a:r>
              <a:rPr lang="en-US" sz="1600" dirty="0"/>
              <a:t>Auto Manufacturers &amp; </a:t>
            </a:r>
            <a:br>
              <a:rPr lang="en-US" sz="1600" dirty="0"/>
            </a:br>
            <a:r>
              <a:rPr lang="en-US" sz="1600" dirty="0"/>
              <a:t>Suppliers – Is this public?</a:t>
            </a:r>
          </a:p>
        </p:txBody>
      </p:sp>
      <p:sp>
        <p:nvSpPr>
          <p:cNvPr id="7" name="Title 6">
            <a:extLst>
              <a:ext uri="{FF2B5EF4-FFF2-40B4-BE49-F238E27FC236}">
                <a16:creationId xmlns:a16="http://schemas.microsoft.com/office/drawing/2014/main" id="{46E34DC1-0379-9D4D-980E-BB8E1A0E0B0C}"/>
              </a:ext>
            </a:extLst>
          </p:cNvPr>
          <p:cNvSpPr txBox="1">
            <a:spLocks/>
          </p:cNvSpPr>
          <p:nvPr/>
        </p:nvSpPr>
        <p:spPr>
          <a:xfrm>
            <a:off x="-1416195" y="1192369"/>
            <a:ext cx="8757058" cy="1208015"/>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endParaRPr lang="en-US" sz="3000" dirty="0">
              <a:latin typeface="Verdana" panose="020B0604030504040204" pitchFamily="34" charset="0"/>
            </a:endParaRPr>
          </a:p>
        </p:txBody>
      </p:sp>
      <p:sp>
        <p:nvSpPr>
          <p:cNvPr id="3" name="Title 2">
            <a:extLst>
              <a:ext uri="{FF2B5EF4-FFF2-40B4-BE49-F238E27FC236}">
                <a16:creationId xmlns:a16="http://schemas.microsoft.com/office/drawing/2014/main" id="{47D11841-9E32-6EE6-B218-BE76400E1DBE}"/>
              </a:ext>
            </a:extLst>
          </p:cNvPr>
          <p:cNvSpPr>
            <a:spLocks noGrp="1"/>
          </p:cNvSpPr>
          <p:nvPr>
            <p:ph type="title"/>
          </p:nvPr>
        </p:nvSpPr>
        <p:spPr>
          <a:xfrm>
            <a:off x="527221" y="2561443"/>
            <a:ext cx="3793783" cy="312417"/>
          </a:xfrm>
        </p:spPr>
        <p:txBody>
          <a:bodyPr>
            <a:normAutofit fontScale="90000"/>
          </a:bodyPr>
          <a:lstStyle/>
          <a:p>
            <a:r>
              <a:rPr lang="en-US" dirty="0"/>
              <a:t>Discussion Point:</a:t>
            </a:r>
          </a:p>
        </p:txBody>
      </p:sp>
    </p:spTree>
    <p:extLst>
      <p:ext uri="{BB962C8B-B14F-4D97-AF65-F5344CB8AC3E}">
        <p14:creationId xmlns:p14="http://schemas.microsoft.com/office/powerpoint/2010/main" val="370656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481CB-1529-1396-CC6A-7AAB073BC97B}"/>
              </a:ext>
            </a:extLst>
          </p:cNvPr>
          <p:cNvSpPr>
            <a:spLocks noGrp="1"/>
          </p:cNvSpPr>
          <p:nvPr>
            <p:ph type="title"/>
          </p:nvPr>
        </p:nvSpPr>
        <p:spPr/>
        <p:txBody>
          <a:bodyPr/>
          <a:lstStyle/>
          <a:p>
            <a:r>
              <a:rPr lang="en-US" dirty="0">
                <a:solidFill>
                  <a:schemeClr val="bg1"/>
                </a:solidFill>
              </a:rPr>
              <a:t>Any Questions?</a:t>
            </a:r>
          </a:p>
        </p:txBody>
      </p:sp>
    </p:spTree>
    <p:extLst>
      <p:ext uri="{BB962C8B-B14F-4D97-AF65-F5344CB8AC3E}">
        <p14:creationId xmlns:p14="http://schemas.microsoft.com/office/powerpoint/2010/main" val="107880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096580"/>
        </a:solidFill>
        <a:effectLst/>
      </p:bgPr>
    </p:bg>
    <p:spTree>
      <p:nvGrpSpPr>
        <p:cNvPr id="1" name="">
          <a:extLst>
            <a:ext uri="{FF2B5EF4-FFF2-40B4-BE49-F238E27FC236}">
              <a16:creationId xmlns:a16="http://schemas.microsoft.com/office/drawing/2014/main" id="{FDF8DF7A-7624-B66F-001F-2BC7D67AFCA9}"/>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49702EE2-7920-18CD-6FD9-74EF1967BBA5}"/>
              </a:ext>
            </a:extLst>
          </p:cNvPr>
          <p:cNvPicPr>
            <a:picLocks noGrp="1" noChangeAspect="1"/>
          </p:cNvPicPr>
          <p:nvPr>
            <p:ph type="pic" sz="quarter" idx="12"/>
          </p:nvPr>
        </p:nvPicPr>
        <p:blipFill>
          <a:blip r:embed="rId3" cstate="print">
            <a:alphaModFix amt="65000"/>
            <a:extLst>
              <a:ext uri="{28A0092B-C50C-407E-A947-70E740481C1C}">
                <a14:useLocalDpi xmlns:a14="http://schemas.microsoft.com/office/drawing/2010/main" val="0"/>
              </a:ext>
            </a:extLst>
          </a:blip>
          <a:srcRect/>
          <a:stretch/>
        </p:blipFill>
        <p:spPr>
          <a:xfrm>
            <a:off x="0" y="0"/>
            <a:ext cx="9144000" cy="5143500"/>
          </a:xfrm>
        </p:spPr>
      </p:pic>
      <p:sp>
        <p:nvSpPr>
          <p:cNvPr id="19" name="Rectangle 18">
            <a:extLst>
              <a:ext uri="{FF2B5EF4-FFF2-40B4-BE49-F238E27FC236}">
                <a16:creationId xmlns:a16="http://schemas.microsoft.com/office/drawing/2014/main" id="{AA70EDC6-748D-CCB5-AE77-206107B24BB7}"/>
              </a:ext>
            </a:extLst>
          </p:cNvPr>
          <p:cNvSpPr>
            <a:spLocks noGrp="1" noRot="1" noMove="1" noResize="1" noEditPoints="1" noAdjustHandles="1" noChangeArrowheads="1" noChangeShapeType="1"/>
          </p:cNvSpPr>
          <p:nvPr/>
        </p:nvSpPr>
        <p:spPr>
          <a:xfrm>
            <a:off x="0" y="4003288"/>
            <a:ext cx="9144000" cy="568712"/>
          </a:xfrm>
          <a:prstGeom prst="rect">
            <a:avLst/>
          </a:prstGeom>
          <a:solidFill>
            <a:schemeClr val="tx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 name="Title 1">
            <a:extLst>
              <a:ext uri="{FF2B5EF4-FFF2-40B4-BE49-F238E27FC236}">
                <a16:creationId xmlns:a16="http://schemas.microsoft.com/office/drawing/2014/main" id="{559CC10F-956C-C545-913B-8AD05D4A282A}"/>
              </a:ext>
            </a:extLst>
          </p:cNvPr>
          <p:cNvSpPr>
            <a:spLocks noGrp="1"/>
          </p:cNvSpPr>
          <p:nvPr>
            <p:ph type="title"/>
          </p:nvPr>
        </p:nvSpPr>
        <p:spPr>
          <a:xfrm>
            <a:off x="607219" y="3581740"/>
            <a:ext cx="7886700" cy="557214"/>
          </a:xfrm>
        </p:spPr>
        <p:txBody>
          <a:bodyPr/>
          <a:lstStyle/>
          <a:p>
            <a:r>
              <a:rPr lang="en-US" dirty="0"/>
              <a:t>Module 2</a:t>
            </a:r>
          </a:p>
        </p:txBody>
      </p:sp>
      <p:sp>
        <p:nvSpPr>
          <p:cNvPr id="3" name="Text Placeholder 2">
            <a:extLst>
              <a:ext uri="{FF2B5EF4-FFF2-40B4-BE49-F238E27FC236}">
                <a16:creationId xmlns:a16="http://schemas.microsoft.com/office/drawing/2014/main" id="{EAF4C7AA-B228-38F3-70A7-3AEFA4C1D21A}"/>
              </a:ext>
            </a:extLst>
          </p:cNvPr>
          <p:cNvSpPr>
            <a:spLocks noGrp="1"/>
          </p:cNvSpPr>
          <p:nvPr>
            <p:ph type="body" sz="quarter" idx="11"/>
          </p:nvPr>
        </p:nvSpPr>
        <p:spPr/>
        <p:txBody>
          <a:bodyPr/>
          <a:lstStyle/>
          <a:p>
            <a:r>
              <a:rPr lang="en-US" dirty="0">
                <a:solidFill>
                  <a:srgbClr val="7BDAF5"/>
                </a:solidFill>
                <a:latin typeface="Verdana" panose="020B0604030504040204" pitchFamily="34" charset="0"/>
              </a:rPr>
              <a:t>Overview of Test Vehicles &amp; ADAS</a:t>
            </a:r>
          </a:p>
        </p:txBody>
      </p:sp>
      <p:pic>
        <p:nvPicPr>
          <p:cNvPr id="20" name="Picture 19">
            <a:extLst>
              <a:ext uri="{FF2B5EF4-FFF2-40B4-BE49-F238E27FC236}">
                <a16:creationId xmlns:a16="http://schemas.microsoft.com/office/drawing/2014/main" id="{5683114E-3EC5-D6BA-4E7B-F99D1DD9966A}"/>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p:blipFill>
        <p:spPr>
          <a:xfrm>
            <a:off x="7939746" y="143843"/>
            <a:ext cx="1090140" cy="837792"/>
          </a:xfrm>
          <a:prstGeom prst="rect">
            <a:avLst/>
          </a:prstGeom>
          <a:effectLst>
            <a:outerShdw blurRad="50800" dist="50800" dir="5400000" algn="ctr" rotWithShape="0">
              <a:schemeClr val="tx1">
                <a:alpha val="45660"/>
              </a:schemeClr>
            </a:outerShdw>
          </a:effectLst>
        </p:spPr>
      </p:pic>
    </p:spTree>
    <p:extLst>
      <p:ext uri="{BB962C8B-B14F-4D97-AF65-F5344CB8AC3E}">
        <p14:creationId xmlns:p14="http://schemas.microsoft.com/office/powerpoint/2010/main" val="1809569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2000"/>
                                        <p:tgtEl>
                                          <p:spTgt spid="20"/>
                                        </p:tgtEl>
                                      </p:cBhvr>
                                    </p:animEffect>
                                  </p:childTnLst>
                                </p:cTn>
                              </p:par>
                              <p:par>
                                <p:cTn id="12" presetID="6" presetClass="emph" presetSubtype="0" fill="hold" nodeType="withEffect">
                                  <p:stCondLst>
                                    <p:cond delay="0"/>
                                  </p:stCondLst>
                                  <p:childTnLst>
                                    <p:animScale>
                                      <p:cBhvr>
                                        <p:cTn id="13" dur="5000"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1296B155-C6BC-8315-67E7-5C82A4D7AA18}"/>
              </a:ext>
            </a:extLst>
          </p:cNvPr>
          <p:cNvPicPr>
            <a:picLocks noGrp="1" noChangeAspect="1"/>
          </p:cNvPicPr>
          <p:nvPr>
            <p:ph type="pic" sz="quarter" idx="12"/>
          </p:nvPr>
        </p:nvPicPr>
        <p:blipFill>
          <a:blip r:embed="rId3">
            <a:alphaModFix amt="55000"/>
            <a:extLst>
              <a:ext uri="{28A0092B-C50C-407E-A947-70E740481C1C}">
                <a14:useLocalDpi xmlns:a14="http://schemas.microsoft.com/office/drawing/2010/main" val="0"/>
              </a:ext>
            </a:extLst>
          </a:blip>
          <a:srcRect/>
          <a:stretch/>
        </p:blipFill>
        <p:spPr/>
      </p:pic>
      <p:sp>
        <p:nvSpPr>
          <p:cNvPr id="19" name="Rectangle 18">
            <a:extLst>
              <a:ext uri="{FF2B5EF4-FFF2-40B4-BE49-F238E27FC236}">
                <a16:creationId xmlns:a16="http://schemas.microsoft.com/office/drawing/2014/main" id="{91644484-9840-5E9D-511F-1713B54286EA}"/>
              </a:ext>
            </a:extLst>
          </p:cNvPr>
          <p:cNvSpPr>
            <a:spLocks/>
          </p:cNvSpPr>
          <p:nvPr/>
        </p:nvSpPr>
        <p:spPr>
          <a:xfrm>
            <a:off x="0" y="4003288"/>
            <a:ext cx="9144000" cy="568712"/>
          </a:xfrm>
          <a:prstGeom prst="rect">
            <a:avLst/>
          </a:prstGeom>
          <a:solidFill>
            <a:schemeClr val="tx1">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2" name="Title 1">
            <a:extLst>
              <a:ext uri="{FF2B5EF4-FFF2-40B4-BE49-F238E27FC236}">
                <a16:creationId xmlns:a16="http://schemas.microsoft.com/office/drawing/2014/main" id="{CAFE39D3-0EC4-46F4-E31C-F0A3C3AACF2E}"/>
              </a:ext>
            </a:extLst>
          </p:cNvPr>
          <p:cNvSpPr>
            <a:spLocks noGrp="1"/>
          </p:cNvSpPr>
          <p:nvPr>
            <p:ph type="title"/>
          </p:nvPr>
        </p:nvSpPr>
        <p:spPr>
          <a:xfrm>
            <a:off x="607219" y="3553459"/>
            <a:ext cx="7886700" cy="557214"/>
          </a:xfrm>
        </p:spPr>
        <p:txBody>
          <a:bodyPr/>
          <a:lstStyle/>
          <a:p>
            <a:r>
              <a:rPr lang="en-US" dirty="0"/>
              <a:t>Module 3</a:t>
            </a:r>
          </a:p>
        </p:txBody>
      </p:sp>
      <p:sp>
        <p:nvSpPr>
          <p:cNvPr id="3" name="Text Placeholder 2">
            <a:extLst>
              <a:ext uri="{FF2B5EF4-FFF2-40B4-BE49-F238E27FC236}">
                <a16:creationId xmlns:a16="http://schemas.microsoft.com/office/drawing/2014/main" id="{2195F12B-9181-342F-058A-585715FCEB78}"/>
              </a:ext>
            </a:extLst>
          </p:cNvPr>
          <p:cNvSpPr>
            <a:spLocks noGrp="1"/>
          </p:cNvSpPr>
          <p:nvPr>
            <p:ph type="body" sz="quarter" idx="11"/>
          </p:nvPr>
        </p:nvSpPr>
        <p:spPr/>
        <p:txBody>
          <a:bodyPr/>
          <a:lstStyle/>
          <a:p>
            <a:r>
              <a:rPr lang="en-US" dirty="0">
                <a:latin typeface="Verdana" panose="020B0604030504040204" pitchFamily="34" charset="0"/>
              </a:rPr>
              <a:t>Overview of VBOX Data Acquisition and Setup on Vehicles</a:t>
            </a:r>
          </a:p>
        </p:txBody>
      </p:sp>
      <p:pic>
        <p:nvPicPr>
          <p:cNvPr id="20" name="Picture 19">
            <a:extLst>
              <a:ext uri="{FF2B5EF4-FFF2-40B4-BE49-F238E27FC236}">
                <a16:creationId xmlns:a16="http://schemas.microsoft.com/office/drawing/2014/main" id="{79C31F78-5D3A-F680-6946-1A038EAEFF8B}"/>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p:blipFill>
        <p:spPr>
          <a:xfrm>
            <a:off x="7939746" y="143843"/>
            <a:ext cx="1090140" cy="837792"/>
          </a:xfrm>
          <a:prstGeom prst="rect">
            <a:avLst/>
          </a:prstGeom>
          <a:effectLst>
            <a:outerShdw blurRad="50800" dist="50800" dir="5400000" algn="ctr" rotWithShape="0">
              <a:schemeClr val="tx1">
                <a:alpha val="45660"/>
              </a:schemeClr>
            </a:outerShdw>
          </a:effectLst>
        </p:spPr>
      </p:pic>
    </p:spTree>
    <p:extLst>
      <p:ext uri="{BB962C8B-B14F-4D97-AF65-F5344CB8AC3E}">
        <p14:creationId xmlns:p14="http://schemas.microsoft.com/office/powerpoint/2010/main" val="294506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2000"/>
                                        <p:tgtEl>
                                          <p:spTgt spid="20"/>
                                        </p:tgtEl>
                                      </p:cBhvr>
                                    </p:animEffect>
                                  </p:childTnLst>
                                </p:cTn>
                              </p:par>
                              <p:par>
                                <p:cTn id="12" presetID="6" presetClass="emph" presetSubtype="0" fill="hold" nodeType="withEffect">
                                  <p:stCondLst>
                                    <p:cond delay="0"/>
                                  </p:stCondLst>
                                  <p:childTnLst>
                                    <p:animScale>
                                      <p:cBhvr>
                                        <p:cTn id="13" dur="5000"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B36A189-0FB5-A1E8-B7CE-1B1F56B857B5}"/>
              </a:ext>
            </a:extLst>
          </p:cNvPr>
          <p:cNvSpPr>
            <a:spLocks noGrp="1"/>
          </p:cNvSpPr>
          <p:nvPr>
            <p:ph type="title"/>
          </p:nvPr>
        </p:nvSpPr>
        <p:spPr/>
        <p:txBody>
          <a:bodyPr/>
          <a:lstStyle/>
          <a:p>
            <a:r>
              <a:rPr lang="en-US" dirty="0">
                <a:solidFill>
                  <a:schemeClr val="bg1"/>
                </a:solidFill>
              </a:rPr>
              <a:t>Module 3 Objectives</a:t>
            </a:r>
          </a:p>
        </p:txBody>
      </p:sp>
      <p:sp>
        <p:nvSpPr>
          <p:cNvPr id="3" name="Text Placeholder 2">
            <a:extLst>
              <a:ext uri="{FF2B5EF4-FFF2-40B4-BE49-F238E27FC236}">
                <a16:creationId xmlns:a16="http://schemas.microsoft.com/office/drawing/2014/main" id="{362CF236-921E-2561-6BB7-388515A062B1}"/>
              </a:ext>
            </a:extLst>
          </p:cNvPr>
          <p:cNvSpPr>
            <a:spLocks noGrp="1"/>
          </p:cNvSpPr>
          <p:nvPr>
            <p:ph type="body" sz="quarter" idx="10"/>
          </p:nvPr>
        </p:nvSpPr>
        <p:spPr>
          <a:xfrm>
            <a:off x="406181" y="1230488"/>
            <a:ext cx="4165819" cy="3680995"/>
          </a:xfrm>
        </p:spPr>
        <p:txBody>
          <a:bodyPr anchor="t"/>
          <a:lstStyle/>
          <a:p>
            <a:r>
              <a:rPr lang="en-US" sz="1300" dirty="0"/>
              <a:t>List the steps involved in collecting Advanced Driver Assistance Systems (ADAS) test data, including instrumenting vehicles and logging data to a memory card for further analysis.​</a:t>
            </a:r>
          </a:p>
          <a:p>
            <a:r>
              <a:rPr lang="en-US" sz="1300" dirty="0"/>
              <a:t>Recognize technologies such as GNSS, RTK, and IMU used in vehicle data acquisition, including the capabilities and configurations </a:t>
            </a:r>
            <a:br>
              <a:rPr lang="en-US" sz="1300" dirty="0"/>
            </a:br>
            <a:r>
              <a:rPr lang="en-US" sz="1300" dirty="0"/>
              <a:t>of the VBOX 4 and associated sensors.​</a:t>
            </a:r>
          </a:p>
          <a:p>
            <a:r>
              <a:rPr lang="en-US" sz="1300" dirty="0"/>
              <a:t>Describe how to set up the equipment and integrate data from vehicle CAN bus, GNSS, and other sensors to facilitate accurate </a:t>
            </a:r>
            <a:br>
              <a:rPr lang="en-US" sz="1300" dirty="0"/>
            </a:br>
            <a:r>
              <a:rPr lang="en-US" sz="1300" dirty="0"/>
              <a:t>testing and analysis, including video </a:t>
            </a:r>
            <a:br>
              <a:rPr lang="en-US" sz="1300" dirty="0"/>
            </a:br>
            <a:r>
              <a:rPr lang="en-US" sz="1300" dirty="0"/>
              <a:t>logging with data overlay.​</a:t>
            </a:r>
          </a:p>
        </p:txBody>
      </p:sp>
    </p:spTree>
    <p:extLst>
      <p:ext uri="{BB962C8B-B14F-4D97-AF65-F5344CB8AC3E}">
        <p14:creationId xmlns:p14="http://schemas.microsoft.com/office/powerpoint/2010/main" val="1498105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bldLvl="4"/>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8492E-8ADE-3F14-B0D1-4994FC72AED2}"/>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30763963-23C7-BB26-FF88-F7F7F5A061AE}"/>
              </a:ext>
            </a:extLst>
          </p:cNvPr>
          <p:cNvGrpSpPr/>
          <p:nvPr/>
        </p:nvGrpSpPr>
        <p:grpSpPr>
          <a:xfrm>
            <a:off x="171073" y="4015278"/>
            <a:ext cx="8480200" cy="969536"/>
            <a:chOff x="159624" y="4005943"/>
            <a:chExt cx="8485539" cy="970434"/>
          </a:xfrm>
        </p:grpSpPr>
        <p:pic>
          <p:nvPicPr>
            <p:cNvPr id="25" name="Picture Placeholder 10">
              <a:extLst>
                <a:ext uri="{FF2B5EF4-FFF2-40B4-BE49-F238E27FC236}">
                  <a16:creationId xmlns:a16="http://schemas.microsoft.com/office/drawing/2014/main" id="{9D4E96D4-3C68-AD2B-7417-3F44B14A175A}"/>
                </a:ext>
              </a:extLst>
            </p:cNvPr>
            <p:cNvPicPr>
              <a:picLocks noChangeAspect="1"/>
            </p:cNvPicPr>
            <p:nvPr/>
          </p:nvPicPr>
          <p:blipFill>
            <a:blip r:embed="rId2" cstate="print">
              <a:duotone>
                <a:schemeClr val="accent3">
                  <a:shade val="45000"/>
                  <a:satMod val="135000"/>
                </a:schemeClr>
                <a:prstClr val="white"/>
              </a:duotone>
              <a:alphaModFix amt="45000"/>
              <a:extLst>
                <a:ext uri="{BEBA8EAE-BF5A-486C-A8C5-ECC9F3942E4B}">
                  <a14:imgProps xmlns:a14="http://schemas.microsoft.com/office/drawing/2010/main">
                    <a14:imgLayer r:embed="rId3">
                      <a14:imgEffect>
                        <a14:saturation sat="111000"/>
                      </a14:imgEffect>
                    </a14:imgLayer>
                  </a14:imgProps>
                </a:ext>
                <a:ext uri="{28A0092B-C50C-407E-A947-70E740481C1C}">
                  <a14:useLocalDpi xmlns:a14="http://schemas.microsoft.com/office/drawing/2010/main" val="0"/>
                </a:ext>
              </a:extLst>
            </a:blip>
            <a:srcRect l="1739" t="63664" r="5362" b="19578"/>
            <a:stretch/>
          </p:blipFill>
          <p:spPr>
            <a:xfrm>
              <a:off x="168226" y="4006851"/>
              <a:ext cx="8476937" cy="969526"/>
            </a:xfrm>
            <a:prstGeom prst="rect">
              <a:avLst/>
            </a:prstGeom>
          </p:spPr>
        </p:pic>
        <p:pic>
          <p:nvPicPr>
            <p:cNvPr id="26" name="Picture Placeholder 10">
              <a:extLst>
                <a:ext uri="{FF2B5EF4-FFF2-40B4-BE49-F238E27FC236}">
                  <a16:creationId xmlns:a16="http://schemas.microsoft.com/office/drawing/2014/main" id="{296BC500-105D-25A8-2C6D-4DEFD2063C5B}"/>
                </a:ext>
              </a:extLst>
            </p:cNvPr>
            <p:cNvPicPr>
              <a:picLocks noChangeAspect="1"/>
            </p:cNvPicPr>
            <p:nvPr/>
          </p:nvPicPr>
          <p:blipFill>
            <a:blip r:embed="rId2" cstate="print">
              <a:duotone>
                <a:schemeClr val="accent2">
                  <a:shade val="45000"/>
                  <a:satMod val="135000"/>
                </a:schemeClr>
                <a:prstClr val="white"/>
              </a:duotone>
              <a:alphaModFix amt="35000"/>
              <a:extLst>
                <a:ext uri="{BEBA8EAE-BF5A-486C-A8C5-ECC9F3942E4B}">
                  <a14:imgProps xmlns:a14="http://schemas.microsoft.com/office/drawing/2010/main">
                    <a14:imgLayer r:embed="rId4">
                      <a14:imgEffect>
                        <a14:saturation sat="111000"/>
                      </a14:imgEffect>
                    </a14:imgLayer>
                  </a14:imgProps>
                </a:ext>
                <a:ext uri="{28A0092B-C50C-407E-A947-70E740481C1C}">
                  <a14:useLocalDpi xmlns:a14="http://schemas.microsoft.com/office/drawing/2010/main" val="0"/>
                </a:ext>
              </a:extLst>
            </a:blip>
            <a:srcRect l="1739" t="63661" r="5362" b="19583"/>
            <a:stretch/>
          </p:blipFill>
          <p:spPr>
            <a:xfrm>
              <a:off x="159624" y="4005943"/>
              <a:ext cx="8480529" cy="969469"/>
            </a:xfrm>
            <a:prstGeom prst="rect">
              <a:avLst/>
            </a:prstGeom>
          </p:spPr>
        </p:pic>
      </p:grpSp>
      <p:sp>
        <p:nvSpPr>
          <p:cNvPr id="8" name="Rectangle 7">
            <a:extLst>
              <a:ext uri="{FF2B5EF4-FFF2-40B4-BE49-F238E27FC236}">
                <a16:creationId xmlns:a16="http://schemas.microsoft.com/office/drawing/2014/main" id="{EAA59A48-C2FB-0A8F-7B0F-E78BE165B9CE}"/>
              </a:ext>
            </a:extLst>
          </p:cNvPr>
          <p:cNvSpPr/>
          <p:nvPr/>
        </p:nvSpPr>
        <p:spPr>
          <a:xfrm>
            <a:off x="175522" y="1611086"/>
            <a:ext cx="8481741" cy="955134"/>
          </a:xfrm>
          <a:prstGeom prst="rect">
            <a:avLst/>
          </a:prstGeom>
          <a:solidFill>
            <a:schemeClr val="tx1">
              <a:alpha val="9014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grpSp>
        <p:nvGrpSpPr>
          <p:cNvPr id="31" name="Group 30">
            <a:extLst>
              <a:ext uri="{FF2B5EF4-FFF2-40B4-BE49-F238E27FC236}">
                <a16:creationId xmlns:a16="http://schemas.microsoft.com/office/drawing/2014/main" id="{6785D26B-68FA-4DDA-BB7D-9A82B3C2B991}"/>
              </a:ext>
            </a:extLst>
          </p:cNvPr>
          <p:cNvGrpSpPr/>
          <p:nvPr/>
        </p:nvGrpSpPr>
        <p:grpSpPr>
          <a:xfrm>
            <a:off x="175521" y="171154"/>
            <a:ext cx="8478799" cy="975344"/>
            <a:chOff x="166640" y="4012681"/>
            <a:chExt cx="8480529" cy="976247"/>
          </a:xfrm>
        </p:grpSpPr>
        <p:pic>
          <p:nvPicPr>
            <p:cNvPr id="29" name="Picture Placeholder 10">
              <a:extLst>
                <a:ext uri="{FF2B5EF4-FFF2-40B4-BE49-F238E27FC236}">
                  <a16:creationId xmlns:a16="http://schemas.microsoft.com/office/drawing/2014/main" id="{C43E54F7-99A6-6FDB-183F-8F7EF40A3411}"/>
                </a:ext>
              </a:extLst>
            </p:cNvPr>
            <p:cNvPicPr>
              <a:picLocks noChangeAspect="1"/>
            </p:cNvPicPr>
            <p:nvPr/>
          </p:nvPicPr>
          <p:blipFill>
            <a:blip r:embed="rId2" cstate="print">
              <a:duotone>
                <a:schemeClr val="accent3">
                  <a:shade val="45000"/>
                  <a:satMod val="135000"/>
                </a:schemeClr>
                <a:prstClr val="white"/>
              </a:duotone>
              <a:alphaModFix amt="45000"/>
              <a:extLst>
                <a:ext uri="{BEBA8EAE-BF5A-486C-A8C5-ECC9F3942E4B}">
                  <a14:imgProps xmlns:a14="http://schemas.microsoft.com/office/drawing/2010/main">
                    <a14:imgLayer r:embed="rId3">
                      <a14:imgEffect>
                        <a14:saturation sat="111000"/>
                      </a14:imgEffect>
                    </a14:imgLayer>
                  </a14:imgProps>
                </a:ext>
                <a:ext uri="{28A0092B-C50C-407E-A947-70E740481C1C}">
                  <a14:useLocalDpi xmlns:a14="http://schemas.microsoft.com/office/drawing/2010/main" val="0"/>
                </a:ext>
              </a:extLst>
            </a:blip>
            <a:srcRect l="1739" t="41723" r="5362" b="41519"/>
            <a:stretch/>
          </p:blipFill>
          <p:spPr>
            <a:xfrm>
              <a:off x="170019" y="4019402"/>
              <a:ext cx="8476937" cy="969526"/>
            </a:xfrm>
            <a:prstGeom prst="rect">
              <a:avLst/>
            </a:prstGeom>
          </p:spPr>
        </p:pic>
        <p:pic>
          <p:nvPicPr>
            <p:cNvPr id="30" name="Picture Placeholder 10">
              <a:extLst>
                <a:ext uri="{FF2B5EF4-FFF2-40B4-BE49-F238E27FC236}">
                  <a16:creationId xmlns:a16="http://schemas.microsoft.com/office/drawing/2014/main" id="{8BE4922C-FDBF-CCB5-0848-5F17ACC79365}"/>
                </a:ext>
              </a:extLst>
            </p:cNvPr>
            <p:cNvPicPr>
              <a:picLocks noChangeAspect="1"/>
            </p:cNvPicPr>
            <p:nvPr/>
          </p:nvPicPr>
          <p:blipFill>
            <a:blip r:embed="rId2" cstate="print">
              <a:duotone>
                <a:schemeClr val="accent2">
                  <a:shade val="45000"/>
                  <a:satMod val="135000"/>
                </a:schemeClr>
                <a:prstClr val="white"/>
              </a:duotone>
              <a:alphaModFix amt="35000"/>
              <a:extLst>
                <a:ext uri="{BEBA8EAE-BF5A-486C-A8C5-ECC9F3942E4B}">
                  <a14:imgProps xmlns:a14="http://schemas.microsoft.com/office/drawing/2010/main">
                    <a14:imgLayer r:embed="rId4">
                      <a14:imgEffect>
                        <a14:saturation sat="111000"/>
                      </a14:imgEffect>
                    </a14:imgLayer>
                  </a14:imgProps>
                </a:ext>
                <a:ext uri="{28A0092B-C50C-407E-A947-70E740481C1C}">
                  <a14:useLocalDpi xmlns:a14="http://schemas.microsoft.com/office/drawing/2010/main" val="0"/>
                </a:ext>
              </a:extLst>
            </a:blip>
            <a:srcRect l="1739" t="41535" r="5362" b="41709"/>
            <a:stretch/>
          </p:blipFill>
          <p:spPr>
            <a:xfrm>
              <a:off x="166640" y="4012681"/>
              <a:ext cx="8480529" cy="969469"/>
            </a:xfrm>
            <a:prstGeom prst="rect">
              <a:avLst/>
            </a:prstGeom>
          </p:spPr>
        </p:pic>
      </p:grpSp>
      <p:sp>
        <p:nvSpPr>
          <p:cNvPr id="7" name="Rectangle 6">
            <a:extLst>
              <a:ext uri="{FF2B5EF4-FFF2-40B4-BE49-F238E27FC236}">
                <a16:creationId xmlns:a16="http://schemas.microsoft.com/office/drawing/2014/main" id="{C08FC0D9-2C58-B08E-4D19-FBD47F13A2D8}"/>
              </a:ext>
            </a:extLst>
          </p:cNvPr>
          <p:cNvSpPr/>
          <p:nvPr/>
        </p:nvSpPr>
        <p:spPr>
          <a:xfrm>
            <a:off x="172192" y="1132114"/>
            <a:ext cx="8484920" cy="480376"/>
          </a:xfrm>
          <a:prstGeom prst="rect">
            <a:avLst/>
          </a:prstGeom>
          <a:solidFill>
            <a:schemeClr val="bg2">
              <a:lumMod val="75000"/>
              <a:alpha val="9014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grpSp>
        <p:nvGrpSpPr>
          <p:cNvPr id="41" name="Group 40">
            <a:extLst>
              <a:ext uri="{FF2B5EF4-FFF2-40B4-BE49-F238E27FC236}">
                <a16:creationId xmlns:a16="http://schemas.microsoft.com/office/drawing/2014/main" id="{D757627A-5C52-C863-8A80-B3D23D0A63D2}"/>
              </a:ext>
            </a:extLst>
          </p:cNvPr>
          <p:cNvGrpSpPr/>
          <p:nvPr/>
        </p:nvGrpSpPr>
        <p:grpSpPr>
          <a:xfrm>
            <a:off x="353390" y="1224418"/>
            <a:ext cx="8108892" cy="2499718"/>
            <a:chOff x="353390" y="1224418"/>
            <a:chExt cx="8108892" cy="2499718"/>
          </a:xfrm>
        </p:grpSpPr>
        <p:grpSp>
          <p:nvGrpSpPr>
            <p:cNvPr id="19" name="Group 18">
              <a:extLst>
                <a:ext uri="{FF2B5EF4-FFF2-40B4-BE49-F238E27FC236}">
                  <a16:creationId xmlns:a16="http://schemas.microsoft.com/office/drawing/2014/main" id="{7B9A168B-48E5-D731-EB45-03CEBB9DCE74}"/>
                </a:ext>
              </a:extLst>
            </p:cNvPr>
            <p:cNvGrpSpPr/>
            <p:nvPr/>
          </p:nvGrpSpPr>
          <p:grpSpPr>
            <a:xfrm>
              <a:off x="969277" y="2969078"/>
              <a:ext cx="6979401" cy="755058"/>
              <a:chOff x="969277" y="2969078"/>
              <a:chExt cx="6979401" cy="755058"/>
            </a:xfrm>
          </p:grpSpPr>
          <p:grpSp>
            <p:nvGrpSpPr>
              <p:cNvPr id="18" name="Group 17">
                <a:extLst>
                  <a:ext uri="{FF2B5EF4-FFF2-40B4-BE49-F238E27FC236}">
                    <a16:creationId xmlns:a16="http://schemas.microsoft.com/office/drawing/2014/main" id="{AE8D686E-E144-B31D-EBED-84F38D830F0E}"/>
                  </a:ext>
                </a:extLst>
              </p:cNvPr>
              <p:cNvGrpSpPr/>
              <p:nvPr/>
            </p:nvGrpSpPr>
            <p:grpSpPr>
              <a:xfrm>
                <a:off x="969277" y="2969078"/>
                <a:ext cx="4998202" cy="733286"/>
                <a:chOff x="969277" y="2969078"/>
                <a:chExt cx="4998202" cy="733286"/>
              </a:xfrm>
            </p:grpSpPr>
            <p:sp>
              <p:nvSpPr>
                <p:cNvPr id="10" name="Freeform 9">
                  <a:extLst>
                    <a:ext uri="{FF2B5EF4-FFF2-40B4-BE49-F238E27FC236}">
                      <a16:creationId xmlns:a16="http://schemas.microsoft.com/office/drawing/2014/main" id="{FFDF5CFD-70DA-FD8D-F38A-5CF9029FE28D}"/>
                    </a:ext>
                  </a:extLst>
                </p:cNvPr>
                <p:cNvSpPr/>
                <p:nvPr/>
              </p:nvSpPr>
              <p:spPr>
                <a:xfrm>
                  <a:off x="969277" y="2969078"/>
                  <a:ext cx="1819572" cy="733286"/>
                </a:xfrm>
                <a:custGeom>
                  <a:avLst/>
                  <a:gdLst>
                    <a:gd name="connsiteX0" fmla="*/ 0 w 1542675"/>
                    <a:gd name="connsiteY0" fmla="*/ 85704 h 857041"/>
                    <a:gd name="connsiteX1" fmla="*/ 85704 w 1542675"/>
                    <a:gd name="connsiteY1" fmla="*/ 0 h 857041"/>
                    <a:gd name="connsiteX2" fmla="*/ 1456971 w 1542675"/>
                    <a:gd name="connsiteY2" fmla="*/ 0 h 857041"/>
                    <a:gd name="connsiteX3" fmla="*/ 1542675 w 1542675"/>
                    <a:gd name="connsiteY3" fmla="*/ 85704 h 857041"/>
                    <a:gd name="connsiteX4" fmla="*/ 1542675 w 1542675"/>
                    <a:gd name="connsiteY4" fmla="*/ 771337 h 857041"/>
                    <a:gd name="connsiteX5" fmla="*/ 1456971 w 1542675"/>
                    <a:gd name="connsiteY5" fmla="*/ 857041 h 857041"/>
                    <a:gd name="connsiteX6" fmla="*/ 85704 w 1542675"/>
                    <a:gd name="connsiteY6" fmla="*/ 857041 h 857041"/>
                    <a:gd name="connsiteX7" fmla="*/ 0 w 1542675"/>
                    <a:gd name="connsiteY7" fmla="*/ 771337 h 857041"/>
                    <a:gd name="connsiteX8" fmla="*/ 0 w 1542675"/>
                    <a:gd name="connsiteY8" fmla="*/ 85704 h 857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2675" h="857041">
                      <a:moveTo>
                        <a:pt x="0" y="85704"/>
                      </a:moveTo>
                      <a:cubicBezTo>
                        <a:pt x="0" y="38371"/>
                        <a:pt x="38371" y="0"/>
                        <a:pt x="85704" y="0"/>
                      </a:cubicBezTo>
                      <a:lnTo>
                        <a:pt x="1456971" y="0"/>
                      </a:lnTo>
                      <a:cubicBezTo>
                        <a:pt x="1504304" y="0"/>
                        <a:pt x="1542675" y="38371"/>
                        <a:pt x="1542675" y="85704"/>
                      </a:cubicBezTo>
                      <a:lnTo>
                        <a:pt x="1542675" y="771337"/>
                      </a:lnTo>
                      <a:cubicBezTo>
                        <a:pt x="1542675" y="818670"/>
                        <a:pt x="1504304" y="857041"/>
                        <a:pt x="1456971" y="857041"/>
                      </a:cubicBezTo>
                      <a:lnTo>
                        <a:pt x="85704" y="857041"/>
                      </a:lnTo>
                      <a:cubicBezTo>
                        <a:pt x="38371" y="857041"/>
                        <a:pt x="0" y="818670"/>
                        <a:pt x="0" y="771337"/>
                      </a:cubicBezTo>
                      <a:lnTo>
                        <a:pt x="0" y="85704"/>
                      </a:lnTo>
                      <a:close/>
                    </a:path>
                  </a:pathLst>
                </a:custGeom>
                <a:solidFill>
                  <a:schemeClr val="bg1">
                    <a:lumMod val="65000"/>
                  </a:schemeClr>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1400" b="1" kern="1200" dirty="0">
                      <a:latin typeface="Verdana" panose="020B0604030504040204" pitchFamily="34" charset="0"/>
                      <a:cs typeface="Arial" panose="020B0604020202020204" pitchFamily="34" charset="0"/>
                    </a:rPr>
                    <a:t>Design Test</a:t>
                  </a:r>
                </a:p>
              </p:txBody>
            </p:sp>
            <p:sp>
              <p:nvSpPr>
                <p:cNvPr id="11" name="Freeform 10">
                  <a:extLst>
                    <a:ext uri="{FF2B5EF4-FFF2-40B4-BE49-F238E27FC236}">
                      <a16:creationId xmlns:a16="http://schemas.microsoft.com/office/drawing/2014/main" id="{326B2B9F-0040-D9A0-DE26-2DDDC8EDA5BF}"/>
                    </a:ext>
                  </a:extLst>
                </p:cNvPr>
                <p:cNvSpPr/>
                <p:nvPr/>
              </p:nvSpPr>
              <p:spPr>
                <a:xfrm rot="16200000">
                  <a:off x="2873295" y="3026752"/>
                  <a:ext cx="385668" cy="599329"/>
                </a:xfrm>
                <a:custGeom>
                  <a:avLst/>
                  <a:gdLst>
                    <a:gd name="connsiteX0" fmla="*/ 0 w 321390"/>
                    <a:gd name="connsiteY0" fmla="*/ 77134 h 385668"/>
                    <a:gd name="connsiteX1" fmla="*/ 160695 w 321390"/>
                    <a:gd name="connsiteY1" fmla="*/ 77134 h 385668"/>
                    <a:gd name="connsiteX2" fmla="*/ 160695 w 321390"/>
                    <a:gd name="connsiteY2" fmla="*/ 0 h 385668"/>
                    <a:gd name="connsiteX3" fmla="*/ 321390 w 321390"/>
                    <a:gd name="connsiteY3" fmla="*/ 192834 h 385668"/>
                    <a:gd name="connsiteX4" fmla="*/ 160695 w 321390"/>
                    <a:gd name="connsiteY4" fmla="*/ 385668 h 385668"/>
                    <a:gd name="connsiteX5" fmla="*/ 160695 w 321390"/>
                    <a:gd name="connsiteY5" fmla="*/ 308534 h 385668"/>
                    <a:gd name="connsiteX6" fmla="*/ 0 w 321390"/>
                    <a:gd name="connsiteY6" fmla="*/ 308534 h 385668"/>
                    <a:gd name="connsiteX7" fmla="*/ 0 w 321390"/>
                    <a:gd name="connsiteY7" fmla="*/ 77134 h 38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390" h="385668">
                      <a:moveTo>
                        <a:pt x="257112" y="0"/>
                      </a:moveTo>
                      <a:lnTo>
                        <a:pt x="257112" y="192834"/>
                      </a:lnTo>
                      <a:lnTo>
                        <a:pt x="321390" y="192834"/>
                      </a:lnTo>
                      <a:lnTo>
                        <a:pt x="160695" y="385668"/>
                      </a:lnTo>
                      <a:lnTo>
                        <a:pt x="0" y="192834"/>
                      </a:lnTo>
                      <a:lnTo>
                        <a:pt x="64278" y="192834"/>
                      </a:lnTo>
                      <a:lnTo>
                        <a:pt x="64278" y="0"/>
                      </a:lnTo>
                      <a:lnTo>
                        <a:pt x="257112" y="0"/>
                      </a:lnTo>
                      <a:close/>
                    </a:path>
                  </a:pathLst>
                </a:custGeom>
                <a:solidFill>
                  <a:schemeClr val="bg1">
                    <a:lumMod val="65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7135" tIns="0" rIns="77133" bIns="96417" numCol="1" spcCol="1270" anchor="ctr" anchorCtr="0">
                  <a:noAutofit/>
                </a:bodyPr>
                <a:lstStyle/>
                <a:p>
                  <a:pPr marL="0" lvl="0" indent="0" algn="ctr" defTabSz="711200">
                    <a:lnSpc>
                      <a:spcPct val="90000"/>
                    </a:lnSpc>
                    <a:spcBef>
                      <a:spcPct val="0"/>
                    </a:spcBef>
                    <a:spcAft>
                      <a:spcPct val="35000"/>
                    </a:spcAft>
                    <a:buNone/>
                  </a:pPr>
                  <a:endParaRPr lang="en-US" sz="1600" kern="1200" dirty="0">
                    <a:latin typeface="Verdana" panose="020B0604030504040204" pitchFamily="34" charset="0"/>
                    <a:cs typeface="Arial" panose="020B0604020202020204" pitchFamily="34" charset="0"/>
                  </a:endParaRPr>
                </a:p>
              </p:txBody>
            </p:sp>
            <p:sp>
              <p:nvSpPr>
                <p:cNvPr id="13" name="Freeform 12">
                  <a:extLst>
                    <a:ext uri="{FF2B5EF4-FFF2-40B4-BE49-F238E27FC236}">
                      <a16:creationId xmlns:a16="http://schemas.microsoft.com/office/drawing/2014/main" id="{F8009131-8FA5-E571-ACA9-34EA5203C270}"/>
                    </a:ext>
                  </a:extLst>
                </p:cNvPr>
                <p:cNvSpPr/>
                <p:nvPr/>
              </p:nvSpPr>
              <p:spPr>
                <a:xfrm>
                  <a:off x="3532863" y="2969078"/>
                  <a:ext cx="1819572" cy="733286"/>
                </a:xfrm>
                <a:custGeom>
                  <a:avLst/>
                  <a:gdLst>
                    <a:gd name="connsiteX0" fmla="*/ 0 w 1542675"/>
                    <a:gd name="connsiteY0" fmla="*/ 85704 h 857041"/>
                    <a:gd name="connsiteX1" fmla="*/ 85704 w 1542675"/>
                    <a:gd name="connsiteY1" fmla="*/ 0 h 857041"/>
                    <a:gd name="connsiteX2" fmla="*/ 1456971 w 1542675"/>
                    <a:gd name="connsiteY2" fmla="*/ 0 h 857041"/>
                    <a:gd name="connsiteX3" fmla="*/ 1542675 w 1542675"/>
                    <a:gd name="connsiteY3" fmla="*/ 85704 h 857041"/>
                    <a:gd name="connsiteX4" fmla="*/ 1542675 w 1542675"/>
                    <a:gd name="connsiteY4" fmla="*/ 771337 h 857041"/>
                    <a:gd name="connsiteX5" fmla="*/ 1456971 w 1542675"/>
                    <a:gd name="connsiteY5" fmla="*/ 857041 h 857041"/>
                    <a:gd name="connsiteX6" fmla="*/ 85704 w 1542675"/>
                    <a:gd name="connsiteY6" fmla="*/ 857041 h 857041"/>
                    <a:gd name="connsiteX7" fmla="*/ 0 w 1542675"/>
                    <a:gd name="connsiteY7" fmla="*/ 771337 h 857041"/>
                    <a:gd name="connsiteX8" fmla="*/ 0 w 1542675"/>
                    <a:gd name="connsiteY8" fmla="*/ 85704 h 857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2675" h="857041">
                      <a:moveTo>
                        <a:pt x="0" y="85704"/>
                      </a:moveTo>
                      <a:cubicBezTo>
                        <a:pt x="0" y="38371"/>
                        <a:pt x="38371" y="0"/>
                        <a:pt x="85704" y="0"/>
                      </a:cubicBezTo>
                      <a:lnTo>
                        <a:pt x="1456971" y="0"/>
                      </a:lnTo>
                      <a:cubicBezTo>
                        <a:pt x="1504304" y="0"/>
                        <a:pt x="1542675" y="38371"/>
                        <a:pt x="1542675" y="85704"/>
                      </a:cubicBezTo>
                      <a:lnTo>
                        <a:pt x="1542675" y="771337"/>
                      </a:lnTo>
                      <a:cubicBezTo>
                        <a:pt x="1542675" y="818670"/>
                        <a:pt x="1504304" y="857041"/>
                        <a:pt x="1456971" y="857041"/>
                      </a:cubicBezTo>
                      <a:lnTo>
                        <a:pt x="85704" y="857041"/>
                      </a:lnTo>
                      <a:cubicBezTo>
                        <a:pt x="38371" y="857041"/>
                        <a:pt x="0" y="818670"/>
                        <a:pt x="0" y="771337"/>
                      </a:cubicBezTo>
                      <a:lnTo>
                        <a:pt x="0" y="85704"/>
                      </a:lnTo>
                      <a:close/>
                    </a:path>
                  </a:pathLst>
                </a:custGeom>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1400" b="1" kern="1200" dirty="0">
                      <a:latin typeface="Verdana" panose="020B0604030504040204" pitchFamily="34" charset="0"/>
                      <a:cs typeface="Arial" panose="020B0604020202020204" pitchFamily="34" charset="0"/>
                    </a:rPr>
                    <a:t>Collect Data</a:t>
                  </a:r>
                </a:p>
              </p:txBody>
            </p:sp>
            <p:sp>
              <p:nvSpPr>
                <p:cNvPr id="14" name="Freeform 13">
                  <a:extLst>
                    <a:ext uri="{FF2B5EF4-FFF2-40B4-BE49-F238E27FC236}">
                      <a16:creationId xmlns:a16="http://schemas.microsoft.com/office/drawing/2014/main" id="{B115873C-7BE6-D4D7-0BF0-2591629C12CE}"/>
                    </a:ext>
                  </a:extLst>
                </p:cNvPr>
                <p:cNvSpPr/>
                <p:nvPr/>
              </p:nvSpPr>
              <p:spPr>
                <a:xfrm rot="16200000">
                  <a:off x="5453209" y="3004669"/>
                  <a:ext cx="385668" cy="642872"/>
                </a:xfrm>
                <a:custGeom>
                  <a:avLst/>
                  <a:gdLst>
                    <a:gd name="connsiteX0" fmla="*/ 0 w 321390"/>
                    <a:gd name="connsiteY0" fmla="*/ 77134 h 385668"/>
                    <a:gd name="connsiteX1" fmla="*/ 160695 w 321390"/>
                    <a:gd name="connsiteY1" fmla="*/ 77134 h 385668"/>
                    <a:gd name="connsiteX2" fmla="*/ 160695 w 321390"/>
                    <a:gd name="connsiteY2" fmla="*/ 0 h 385668"/>
                    <a:gd name="connsiteX3" fmla="*/ 321390 w 321390"/>
                    <a:gd name="connsiteY3" fmla="*/ 192834 h 385668"/>
                    <a:gd name="connsiteX4" fmla="*/ 160695 w 321390"/>
                    <a:gd name="connsiteY4" fmla="*/ 385668 h 385668"/>
                    <a:gd name="connsiteX5" fmla="*/ 160695 w 321390"/>
                    <a:gd name="connsiteY5" fmla="*/ 308534 h 385668"/>
                    <a:gd name="connsiteX6" fmla="*/ 0 w 321390"/>
                    <a:gd name="connsiteY6" fmla="*/ 308534 h 385668"/>
                    <a:gd name="connsiteX7" fmla="*/ 0 w 321390"/>
                    <a:gd name="connsiteY7" fmla="*/ 77134 h 38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390" h="385668">
                      <a:moveTo>
                        <a:pt x="257112" y="0"/>
                      </a:moveTo>
                      <a:lnTo>
                        <a:pt x="257112" y="192834"/>
                      </a:lnTo>
                      <a:lnTo>
                        <a:pt x="321390" y="192834"/>
                      </a:lnTo>
                      <a:lnTo>
                        <a:pt x="160695" y="385668"/>
                      </a:lnTo>
                      <a:lnTo>
                        <a:pt x="0" y="192834"/>
                      </a:lnTo>
                      <a:lnTo>
                        <a:pt x="64278" y="192834"/>
                      </a:lnTo>
                      <a:lnTo>
                        <a:pt x="64278" y="0"/>
                      </a:lnTo>
                      <a:lnTo>
                        <a:pt x="257112" y="0"/>
                      </a:lnTo>
                      <a:close/>
                    </a:path>
                  </a:pathLst>
                </a:cu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77135" tIns="0" rIns="77133" bIns="96417" numCol="1" spcCol="1270" anchor="ctr" anchorCtr="0">
                  <a:noAutofit/>
                </a:bodyPr>
                <a:lstStyle/>
                <a:p>
                  <a:pPr marL="0" lvl="0" indent="0" algn="ctr" defTabSz="711200">
                    <a:lnSpc>
                      <a:spcPct val="90000"/>
                    </a:lnSpc>
                    <a:spcBef>
                      <a:spcPct val="0"/>
                    </a:spcBef>
                    <a:spcAft>
                      <a:spcPct val="35000"/>
                    </a:spcAft>
                    <a:buNone/>
                  </a:pPr>
                  <a:endParaRPr lang="en-US" sz="1600" kern="1200" dirty="0">
                    <a:latin typeface="Verdana" panose="020B0604030504040204" pitchFamily="34" charset="0"/>
                    <a:cs typeface="Arial" panose="020B0604020202020204" pitchFamily="34" charset="0"/>
                  </a:endParaRPr>
                </a:p>
              </p:txBody>
            </p:sp>
          </p:grpSp>
          <p:sp>
            <p:nvSpPr>
              <p:cNvPr id="15" name="Freeform 14">
                <a:extLst>
                  <a:ext uri="{FF2B5EF4-FFF2-40B4-BE49-F238E27FC236}">
                    <a16:creationId xmlns:a16="http://schemas.microsoft.com/office/drawing/2014/main" id="{3856D397-5A5E-38AD-9A33-BB817A6C9C15}"/>
                  </a:ext>
                </a:extLst>
              </p:cNvPr>
              <p:cNvSpPr/>
              <p:nvPr/>
            </p:nvSpPr>
            <p:spPr>
              <a:xfrm>
                <a:off x="6129106" y="2990850"/>
                <a:ext cx="1819572" cy="733286"/>
              </a:xfrm>
              <a:custGeom>
                <a:avLst/>
                <a:gdLst>
                  <a:gd name="connsiteX0" fmla="*/ 0 w 1542675"/>
                  <a:gd name="connsiteY0" fmla="*/ 85704 h 857041"/>
                  <a:gd name="connsiteX1" fmla="*/ 85704 w 1542675"/>
                  <a:gd name="connsiteY1" fmla="*/ 0 h 857041"/>
                  <a:gd name="connsiteX2" fmla="*/ 1456971 w 1542675"/>
                  <a:gd name="connsiteY2" fmla="*/ 0 h 857041"/>
                  <a:gd name="connsiteX3" fmla="*/ 1542675 w 1542675"/>
                  <a:gd name="connsiteY3" fmla="*/ 85704 h 857041"/>
                  <a:gd name="connsiteX4" fmla="*/ 1542675 w 1542675"/>
                  <a:gd name="connsiteY4" fmla="*/ 771337 h 857041"/>
                  <a:gd name="connsiteX5" fmla="*/ 1456971 w 1542675"/>
                  <a:gd name="connsiteY5" fmla="*/ 857041 h 857041"/>
                  <a:gd name="connsiteX6" fmla="*/ 85704 w 1542675"/>
                  <a:gd name="connsiteY6" fmla="*/ 857041 h 857041"/>
                  <a:gd name="connsiteX7" fmla="*/ 0 w 1542675"/>
                  <a:gd name="connsiteY7" fmla="*/ 771337 h 857041"/>
                  <a:gd name="connsiteX8" fmla="*/ 0 w 1542675"/>
                  <a:gd name="connsiteY8" fmla="*/ 85704 h 857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2675" h="857041">
                    <a:moveTo>
                      <a:pt x="0" y="85704"/>
                    </a:moveTo>
                    <a:cubicBezTo>
                      <a:pt x="0" y="38371"/>
                      <a:pt x="38371" y="0"/>
                      <a:pt x="85704" y="0"/>
                    </a:cubicBezTo>
                    <a:lnTo>
                      <a:pt x="1456971" y="0"/>
                    </a:lnTo>
                    <a:cubicBezTo>
                      <a:pt x="1504304" y="0"/>
                      <a:pt x="1542675" y="38371"/>
                      <a:pt x="1542675" y="85704"/>
                    </a:cubicBezTo>
                    <a:lnTo>
                      <a:pt x="1542675" y="771337"/>
                    </a:lnTo>
                    <a:cubicBezTo>
                      <a:pt x="1542675" y="818670"/>
                      <a:pt x="1504304" y="857041"/>
                      <a:pt x="1456971" y="857041"/>
                    </a:cubicBezTo>
                    <a:lnTo>
                      <a:pt x="85704" y="857041"/>
                    </a:lnTo>
                    <a:cubicBezTo>
                      <a:pt x="38371" y="857041"/>
                      <a:pt x="0" y="818670"/>
                      <a:pt x="0" y="771337"/>
                    </a:cubicBezTo>
                    <a:lnTo>
                      <a:pt x="0" y="85704"/>
                    </a:lnTo>
                    <a:close/>
                  </a:path>
                </a:pathLst>
              </a:custGeom>
              <a:solidFill>
                <a:schemeClr val="bg2">
                  <a:lumMod val="75000"/>
                </a:schemeClr>
              </a:solidFill>
              <a:ln>
                <a:no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1400" b="1" kern="1200" dirty="0">
                    <a:latin typeface="Verdana" panose="020B0604030504040204" pitchFamily="34" charset="0"/>
                    <a:cs typeface="Arial" panose="020B0604020202020204" pitchFamily="34" charset="0"/>
                  </a:rPr>
                  <a:t>Analyze Results</a:t>
                </a:r>
              </a:p>
            </p:txBody>
          </p:sp>
        </p:grpSp>
        <p:sp>
          <p:nvSpPr>
            <p:cNvPr id="20" name="Title 3">
              <a:extLst>
                <a:ext uri="{FF2B5EF4-FFF2-40B4-BE49-F238E27FC236}">
                  <a16:creationId xmlns:a16="http://schemas.microsoft.com/office/drawing/2014/main" id="{A0538A1C-C08A-C473-01C3-5C0019B2C5EB}"/>
                </a:ext>
              </a:extLst>
            </p:cNvPr>
            <p:cNvSpPr txBox="1">
              <a:spLocks/>
            </p:cNvSpPr>
            <p:nvPr/>
          </p:nvSpPr>
          <p:spPr>
            <a:xfrm>
              <a:off x="422725" y="1224418"/>
              <a:ext cx="7992705" cy="312415"/>
            </a:xfrm>
            <a:prstGeom prst="rect">
              <a:avLst/>
            </a:prstGeom>
          </p:spPr>
          <p:txBody>
            <a:bodyPr vert="horz" lIns="0" tIns="0" rIns="0" bIns="0" rtlCol="0" anchor="ctr">
              <a:noAutofit/>
            </a:bodyPr>
            <a:lstStyle>
              <a:lvl1pPr algn="l" defTabSz="685766" rtl="0" eaLnBrk="1" latinLnBrk="0" hangingPunct="1">
                <a:lnSpc>
                  <a:spcPct val="110000"/>
                </a:lnSpc>
                <a:spcBef>
                  <a:spcPct val="0"/>
                </a:spcBef>
                <a:buNone/>
                <a:defRPr sz="2400" b="0" i="0" kern="1200">
                  <a:solidFill>
                    <a:schemeClr val="tx1"/>
                  </a:solidFill>
                  <a:latin typeface="Verdana" panose="020B0604030504040204" pitchFamily="34" charset="0"/>
                  <a:ea typeface="+mj-ea"/>
                  <a:cs typeface="+mj-cs"/>
                </a:defRPr>
              </a:lvl1pPr>
            </a:lstStyle>
            <a:p>
              <a:pPr algn="ctr"/>
              <a:r>
                <a:rPr lang="en-US" sz="1600" b="1" dirty="0">
                  <a:solidFill>
                    <a:schemeClr val="bg1"/>
                  </a:solidFill>
                  <a:latin typeface="+mn-lt"/>
                  <a:ea typeface="Verdana" panose="020B0604030504040204" pitchFamily="34" charset="0"/>
                </a:rPr>
                <a:t>Steps to Collect ADAS Test Data</a:t>
              </a:r>
              <a:endParaRPr lang="en-US" sz="1600" b="1" dirty="0">
                <a:solidFill>
                  <a:schemeClr val="bg1"/>
                </a:solidFill>
                <a:latin typeface="+mn-lt"/>
              </a:endParaRPr>
            </a:p>
          </p:txBody>
        </p:sp>
        <p:sp>
          <p:nvSpPr>
            <p:cNvPr id="24" name="Text Placeholder 4">
              <a:extLst>
                <a:ext uri="{FF2B5EF4-FFF2-40B4-BE49-F238E27FC236}">
                  <a16:creationId xmlns:a16="http://schemas.microsoft.com/office/drawing/2014/main" id="{B9AF8DAC-C015-1D50-FF09-A188374C1A70}"/>
                </a:ext>
              </a:extLst>
            </p:cNvPr>
            <p:cNvSpPr txBox="1">
              <a:spLocks/>
            </p:cNvSpPr>
            <p:nvPr/>
          </p:nvSpPr>
          <p:spPr>
            <a:xfrm>
              <a:off x="353390" y="1738572"/>
              <a:ext cx="8108892" cy="1119103"/>
            </a:xfrm>
            <a:prstGeom prst="rect">
              <a:avLst/>
            </a:prstGeom>
          </p:spPr>
          <p:txBody>
            <a:bodyPr lIns="0" tIns="0" rIns="0" bIns="0"/>
            <a:lstStyle>
              <a:lvl1pPr marL="0" indent="0" algn="l" defTabSz="685766" rtl="0" eaLnBrk="1" latinLnBrk="0" hangingPunct="1">
                <a:lnSpc>
                  <a:spcPct val="110000"/>
                </a:lnSpc>
                <a:spcBef>
                  <a:spcPts val="1200"/>
                </a:spcBef>
                <a:buFontTx/>
                <a:buNone/>
                <a:defRPr sz="1400" b="0" i="0" kern="1200">
                  <a:solidFill>
                    <a:schemeClr val="accent1"/>
                  </a:solidFill>
                  <a:latin typeface="Verdana" panose="020B0604030504040204" pitchFamily="34" charset="0"/>
                  <a:ea typeface="+mn-ea"/>
                  <a:cs typeface="+mn-cs"/>
                </a:defRPr>
              </a:lvl1pPr>
              <a:lvl2pPr marL="342883"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90000"/>
                </a:lnSpc>
                <a:spcBef>
                  <a:spcPts val="375"/>
                </a:spcBef>
                <a:buFontTx/>
                <a:buNone/>
                <a:defRPr sz="140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spcBef>
                  <a:spcPts val="600"/>
                </a:spcBef>
              </a:pPr>
              <a:r>
                <a:rPr lang="en-US" sz="1200" b="1" dirty="0">
                  <a:solidFill>
                    <a:schemeClr val="bg2">
                      <a:lumMod val="40000"/>
                      <a:lumOff val="60000"/>
                    </a:schemeClr>
                  </a:solidFill>
                </a:rPr>
                <a:t>These are the steps used to collect ADAS test data:</a:t>
              </a:r>
            </a:p>
            <a:p>
              <a:pPr algn="ctr">
                <a:spcBef>
                  <a:spcPts val="600"/>
                </a:spcBef>
              </a:pPr>
              <a:r>
                <a:rPr lang="en-US" sz="1100" dirty="0">
                  <a:solidFill>
                    <a:schemeClr val="bg1"/>
                  </a:solidFill>
                </a:rPr>
                <a:t>This module is about step two, collecting data. We instrument one or more vehicles, collect the data we need by logging in to a memory card in the vehicle and viewing tests live, then have data files to analyze further.</a:t>
              </a:r>
            </a:p>
            <a:p>
              <a:pPr algn="ctr">
                <a:spcBef>
                  <a:spcPts val="600"/>
                </a:spcBef>
              </a:pPr>
              <a:endParaRPr lang="en-US" dirty="0">
                <a:solidFill>
                  <a:schemeClr val="bg1"/>
                </a:solidFill>
              </a:endParaRPr>
            </a:p>
          </p:txBody>
        </p:sp>
      </p:grpSp>
    </p:spTree>
    <p:extLst>
      <p:ext uri="{BB962C8B-B14F-4D97-AF65-F5344CB8AC3E}">
        <p14:creationId xmlns:p14="http://schemas.microsoft.com/office/powerpoint/2010/main" val="4089173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0-#ppt_w/2"/>
                                          </p:val>
                                        </p:tav>
                                        <p:tav tm="100000">
                                          <p:val>
                                            <p:strVal val="#ppt_x"/>
                                          </p:val>
                                        </p:tav>
                                      </p:tavLst>
                                    </p:anim>
                                    <p:anim calcmode="lin" valueType="num">
                                      <p:cBhvr additive="base">
                                        <p:cTn id="8" dur="1000" fill="hold"/>
                                        <p:tgtEl>
                                          <p:spTgt spid="8"/>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1000"/>
                                        <p:tgtEl>
                                          <p:spTgt spid="31"/>
                                        </p:tgtEl>
                                      </p:cBhvr>
                                    </p:animEffec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1000"/>
                                        <p:tgtEl>
                                          <p:spTgt spid="23"/>
                                        </p:tgtEl>
                                      </p:cBhvr>
                                    </p:animEffect>
                                  </p:childTnLst>
                                </p:cTn>
                              </p:par>
                              <p:par>
                                <p:cTn id="15" presetID="2" presetClass="entr" presetSubtype="8"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0-#ppt_w/2"/>
                                          </p:val>
                                        </p:tav>
                                        <p:tav tm="100000">
                                          <p:val>
                                            <p:strVal val="#ppt_x"/>
                                          </p:val>
                                        </p:tav>
                                      </p:tavLst>
                                    </p:anim>
                                    <p:anim calcmode="lin" valueType="num">
                                      <p:cBhvr additive="base">
                                        <p:cTn id="18" dur="1000" fill="hold"/>
                                        <p:tgtEl>
                                          <p:spTgt spid="7"/>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794A1-9CFF-2D35-62BB-4375C8F9A24C}"/>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DD3E6753-8D50-3437-71F7-8991AC3F15B5}"/>
              </a:ext>
            </a:extLst>
          </p:cNvPr>
          <p:cNvGrpSpPr/>
          <p:nvPr/>
        </p:nvGrpSpPr>
        <p:grpSpPr>
          <a:xfrm>
            <a:off x="171073" y="4015278"/>
            <a:ext cx="8480200" cy="969536"/>
            <a:chOff x="159624" y="4005943"/>
            <a:chExt cx="8485539" cy="970434"/>
          </a:xfrm>
        </p:grpSpPr>
        <p:pic>
          <p:nvPicPr>
            <p:cNvPr id="25" name="Picture Placeholder 10">
              <a:extLst>
                <a:ext uri="{FF2B5EF4-FFF2-40B4-BE49-F238E27FC236}">
                  <a16:creationId xmlns:a16="http://schemas.microsoft.com/office/drawing/2014/main" id="{B34F6112-F36B-727C-0FFC-1BBA1830640D}"/>
                </a:ext>
              </a:extLst>
            </p:cNvPr>
            <p:cNvPicPr>
              <a:picLocks noChangeAspect="1"/>
            </p:cNvPicPr>
            <p:nvPr/>
          </p:nvPicPr>
          <p:blipFill>
            <a:blip r:embed="rId2" cstate="print">
              <a:duotone>
                <a:schemeClr val="accent3">
                  <a:shade val="45000"/>
                  <a:satMod val="135000"/>
                </a:schemeClr>
                <a:prstClr val="white"/>
              </a:duotone>
              <a:alphaModFix amt="45000"/>
              <a:extLst>
                <a:ext uri="{BEBA8EAE-BF5A-486C-A8C5-ECC9F3942E4B}">
                  <a14:imgProps xmlns:a14="http://schemas.microsoft.com/office/drawing/2010/main">
                    <a14:imgLayer r:embed="rId3">
                      <a14:imgEffect>
                        <a14:saturation sat="111000"/>
                      </a14:imgEffect>
                    </a14:imgLayer>
                  </a14:imgProps>
                </a:ext>
                <a:ext uri="{28A0092B-C50C-407E-A947-70E740481C1C}">
                  <a14:useLocalDpi xmlns:a14="http://schemas.microsoft.com/office/drawing/2010/main" val="0"/>
                </a:ext>
              </a:extLst>
            </a:blip>
            <a:srcRect l="1739" t="63664" r="5362" b="19578"/>
            <a:stretch/>
          </p:blipFill>
          <p:spPr>
            <a:xfrm>
              <a:off x="168226" y="4006851"/>
              <a:ext cx="8476937" cy="969526"/>
            </a:xfrm>
            <a:prstGeom prst="rect">
              <a:avLst/>
            </a:prstGeom>
          </p:spPr>
        </p:pic>
        <p:pic>
          <p:nvPicPr>
            <p:cNvPr id="26" name="Picture Placeholder 10">
              <a:extLst>
                <a:ext uri="{FF2B5EF4-FFF2-40B4-BE49-F238E27FC236}">
                  <a16:creationId xmlns:a16="http://schemas.microsoft.com/office/drawing/2014/main" id="{F75CEF47-B362-5FC4-6D84-3A6C304D129E}"/>
                </a:ext>
              </a:extLst>
            </p:cNvPr>
            <p:cNvPicPr>
              <a:picLocks noChangeAspect="1"/>
            </p:cNvPicPr>
            <p:nvPr/>
          </p:nvPicPr>
          <p:blipFill>
            <a:blip r:embed="rId2" cstate="print">
              <a:duotone>
                <a:schemeClr val="accent2">
                  <a:shade val="45000"/>
                  <a:satMod val="135000"/>
                </a:schemeClr>
                <a:prstClr val="white"/>
              </a:duotone>
              <a:alphaModFix amt="35000"/>
              <a:extLst>
                <a:ext uri="{BEBA8EAE-BF5A-486C-A8C5-ECC9F3942E4B}">
                  <a14:imgProps xmlns:a14="http://schemas.microsoft.com/office/drawing/2010/main">
                    <a14:imgLayer r:embed="rId4">
                      <a14:imgEffect>
                        <a14:saturation sat="111000"/>
                      </a14:imgEffect>
                    </a14:imgLayer>
                  </a14:imgProps>
                </a:ext>
                <a:ext uri="{28A0092B-C50C-407E-A947-70E740481C1C}">
                  <a14:useLocalDpi xmlns:a14="http://schemas.microsoft.com/office/drawing/2010/main" val="0"/>
                </a:ext>
              </a:extLst>
            </a:blip>
            <a:srcRect l="1739" t="63661" r="5362" b="19583"/>
            <a:stretch/>
          </p:blipFill>
          <p:spPr>
            <a:xfrm>
              <a:off x="159624" y="4005943"/>
              <a:ext cx="8480529" cy="969469"/>
            </a:xfrm>
            <a:prstGeom prst="rect">
              <a:avLst/>
            </a:prstGeom>
          </p:spPr>
        </p:pic>
      </p:grpSp>
      <p:grpSp>
        <p:nvGrpSpPr>
          <p:cNvPr id="31" name="Group 30">
            <a:extLst>
              <a:ext uri="{FF2B5EF4-FFF2-40B4-BE49-F238E27FC236}">
                <a16:creationId xmlns:a16="http://schemas.microsoft.com/office/drawing/2014/main" id="{35F79545-55AF-3C4E-7021-5D217CF12C42}"/>
              </a:ext>
            </a:extLst>
          </p:cNvPr>
          <p:cNvGrpSpPr/>
          <p:nvPr/>
        </p:nvGrpSpPr>
        <p:grpSpPr>
          <a:xfrm>
            <a:off x="175521" y="171154"/>
            <a:ext cx="8478799" cy="975344"/>
            <a:chOff x="166640" y="4012681"/>
            <a:chExt cx="8480529" cy="976247"/>
          </a:xfrm>
        </p:grpSpPr>
        <p:pic>
          <p:nvPicPr>
            <p:cNvPr id="29" name="Picture Placeholder 10">
              <a:extLst>
                <a:ext uri="{FF2B5EF4-FFF2-40B4-BE49-F238E27FC236}">
                  <a16:creationId xmlns:a16="http://schemas.microsoft.com/office/drawing/2014/main" id="{48AA5444-C2D2-E9FC-F023-20A7BF68FF06}"/>
                </a:ext>
              </a:extLst>
            </p:cNvPr>
            <p:cNvPicPr>
              <a:picLocks noChangeAspect="1"/>
            </p:cNvPicPr>
            <p:nvPr/>
          </p:nvPicPr>
          <p:blipFill>
            <a:blip r:embed="rId2" cstate="print">
              <a:duotone>
                <a:schemeClr val="accent3">
                  <a:shade val="45000"/>
                  <a:satMod val="135000"/>
                </a:schemeClr>
                <a:prstClr val="white"/>
              </a:duotone>
              <a:alphaModFix amt="45000"/>
              <a:extLst>
                <a:ext uri="{BEBA8EAE-BF5A-486C-A8C5-ECC9F3942E4B}">
                  <a14:imgProps xmlns:a14="http://schemas.microsoft.com/office/drawing/2010/main">
                    <a14:imgLayer r:embed="rId3">
                      <a14:imgEffect>
                        <a14:saturation sat="111000"/>
                      </a14:imgEffect>
                    </a14:imgLayer>
                  </a14:imgProps>
                </a:ext>
                <a:ext uri="{28A0092B-C50C-407E-A947-70E740481C1C}">
                  <a14:useLocalDpi xmlns:a14="http://schemas.microsoft.com/office/drawing/2010/main" val="0"/>
                </a:ext>
              </a:extLst>
            </a:blip>
            <a:srcRect l="1739" t="41723" r="5362" b="41519"/>
            <a:stretch/>
          </p:blipFill>
          <p:spPr>
            <a:xfrm>
              <a:off x="170019" y="4019402"/>
              <a:ext cx="8476937" cy="969526"/>
            </a:xfrm>
            <a:prstGeom prst="rect">
              <a:avLst/>
            </a:prstGeom>
          </p:spPr>
        </p:pic>
        <p:pic>
          <p:nvPicPr>
            <p:cNvPr id="30" name="Picture Placeholder 10">
              <a:extLst>
                <a:ext uri="{FF2B5EF4-FFF2-40B4-BE49-F238E27FC236}">
                  <a16:creationId xmlns:a16="http://schemas.microsoft.com/office/drawing/2014/main" id="{1A04ECD7-513B-139A-1CDD-9C9638FB1740}"/>
                </a:ext>
              </a:extLst>
            </p:cNvPr>
            <p:cNvPicPr>
              <a:picLocks noChangeAspect="1"/>
            </p:cNvPicPr>
            <p:nvPr/>
          </p:nvPicPr>
          <p:blipFill>
            <a:blip r:embed="rId2" cstate="print">
              <a:duotone>
                <a:schemeClr val="accent2">
                  <a:shade val="45000"/>
                  <a:satMod val="135000"/>
                </a:schemeClr>
                <a:prstClr val="white"/>
              </a:duotone>
              <a:alphaModFix amt="35000"/>
              <a:extLst>
                <a:ext uri="{BEBA8EAE-BF5A-486C-A8C5-ECC9F3942E4B}">
                  <a14:imgProps xmlns:a14="http://schemas.microsoft.com/office/drawing/2010/main">
                    <a14:imgLayer r:embed="rId4">
                      <a14:imgEffect>
                        <a14:saturation sat="111000"/>
                      </a14:imgEffect>
                    </a14:imgLayer>
                  </a14:imgProps>
                </a:ext>
                <a:ext uri="{28A0092B-C50C-407E-A947-70E740481C1C}">
                  <a14:useLocalDpi xmlns:a14="http://schemas.microsoft.com/office/drawing/2010/main" val="0"/>
                </a:ext>
              </a:extLst>
            </a:blip>
            <a:srcRect l="1739" t="41535" r="5362" b="41709"/>
            <a:stretch/>
          </p:blipFill>
          <p:spPr>
            <a:xfrm>
              <a:off x="166640" y="4012681"/>
              <a:ext cx="8480529" cy="969469"/>
            </a:xfrm>
            <a:prstGeom prst="rect">
              <a:avLst/>
            </a:prstGeom>
          </p:spPr>
        </p:pic>
      </p:grpSp>
      <p:sp>
        <p:nvSpPr>
          <p:cNvPr id="7" name="Rectangle 6">
            <a:extLst>
              <a:ext uri="{FF2B5EF4-FFF2-40B4-BE49-F238E27FC236}">
                <a16:creationId xmlns:a16="http://schemas.microsoft.com/office/drawing/2014/main" id="{E96C45AF-A3BD-B19D-CB82-4BF9B0DA1987}"/>
              </a:ext>
            </a:extLst>
          </p:cNvPr>
          <p:cNvSpPr/>
          <p:nvPr/>
        </p:nvSpPr>
        <p:spPr>
          <a:xfrm>
            <a:off x="172192" y="1141639"/>
            <a:ext cx="8484920" cy="601436"/>
          </a:xfrm>
          <a:prstGeom prst="rect">
            <a:avLst/>
          </a:prstGeom>
          <a:solidFill>
            <a:schemeClr val="bg2">
              <a:lumMod val="75000"/>
              <a:alpha val="9014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grpSp>
        <p:nvGrpSpPr>
          <p:cNvPr id="3" name="Group 2">
            <a:extLst>
              <a:ext uri="{FF2B5EF4-FFF2-40B4-BE49-F238E27FC236}">
                <a16:creationId xmlns:a16="http://schemas.microsoft.com/office/drawing/2014/main" id="{03E082A0-8692-67EE-ACA2-525ED0D7CDCA}"/>
              </a:ext>
            </a:extLst>
          </p:cNvPr>
          <p:cNvGrpSpPr/>
          <p:nvPr/>
        </p:nvGrpSpPr>
        <p:grpSpPr>
          <a:xfrm>
            <a:off x="422725" y="1281568"/>
            <a:ext cx="7992705" cy="2042518"/>
            <a:chOff x="422725" y="1281568"/>
            <a:chExt cx="7992705" cy="2042518"/>
          </a:xfrm>
        </p:grpSpPr>
        <p:grpSp>
          <p:nvGrpSpPr>
            <p:cNvPr id="19" name="Group 18">
              <a:extLst>
                <a:ext uri="{FF2B5EF4-FFF2-40B4-BE49-F238E27FC236}">
                  <a16:creationId xmlns:a16="http://schemas.microsoft.com/office/drawing/2014/main" id="{C734A456-6E86-4995-8714-9CA6E4AF48B5}"/>
                </a:ext>
              </a:extLst>
            </p:cNvPr>
            <p:cNvGrpSpPr/>
            <p:nvPr/>
          </p:nvGrpSpPr>
          <p:grpSpPr>
            <a:xfrm>
              <a:off x="693052" y="2378528"/>
              <a:ext cx="7612748" cy="945558"/>
              <a:chOff x="693052" y="2759528"/>
              <a:chExt cx="7612748" cy="945558"/>
            </a:xfrm>
          </p:grpSpPr>
          <p:grpSp>
            <p:nvGrpSpPr>
              <p:cNvPr id="18" name="Group 17">
                <a:extLst>
                  <a:ext uri="{FF2B5EF4-FFF2-40B4-BE49-F238E27FC236}">
                    <a16:creationId xmlns:a16="http://schemas.microsoft.com/office/drawing/2014/main" id="{B0A7AB35-424E-B9E6-C2F7-B5B50E9D5401}"/>
                  </a:ext>
                </a:extLst>
              </p:cNvPr>
              <p:cNvGrpSpPr/>
              <p:nvPr/>
            </p:nvGrpSpPr>
            <p:grpSpPr>
              <a:xfrm>
                <a:off x="693052" y="2759528"/>
                <a:ext cx="5407777" cy="942836"/>
                <a:chOff x="693052" y="2759528"/>
                <a:chExt cx="5407777" cy="942836"/>
              </a:xfrm>
            </p:grpSpPr>
            <p:sp>
              <p:nvSpPr>
                <p:cNvPr id="10" name="Freeform 9">
                  <a:extLst>
                    <a:ext uri="{FF2B5EF4-FFF2-40B4-BE49-F238E27FC236}">
                      <a16:creationId xmlns:a16="http://schemas.microsoft.com/office/drawing/2014/main" id="{15C1BC9C-13CD-3E5F-F1DF-65C9900D3CFF}"/>
                    </a:ext>
                  </a:extLst>
                </p:cNvPr>
                <p:cNvSpPr/>
                <p:nvPr/>
              </p:nvSpPr>
              <p:spPr>
                <a:xfrm>
                  <a:off x="693052" y="2759528"/>
                  <a:ext cx="2024294" cy="942836"/>
                </a:xfrm>
                <a:custGeom>
                  <a:avLst/>
                  <a:gdLst>
                    <a:gd name="connsiteX0" fmla="*/ 0 w 1542675"/>
                    <a:gd name="connsiteY0" fmla="*/ 85704 h 857041"/>
                    <a:gd name="connsiteX1" fmla="*/ 85704 w 1542675"/>
                    <a:gd name="connsiteY1" fmla="*/ 0 h 857041"/>
                    <a:gd name="connsiteX2" fmla="*/ 1456971 w 1542675"/>
                    <a:gd name="connsiteY2" fmla="*/ 0 h 857041"/>
                    <a:gd name="connsiteX3" fmla="*/ 1542675 w 1542675"/>
                    <a:gd name="connsiteY3" fmla="*/ 85704 h 857041"/>
                    <a:gd name="connsiteX4" fmla="*/ 1542675 w 1542675"/>
                    <a:gd name="connsiteY4" fmla="*/ 771337 h 857041"/>
                    <a:gd name="connsiteX5" fmla="*/ 1456971 w 1542675"/>
                    <a:gd name="connsiteY5" fmla="*/ 857041 h 857041"/>
                    <a:gd name="connsiteX6" fmla="*/ 85704 w 1542675"/>
                    <a:gd name="connsiteY6" fmla="*/ 857041 h 857041"/>
                    <a:gd name="connsiteX7" fmla="*/ 0 w 1542675"/>
                    <a:gd name="connsiteY7" fmla="*/ 771337 h 857041"/>
                    <a:gd name="connsiteX8" fmla="*/ 0 w 1542675"/>
                    <a:gd name="connsiteY8" fmla="*/ 85704 h 857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2675" h="857041">
                      <a:moveTo>
                        <a:pt x="0" y="85704"/>
                      </a:moveTo>
                      <a:cubicBezTo>
                        <a:pt x="0" y="38371"/>
                        <a:pt x="38371" y="0"/>
                        <a:pt x="85704" y="0"/>
                      </a:cubicBezTo>
                      <a:lnTo>
                        <a:pt x="1456971" y="0"/>
                      </a:lnTo>
                      <a:cubicBezTo>
                        <a:pt x="1504304" y="0"/>
                        <a:pt x="1542675" y="38371"/>
                        <a:pt x="1542675" y="85704"/>
                      </a:cubicBezTo>
                      <a:lnTo>
                        <a:pt x="1542675" y="771337"/>
                      </a:lnTo>
                      <a:cubicBezTo>
                        <a:pt x="1542675" y="818670"/>
                        <a:pt x="1504304" y="857041"/>
                        <a:pt x="1456971" y="857041"/>
                      </a:cubicBezTo>
                      <a:lnTo>
                        <a:pt x="85704" y="857041"/>
                      </a:lnTo>
                      <a:cubicBezTo>
                        <a:pt x="38371" y="857041"/>
                        <a:pt x="0" y="818670"/>
                        <a:pt x="0" y="771337"/>
                      </a:cubicBezTo>
                      <a:lnTo>
                        <a:pt x="0" y="85704"/>
                      </a:lnTo>
                      <a:close/>
                    </a:path>
                  </a:pathLst>
                </a:custGeom>
                <a:solidFill>
                  <a:schemeClr val="bg1">
                    <a:lumMod val="65000"/>
                  </a:schemeClr>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lvl="0" algn="ctr" defTabSz="977900">
                    <a:lnSpc>
                      <a:spcPct val="90000"/>
                    </a:lnSpc>
                    <a:spcBef>
                      <a:spcPct val="0"/>
                    </a:spcBef>
                    <a:spcAft>
                      <a:spcPct val="35000"/>
                    </a:spcAft>
                  </a:pPr>
                  <a:r>
                    <a:rPr lang="en-US" sz="1400" b="1" dirty="0">
                      <a:latin typeface="Verdana" panose="020B0604030504040204" pitchFamily="34" charset="0"/>
                      <a:cs typeface="Arial" panose="020B0604020202020204" pitchFamily="34" charset="0"/>
                    </a:rPr>
                    <a:t>GNSS </a:t>
                  </a:r>
                </a:p>
                <a:p>
                  <a:pPr lvl="0" algn="ctr" defTabSz="977900">
                    <a:lnSpc>
                      <a:spcPct val="90000"/>
                    </a:lnSpc>
                    <a:spcBef>
                      <a:spcPct val="0"/>
                    </a:spcBef>
                    <a:spcAft>
                      <a:spcPct val="35000"/>
                    </a:spcAft>
                  </a:pPr>
                  <a:r>
                    <a:rPr lang="en-US" sz="1400" i="1" dirty="0">
                      <a:latin typeface="Verdana" panose="020B0604030504040204" pitchFamily="34" charset="0"/>
                      <a:cs typeface="Arial" panose="020B0604020202020204" pitchFamily="34" charset="0"/>
                    </a:rPr>
                    <a:t>Global Satellite Navigation System</a:t>
                  </a:r>
                  <a:endParaRPr lang="en-US" sz="1400" i="1" kern="1200" dirty="0">
                    <a:latin typeface="Verdana" panose="020B0604030504040204" pitchFamily="34" charset="0"/>
                    <a:cs typeface="Arial" panose="020B0604020202020204" pitchFamily="34" charset="0"/>
                  </a:endParaRPr>
                </a:p>
              </p:txBody>
            </p:sp>
            <p:sp>
              <p:nvSpPr>
                <p:cNvPr id="11" name="Freeform 10">
                  <a:extLst>
                    <a:ext uri="{FF2B5EF4-FFF2-40B4-BE49-F238E27FC236}">
                      <a16:creationId xmlns:a16="http://schemas.microsoft.com/office/drawing/2014/main" id="{213656AC-7C46-527B-50A8-2204F4CE2C1A}"/>
                    </a:ext>
                  </a:extLst>
                </p:cNvPr>
                <p:cNvSpPr/>
                <p:nvPr/>
              </p:nvSpPr>
              <p:spPr>
                <a:xfrm rot="16200000">
                  <a:off x="2797096" y="2941027"/>
                  <a:ext cx="385668" cy="599329"/>
                </a:xfrm>
                <a:custGeom>
                  <a:avLst/>
                  <a:gdLst>
                    <a:gd name="connsiteX0" fmla="*/ 0 w 321390"/>
                    <a:gd name="connsiteY0" fmla="*/ 77134 h 385668"/>
                    <a:gd name="connsiteX1" fmla="*/ 160695 w 321390"/>
                    <a:gd name="connsiteY1" fmla="*/ 77134 h 385668"/>
                    <a:gd name="connsiteX2" fmla="*/ 160695 w 321390"/>
                    <a:gd name="connsiteY2" fmla="*/ 0 h 385668"/>
                    <a:gd name="connsiteX3" fmla="*/ 321390 w 321390"/>
                    <a:gd name="connsiteY3" fmla="*/ 192834 h 385668"/>
                    <a:gd name="connsiteX4" fmla="*/ 160695 w 321390"/>
                    <a:gd name="connsiteY4" fmla="*/ 385668 h 385668"/>
                    <a:gd name="connsiteX5" fmla="*/ 160695 w 321390"/>
                    <a:gd name="connsiteY5" fmla="*/ 308534 h 385668"/>
                    <a:gd name="connsiteX6" fmla="*/ 0 w 321390"/>
                    <a:gd name="connsiteY6" fmla="*/ 308534 h 385668"/>
                    <a:gd name="connsiteX7" fmla="*/ 0 w 321390"/>
                    <a:gd name="connsiteY7" fmla="*/ 77134 h 38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390" h="385668">
                      <a:moveTo>
                        <a:pt x="257112" y="0"/>
                      </a:moveTo>
                      <a:lnTo>
                        <a:pt x="257112" y="192834"/>
                      </a:lnTo>
                      <a:lnTo>
                        <a:pt x="321390" y="192834"/>
                      </a:lnTo>
                      <a:lnTo>
                        <a:pt x="160695" y="385668"/>
                      </a:lnTo>
                      <a:lnTo>
                        <a:pt x="0" y="192834"/>
                      </a:lnTo>
                      <a:lnTo>
                        <a:pt x="64278" y="192834"/>
                      </a:lnTo>
                      <a:lnTo>
                        <a:pt x="64278" y="0"/>
                      </a:lnTo>
                      <a:lnTo>
                        <a:pt x="257112" y="0"/>
                      </a:lnTo>
                      <a:close/>
                    </a:path>
                  </a:pathLst>
                </a:custGeom>
                <a:solidFill>
                  <a:schemeClr val="bg1">
                    <a:lumMod val="65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7135" tIns="0" rIns="77133" bIns="96417" numCol="1" spcCol="1270" anchor="ctr" anchorCtr="0">
                  <a:noAutofit/>
                </a:bodyPr>
                <a:lstStyle/>
                <a:p>
                  <a:pPr marL="0" lvl="0" indent="0" algn="ctr" defTabSz="711200">
                    <a:lnSpc>
                      <a:spcPct val="90000"/>
                    </a:lnSpc>
                    <a:spcBef>
                      <a:spcPct val="0"/>
                    </a:spcBef>
                    <a:spcAft>
                      <a:spcPct val="35000"/>
                    </a:spcAft>
                    <a:buNone/>
                  </a:pPr>
                  <a:endParaRPr lang="en-US" sz="1600" kern="1200" dirty="0">
                    <a:latin typeface="Verdana" panose="020B0604030504040204" pitchFamily="34" charset="0"/>
                    <a:cs typeface="Arial" panose="020B0604020202020204" pitchFamily="34" charset="0"/>
                  </a:endParaRPr>
                </a:p>
              </p:txBody>
            </p:sp>
            <p:sp>
              <p:nvSpPr>
                <p:cNvPr id="13" name="Freeform 12">
                  <a:extLst>
                    <a:ext uri="{FF2B5EF4-FFF2-40B4-BE49-F238E27FC236}">
                      <a16:creationId xmlns:a16="http://schemas.microsoft.com/office/drawing/2014/main" id="{27F03873-31E8-0567-255C-CEC6DACCF5F1}"/>
                    </a:ext>
                  </a:extLst>
                </p:cNvPr>
                <p:cNvSpPr/>
                <p:nvPr/>
              </p:nvSpPr>
              <p:spPr>
                <a:xfrm>
                  <a:off x="3485238" y="2759528"/>
                  <a:ext cx="2024294" cy="942836"/>
                </a:xfrm>
                <a:custGeom>
                  <a:avLst/>
                  <a:gdLst>
                    <a:gd name="connsiteX0" fmla="*/ 0 w 1542675"/>
                    <a:gd name="connsiteY0" fmla="*/ 85704 h 857041"/>
                    <a:gd name="connsiteX1" fmla="*/ 85704 w 1542675"/>
                    <a:gd name="connsiteY1" fmla="*/ 0 h 857041"/>
                    <a:gd name="connsiteX2" fmla="*/ 1456971 w 1542675"/>
                    <a:gd name="connsiteY2" fmla="*/ 0 h 857041"/>
                    <a:gd name="connsiteX3" fmla="*/ 1542675 w 1542675"/>
                    <a:gd name="connsiteY3" fmla="*/ 85704 h 857041"/>
                    <a:gd name="connsiteX4" fmla="*/ 1542675 w 1542675"/>
                    <a:gd name="connsiteY4" fmla="*/ 771337 h 857041"/>
                    <a:gd name="connsiteX5" fmla="*/ 1456971 w 1542675"/>
                    <a:gd name="connsiteY5" fmla="*/ 857041 h 857041"/>
                    <a:gd name="connsiteX6" fmla="*/ 85704 w 1542675"/>
                    <a:gd name="connsiteY6" fmla="*/ 857041 h 857041"/>
                    <a:gd name="connsiteX7" fmla="*/ 0 w 1542675"/>
                    <a:gd name="connsiteY7" fmla="*/ 771337 h 857041"/>
                    <a:gd name="connsiteX8" fmla="*/ 0 w 1542675"/>
                    <a:gd name="connsiteY8" fmla="*/ 85704 h 857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2675" h="857041">
                      <a:moveTo>
                        <a:pt x="0" y="85704"/>
                      </a:moveTo>
                      <a:cubicBezTo>
                        <a:pt x="0" y="38371"/>
                        <a:pt x="38371" y="0"/>
                        <a:pt x="85704" y="0"/>
                      </a:cubicBezTo>
                      <a:lnTo>
                        <a:pt x="1456971" y="0"/>
                      </a:lnTo>
                      <a:cubicBezTo>
                        <a:pt x="1504304" y="0"/>
                        <a:pt x="1542675" y="38371"/>
                        <a:pt x="1542675" y="85704"/>
                      </a:cubicBezTo>
                      <a:lnTo>
                        <a:pt x="1542675" y="771337"/>
                      </a:lnTo>
                      <a:cubicBezTo>
                        <a:pt x="1542675" y="818670"/>
                        <a:pt x="1504304" y="857041"/>
                        <a:pt x="1456971" y="857041"/>
                      </a:cubicBezTo>
                      <a:lnTo>
                        <a:pt x="85704" y="857041"/>
                      </a:lnTo>
                      <a:cubicBezTo>
                        <a:pt x="38371" y="857041"/>
                        <a:pt x="0" y="818670"/>
                        <a:pt x="0" y="771337"/>
                      </a:cubicBezTo>
                      <a:lnTo>
                        <a:pt x="0" y="85704"/>
                      </a:lnTo>
                      <a:close/>
                    </a:path>
                  </a:pathLst>
                </a:custGeom>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lvl="0" algn="ctr" defTabSz="977900">
                    <a:lnSpc>
                      <a:spcPct val="90000"/>
                    </a:lnSpc>
                    <a:spcBef>
                      <a:spcPct val="0"/>
                    </a:spcBef>
                    <a:spcAft>
                      <a:spcPct val="35000"/>
                    </a:spcAft>
                  </a:pPr>
                  <a:r>
                    <a:rPr lang="en-US" sz="1400" b="1" dirty="0">
                      <a:latin typeface="Verdana" panose="020B0604030504040204" pitchFamily="34" charset="0"/>
                      <a:cs typeface="Arial" panose="020B0604020202020204" pitchFamily="34" charset="0"/>
                    </a:rPr>
                    <a:t>RTK</a:t>
                  </a:r>
                </a:p>
                <a:p>
                  <a:pPr lvl="0" algn="ctr" defTabSz="977900">
                    <a:lnSpc>
                      <a:spcPct val="90000"/>
                    </a:lnSpc>
                    <a:spcBef>
                      <a:spcPct val="0"/>
                    </a:spcBef>
                    <a:spcAft>
                      <a:spcPct val="35000"/>
                    </a:spcAft>
                  </a:pPr>
                  <a:r>
                    <a:rPr lang="en-US" sz="1400" i="1" dirty="0">
                      <a:latin typeface="Verdana" panose="020B0604030504040204" pitchFamily="34" charset="0"/>
                      <a:cs typeface="Arial" panose="020B0604020202020204" pitchFamily="34" charset="0"/>
                    </a:rPr>
                    <a:t>Real-Time </a:t>
                  </a:r>
                  <a:br>
                    <a:rPr lang="en-US" sz="1400" i="1" dirty="0">
                      <a:latin typeface="Verdana" panose="020B0604030504040204" pitchFamily="34" charset="0"/>
                      <a:cs typeface="Arial" panose="020B0604020202020204" pitchFamily="34" charset="0"/>
                    </a:rPr>
                  </a:br>
                  <a:r>
                    <a:rPr lang="en-US" sz="1400" i="1" dirty="0">
                      <a:latin typeface="Verdana" panose="020B0604030504040204" pitchFamily="34" charset="0"/>
                      <a:cs typeface="Arial" panose="020B0604020202020204" pitchFamily="34" charset="0"/>
                    </a:rPr>
                    <a:t>Kinematics</a:t>
                  </a:r>
                  <a:endParaRPr lang="en-US" sz="1400" i="1" kern="1200" dirty="0">
                    <a:latin typeface="Verdana" panose="020B0604030504040204" pitchFamily="34" charset="0"/>
                    <a:cs typeface="Arial" panose="020B0604020202020204" pitchFamily="34" charset="0"/>
                  </a:endParaRPr>
                </a:p>
              </p:txBody>
            </p:sp>
            <p:sp>
              <p:nvSpPr>
                <p:cNvPr id="14" name="Freeform 13">
                  <a:extLst>
                    <a:ext uri="{FF2B5EF4-FFF2-40B4-BE49-F238E27FC236}">
                      <a16:creationId xmlns:a16="http://schemas.microsoft.com/office/drawing/2014/main" id="{93171DAE-5F91-2526-2C15-7865C2F55BA5}"/>
                    </a:ext>
                  </a:extLst>
                </p:cNvPr>
                <p:cNvSpPr/>
                <p:nvPr/>
              </p:nvSpPr>
              <p:spPr>
                <a:xfrm rot="16200000">
                  <a:off x="5586559" y="2909419"/>
                  <a:ext cx="385668" cy="642872"/>
                </a:xfrm>
                <a:custGeom>
                  <a:avLst/>
                  <a:gdLst>
                    <a:gd name="connsiteX0" fmla="*/ 0 w 321390"/>
                    <a:gd name="connsiteY0" fmla="*/ 77134 h 385668"/>
                    <a:gd name="connsiteX1" fmla="*/ 160695 w 321390"/>
                    <a:gd name="connsiteY1" fmla="*/ 77134 h 385668"/>
                    <a:gd name="connsiteX2" fmla="*/ 160695 w 321390"/>
                    <a:gd name="connsiteY2" fmla="*/ 0 h 385668"/>
                    <a:gd name="connsiteX3" fmla="*/ 321390 w 321390"/>
                    <a:gd name="connsiteY3" fmla="*/ 192834 h 385668"/>
                    <a:gd name="connsiteX4" fmla="*/ 160695 w 321390"/>
                    <a:gd name="connsiteY4" fmla="*/ 385668 h 385668"/>
                    <a:gd name="connsiteX5" fmla="*/ 160695 w 321390"/>
                    <a:gd name="connsiteY5" fmla="*/ 308534 h 385668"/>
                    <a:gd name="connsiteX6" fmla="*/ 0 w 321390"/>
                    <a:gd name="connsiteY6" fmla="*/ 308534 h 385668"/>
                    <a:gd name="connsiteX7" fmla="*/ 0 w 321390"/>
                    <a:gd name="connsiteY7" fmla="*/ 77134 h 38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390" h="385668">
                      <a:moveTo>
                        <a:pt x="257112" y="0"/>
                      </a:moveTo>
                      <a:lnTo>
                        <a:pt x="257112" y="192834"/>
                      </a:lnTo>
                      <a:lnTo>
                        <a:pt x="321390" y="192834"/>
                      </a:lnTo>
                      <a:lnTo>
                        <a:pt x="160695" y="385668"/>
                      </a:lnTo>
                      <a:lnTo>
                        <a:pt x="0" y="192834"/>
                      </a:lnTo>
                      <a:lnTo>
                        <a:pt x="64278" y="192834"/>
                      </a:lnTo>
                      <a:lnTo>
                        <a:pt x="64278" y="0"/>
                      </a:lnTo>
                      <a:lnTo>
                        <a:pt x="257112" y="0"/>
                      </a:lnTo>
                      <a:close/>
                    </a:path>
                  </a:pathLst>
                </a:cu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77135" tIns="0" rIns="77133" bIns="96417" numCol="1" spcCol="1270" anchor="ctr" anchorCtr="0">
                  <a:noAutofit/>
                </a:bodyPr>
                <a:lstStyle/>
                <a:p>
                  <a:pPr marL="0" lvl="0" indent="0" algn="ctr" defTabSz="711200">
                    <a:lnSpc>
                      <a:spcPct val="90000"/>
                    </a:lnSpc>
                    <a:spcBef>
                      <a:spcPct val="0"/>
                    </a:spcBef>
                    <a:spcAft>
                      <a:spcPct val="35000"/>
                    </a:spcAft>
                    <a:buNone/>
                  </a:pPr>
                  <a:endParaRPr lang="en-US" sz="1600" kern="1200" dirty="0">
                    <a:latin typeface="Verdana" panose="020B0604030504040204" pitchFamily="34" charset="0"/>
                    <a:cs typeface="Arial" panose="020B0604020202020204" pitchFamily="34" charset="0"/>
                  </a:endParaRPr>
                </a:p>
              </p:txBody>
            </p:sp>
          </p:grpSp>
          <p:sp>
            <p:nvSpPr>
              <p:cNvPr id="15" name="Freeform 14">
                <a:extLst>
                  <a:ext uri="{FF2B5EF4-FFF2-40B4-BE49-F238E27FC236}">
                    <a16:creationId xmlns:a16="http://schemas.microsoft.com/office/drawing/2014/main" id="{38CC57D7-7A86-9890-43F0-7727F2330A2D}"/>
                  </a:ext>
                </a:extLst>
              </p:cNvPr>
              <p:cNvSpPr/>
              <p:nvPr/>
            </p:nvSpPr>
            <p:spPr>
              <a:xfrm>
                <a:off x="6281506" y="2762250"/>
                <a:ext cx="2024294" cy="942836"/>
              </a:xfrm>
              <a:custGeom>
                <a:avLst/>
                <a:gdLst>
                  <a:gd name="connsiteX0" fmla="*/ 0 w 1542675"/>
                  <a:gd name="connsiteY0" fmla="*/ 85704 h 857041"/>
                  <a:gd name="connsiteX1" fmla="*/ 85704 w 1542675"/>
                  <a:gd name="connsiteY1" fmla="*/ 0 h 857041"/>
                  <a:gd name="connsiteX2" fmla="*/ 1456971 w 1542675"/>
                  <a:gd name="connsiteY2" fmla="*/ 0 h 857041"/>
                  <a:gd name="connsiteX3" fmla="*/ 1542675 w 1542675"/>
                  <a:gd name="connsiteY3" fmla="*/ 85704 h 857041"/>
                  <a:gd name="connsiteX4" fmla="*/ 1542675 w 1542675"/>
                  <a:gd name="connsiteY4" fmla="*/ 771337 h 857041"/>
                  <a:gd name="connsiteX5" fmla="*/ 1456971 w 1542675"/>
                  <a:gd name="connsiteY5" fmla="*/ 857041 h 857041"/>
                  <a:gd name="connsiteX6" fmla="*/ 85704 w 1542675"/>
                  <a:gd name="connsiteY6" fmla="*/ 857041 h 857041"/>
                  <a:gd name="connsiteX7" fmla="*/ 0 w 1542675"/>
                  <a:gd name="connsiteY7" fmla="*/ 771337 h 857041"/>
                  <a:gd name="connsiteX8" fmla="*/ 0 w 1542675"/>
                  <a:gd name="connsiteY8" fmla="*/ 85704 h 857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2675" h="857041">
                    <a:moveTo>
                      <a:pt x="0" y="85704"/>
                    </a:moveTo>
                    <a:cubicBezTo>
                      <a:pt x="0" y="38371"/>
                      <a:pt x="38371" y="0"/>
                      <a:pt x="85704" y="0"/>
                    </a:cubicBezTo>
                    <a:lnTo>
                      <a:pt x="1456971" y="0"/>
                    </a:lnTo>
                    <a:cubicBezTo>
                      <a:pt x="1504304" y="0"/>
                      <a:pt x="1542675" y="38371"/>
                      <a:pt x="1542675" y="85704"/>
                    </a:cubicBezTo>
                    <a:lnTo>
                      <a:pt x="1542675" y="771337"/>
                    </a:lnTo>
                    <a:cubicBezTo>
                      <a:pt x="1542675" y="818670"/>
                      <a:pt x="1504304" y="857041"/>
                      <a:pt x="1456971" y="857041"/>
                    </a:cubicBezTo>
                    <a:lnTo>
                      <a:pt x="85704" y="857041"/>
                    </a:lnTo>
                    <a:cubicBezTo>
                      <a:pt x="38371" y="857041"/>
                      <a:pt x="0" y="818670"/>
                      <a:pt x="0" y="771337"/>
                    </a:cubicBezTo>
                    <a:lnTo>
                      <a:pt x="0" y="85704"/>
                    </a:lnTo>
                    <a:close/>
                  </a:path>
                </a:pathLst>
              </a:custGeom>
              <a:solidFill>
                <a:schemeClr val="bg2">
                  <a:lumMod val="75000"/>
                </a:schemeClr>
              </a:solidFill>
              <a:ln>
                <a:no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lvl="0" algn="ctr" defTabSz="977900">
                  <a:lnSpc>
                    <a:spcPct val="90000"/>
                  </a:lnSpc>
                  <a:spcBef>
                    <a:spcPct val="0"/>
                  </a:spcBef>
                  <a:spcAft>
                    <a:spcPct val="35000"/>
                  </a:spcAft>
                </a:pPr>
                <a:r>
                  <a:rPr lang="en-US" sz="1400" b="1" dirty="0">
                    <a:latin typeface="Verdana" panose="020B0604030504040204" pitchFamily="34" charset="0"/>
                    <a:cs typeface="Arial" panose="020B0604020202020204" pitchFamily="34" charset="0"/>
                  </a:rPr>
                  <a:t>IMU </a:t>
                </a:r>
              </a:p>
              <a:p>
                <a:pPr lvl="0" algn="ctr" defTabSz="977900">
                  <a:lnSpc>
                    <a:spcPct val="90000"/>
                  </a:lnSpc>
                  <a:spcBef>
                    <a:spcPct val="0"/>
                  </a:spcBef>
                  <a:spcAft>
                    <a:spcPct val="35000"/>
                  </a:spcAft>
                </a:pPr>
                <a:r>
                  <a:rPr lang="en-US" sz="1400" i="1" dirty="0">
                    <a:latin typeface="Verdana" panose="020B0604030504040204" pitchFamily="34" charset="0"/>
                    <a:cs typeface="Arial" panose="020B0604020202020204" pitchFamily="34" charset="0"/>
                  </a:rPr>
                  <a:t>Inertial </a:t>
                </a:r>
                <a:br>
                  <a:rPr lang="en-US" sz="1400" i="1" dirty="0">
                    <a:latin typeface="Verdana" panose="020B0604030504040204" pitchFamily="34" charset="0"/>
                    <a:cs typeface="Arial" panose="020B0604020202020204" pitchFamily="34" charset="0"/>
                  </a:rPr>
                </a:br>
                <a:r>
                  <a:rPr lang="en-US" sz="1400" i="1" dirty="0">
                    <a:latin typeface="Verdana" panose="020B0604030504040204" pitchFamily="34" charset="0"/>
                    <a:cs typeface="Arial" panose="020B0604020202020204" pitchFamily="34" charset="0"/>
                  </a:rPr>
                  <a:t>Measurement Unit</a:t>
                </a:r>
                <a:endParaRPr lang="en-US" sz="1400" i="1" kern="1200" dirty="0">
                  <a:latin typeface="Verdana" panose="020B0604030504040204" pitchFamily="34" charset="0"/>
                  <a:cs typeface="Arial" panose="020B0604020202020204" pitchFamily="34" charset="0"/>
                </a:endParaRPr>
              </a:p>
            </p:txBody>
          </p:sp>
        </p:grpSp>
        <p:sp>
          <p:nvSpPr>
            <p:cNvPr id="20" name="Title 3">
              <a:extLst>
                <a:ext uri="{FF2B5EF4-FFF2-40B4-BE49-F238E27FC236}">
                  <a16:creationId xmlns:a16="http://schemas.microsoft.com/office/drawing/2014/main" id="{B2EABAB9-25C2-06A6-209D-08FF55FEFD04}"/>
                </a:ext>
              </a:extLst>
            </p:cNvPr>
            <p:cNvSpPr txBox="1">
              <a:spLocks/>
            </p:cNvSpPr>
            <p:nvPr/>
          </p:nvSpPr>
          <p:spPr>
            <a:xfrm>
              <a:off x="422725" y="1281568"/>
              <a:ext cx="7992705" cy="312415"/>
            </a:xfrm>
            <a:prstGeom prst="rect">
              <a:avLst/>
            </a:prstGeom>
          </p:spPr>
          <p:txBody>
            <a:bodyPr vert="horz" lIns="0" tIns="0" rIns="0" bIns="0" rtlCol="0" anchor="ctr">
              <a:noAutofit/>
            </a:bodyPr>
            <a:lstStyle>
              <a:lvl1pPr algn="l" defTabSz="685766" rtl="0" eaLnBrk="1" latinLnBrk="0" hangingPunct="1">
                <a:lnSpc>
                  <a:spcPct val="110000"/>
                </a:lnSpc>
                <a:spcBef>
                  <a:spcPct val="0"/>
                </a:spcBef>
                <a:buNone/>
                <a:defRPr sz="2400" b="0" i="0" kern="1200">
                  <a:solidFill>
                    <a:schemeClr val="tx1"/>
                  </a:solidFill>
                  <a:latin typeface="Verdana" panose="020B0604030504040204" pitchFamily="34" charset="0"/>
                  <a:ea typeface="+mj-ea"/>
                  <a:cs typeface="+mj-cs"/>
                </a:defRPr>
              </a:lvl1pPr>
            </a:lstStyle>
            <a:p>
              <a:pPr algn="ctr"/>
              <a:r>
                <a:rPr lang="en-US" sz="1600" b="1" dirty="0">
                  <a:solidFill>
                    <a:schemeClr val="bg1"/>
                  </a:solidFill>
                  <a:latin typeface="+mn-lt"/>
                  <a:ea typeface="Verdana" panose="020B0604030504040204" pitchFamily="34" charset="0"/>
                </a:rPr>
                <a:t>Key Technologies</a:t>
              </a:r>
              <a:endParaRPr lang="en-US" sz="1600" b="1" dirty="0">
                <a:solidFill>
                  <a:schemeClr val="bg1"/>
                </a:solidFill>
                <a:latin typeface="+mn-lt"/>
              </a:endParaRPr>
            </a:p>
          </p:txBody>
        </p:sp>
      </p:grpSp>
    </p:spTree>
    <p:extLst>
      <p:ext uri="{BB962C8B-B14F-4D97-AF65-F5344CB8AC3E}">
        <p14:creationId xmlns:p14="http://schemas.microsoft.com/office/powerpoint/2010/main" val="832041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0-#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1000"/>
                                        <p:tgtEl>
                                          <p:spTgt spid="31"/>
                                        </p:tgtEl>
                                      </p:cBhvr>
                                    </p:animEffec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1000"/>
                                        <p:tgtEl>
                                          <p:spTgt spid="23"/>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770415-034E-87A8-7F7B-5836E0074CE3}"/>
              </a:ext>
            </a:extLst>
          </p:cNvPr>
          <p:cNvSpPr>
            <a:spLocks noGrp="1"/>
          </p:cNvSpPr>
          <p:nvPr>
            <p:ph type="title"/>
          </p:nvPr>
        </p:nvSpPr>
        <p:spPr/>
        <p:txBody>
          <a:bodyPr/>
          <a:lstStyle/>
          <a:p>
            <a:pPr algn="ctr"/>
            <a:r>
              <a:rPr lang="sv-SE" sz="1800" b="1"/>
              <a:t>GNSS (Global Satellite Navigation System)</a:t>
            </a:r>
            <a:endParaRPr lang="en-US" sz="1800" b="1" dirty="0"/>
          </a:p>
        </p:txBody>
      </p:sp>
      <p:grpSp>
        <p:nvGrpSpPr>
          <p:cNvPr id="31" name="Group 30">
            <a:extLst>
              <a:ext uri="{FF2B5EF4-FFF2-40B4-BE49-F238E27FC236}">
                <a16:creationId xmlns:a16="http://schemas.microsoft.com/office/drawing/2014/main" id="{6DF05858-6370-1BE2-FE8F-44BD00487D6F}"/>
              </a:ext>
            </a:extLst>
          </p:cNvPr>
          <p:cNvGrpSpPr/>
          <p:nvPr/>
        </p:nvGrpSpPr>
        <p:grpSpPr>
          <a:xfrm>
            <a:off x="548674" y="1576322"/>
            <a:ext cx="2876329" cy="1033097"/>
            <a:chOff x="548674" y="1576322"/>
            <a:chExt cx="2876329" cy="1033097"/>
          </a:xfrm>
        </p:grpSpPr>
        <p:sp>
          <p:nvSpPr>
            <p:cNvPr id="6" name="Oval 5">
              <a:extLst>
                <a:ext uri="{FF2B5EF4-FFF2-40B4-BE49-F238E27FC236}">
                  <a16:creationId xmlns:a16="http://schemas.microsoft.com/office/drawing/2014/main" id="{27E8F5FF-E083-E2C1-CFAB-4AC18D35D0B4}"/>
                </a:ext>
              </a:extLst>
            </p:cNvPr>
            <p:cNvSpPr/>
            <p:nvPr/>
          </p:nvSpPr>
          <p:spPr>
            <a:xfrm>
              <a:off x="548674" y="1576322"/>
              <a:ext cx="1033097" cy="1033097"/>
            </a:xfrm>
            <a:prstGeom prst="ellipse">
              <a:avLst/>
            </a:prstGeom>
            <a:solidFill>
              <a:srgbClr val="096580"/>
            </a:solidFill>
            <a:scene3d>
              <a:camera prst="orthographicFront"/>
              <a:lightRig rig="balanced" dir="t"/>
            </a:scene3d>
            <a:sp3d extrusionH="76200" contourW="12700">
              <a:bevelT/>
              <a:bevelB/>
              <a:extrusionClr>
                <a:schemeClr val="bg1"/>
              </a:extrusionClr>
              <a:contourClr>
                <a:schemeClr val="bg2">
                  <a:lumMod val="50000"/>
                </a:schemeClr>
              </a:contourClr>
            </a:sp3d>
          </p:spPr>
          <p:style>
            <a:lnRef idx="0">
              <a:schemeClr val="lt1">
                <a:alpha val="0"/>
                <a:hueOff val="0"/>
                <a:satOff val="0"/>
                <a:lumOff val="0"/>
                <a:alphaOff val="0"/>
              </a:schemeClr>
            </a:lnRef>
            <a:fillRef idx="1">
              <a:scrgbClr r="0" g="0" b="0"/>
            </a:fillRef>
            <a:effectRef idx="0">
              <a:schemeClr val="accent4">
                <a:hueOff val="0"/>
                <a:satOff val="0"/>
                <a:lumOff val="0"/>
                <a:alphaOff val="0"/>
              </a:schemeClr>
            </a:effectRef>
            <a:fontRef idx="minor"/>
          </p:style>
          <p:txBody>
            <a:bodyPr/>
            <a:lstStyle/>
            <a:p>
              <a:endParaRPr lang="en-US" dirty="0"/>
            </a:p>
          </p:txBody>
        </p:sp>
        <p:sp>
          <p:nvSpPr>
            <p:cNvPr id="7" name="Rectangle 6" descr="Satellite">
              <a:extLst>
                <a:ext uri="{FF2B5EF4-FFF2-40B4-BE49-F238E27FC236}">
                  <a16:creationId xmlns:a16="http://schemas.microsoft.com/office/drawing/2014/main" id="{D4C96D47-2A16-B191-ECB5-E7DDAF52C915}"/>
                </a:ext>
              </a:extLst>
            </p:cNvPr>
            <p:cNvSpPr/>
            <p:nvPr/>
          </p:nvSpPr>
          <p:spPr>
            <a:xfrm>
              <a:off x="765624" y="1793272"/>
              <a:ext cx="599195" cy="599195"/>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8" name="Freeform 7">
              <a:extLst>
                <a:ext uri="{FF2B5EF4-FFF2-40B4-BE49-F238E27FC236}">
                  <a16:creationId xmlns:a16="http://schemas.microsoft.com/office/drawing/2014/main" id="{97048DB8-BAA5-DD77-4FB8-583CB2DE2EE6}"/>
                </a:ext>
              </a:extLst>
            </p:cNvPr>
            <p:cNvSpPr/>
            <p:nvPr/>
          </p:nvSpPr>
          <p:spPr>
            <a:xfrm>
              <a:off x="1726061" y="1695616"/>
              <a:ext cx="1698942" cy="720763"/>
            </a:xfrm>
            <a:custGeom>
              <a:avLst/>
              <a:gdLst>
                <a:gd name="connsiteX0" fmla="*/ 0 w 1698942"/>
                <a:gd name="connsiteY0" fmla="*/ 0 h 720763"/>
                <a:gd name="connsiteX1" fmla="*/ 1698942 w 1698942"/>
                <a:gd name="connsiteY1" fmla="*/ 0 h 720763"/>
                <a:gd name="connsiteX2" fmla="*/ 1698942 w 1698942"/>
                <a:gd name="connsiteY2" fmla="*/ 720763 h 720763"/>
                <a:gd name="connsiteX3" fmla="*/ 0 w 1698942"/>
                <a:gd name="connsiteY3" fmla="*/ 720763 h 720763"/>
                <a:gd name="connsiteX4" fmla="*/ 0 w 1698942"/>
                <a:gd name="connsiteY4" fmla="*/ 0 h 720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8942" h="720763">
                  <a:moveTo>
                    <a:pt x="0" y="0"/>
                  </a:moveTo>
                  <a:lnTo>
                    <a:pt x="1698942" y="0"/>
                  </a:lnTo>
                  <a:lnTo>
                    <a:pt x="1698942" y="720763"/>
                  </a:lnTo>
                  <a:lnTo>
                    <a:pt x="0" y="72076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533400">
                <a:spcBef>
                  <a:spcPct val="0"/>
                </a:spcBef>
                <a:spcAft>
                  <a:spcPct val="35000"/>
                </a:spcAft>
                <a:buNone/>
              </a:pPr>
              <a:r>
                <a:rPr lang="en-US" sz="1100" b="1" kern="1200" dirty="0">
                  <a:latin typeface="Verdana" panose="020B0604030504040204" pitchFamily="34" charset="0"/>
                  <a:cs typeface="Arial" panose="020B0604020202020204" pitchFamily="34" charset="0"/>
                </a:rPr>
                <a:t>GPS, GLONASS, Galileo, BeiDou satellite </a:t>
              </a:r>
              <a:br>
                <a:rPr lang="en-US" sz="1100" b="1" kern="1200" dirty="0">
                  <a:latin typeface="Verdana" panose="020B0604030504040204" pitchFamily="34" charset="0"/>
                  <a:cs typeface="Arial" panose="020B0604020202020204" pitchFamily="34" charset="0"/>
                </a:rPr>
              </a:br>
              <a:r>
                <a:rPr lang="en-US" sz="1100" b="1" kern="1200" dirty="0">
                  <a:latin typeface="Verdana" panose="020B0604030504040204" pitchFamily="34" charset="0"/>
                  <a:cs typeface="Arial" panose="020B0604020202020204" pitchFamily="34" charset="0"/>
                </a:rPr>
                <a:t>constellations</a:t>
              </a:r>
            </a:p>
          </p:txBody>
        </p:sp>
      </p:grpSp>
      <p:grpSp>
        <p:nvGrpSpPr>
          <p:cNvPr id="32" name="Group 31">
            <a:extLst>
              <a:ext uri="{FF2B5EF4-FFF2-40B4-BE49-F238E27FC236}">
                <a16:creationId xmlns:a16="http://schemas.microsoft.com/office/drawing/2014/main" id="{A7A4262F-F9F2-F3FD-D4AF-8D2881BEEAB1}"/>
              </a:ext>
            </a:extLst>
          </p:cNvPr>
          <p:cNvGrpSpPr/>
          <p:nvPr/>
        </p:nvGrpSpPr>
        <p:grpSpPr>
          <a:xfrm>
            <a:off x="3164857" y="1576322"/>
            <a:ext cx="2927129" cy="1033097"/>
            <a:chOff x="3164857" y="1576322"/>
            <a:chExt cx="2927129" cy="1033097"/>
          </a:xfrm>
        </p:grpSpPr>
        <p:sp>
          <p:nvSpPr>
            <p:cNvPr id="9" name="Oval 8">
              <a:extLst>
                <a:ext uri="{FF2B5EF4-FFF2-40B4-BE49-F238E27FC236}">
                  <a16:creationId xmlns:a16="http://schemas.microsoft.com/office/drawing/2014/main" id="{9DE406C3-A358-D495-BCCE-406A98ACBD11}"/>
                </a:ext>
              </a:extLst>
            </p:cNvPr>
            <p:cNvSpPr/>
            <p:nvPr/>
          </p:nvSpPr>
          <p:spPr>
            <a:xfrm>
              <a:off x="3164857" y="1576322"/>
              <a:ext cx="1033097" cy="1033097"/>
            </a:xfrm>
            <a:prstGeom prst="ellipse">
              <a:avLst/>
            </a:prstGeom>
            <a:solidFill>
              <a:srgbClr val="096580"/>
            </a:solidFill>
            <a:scene3d>
              <a:camera prst="orthographicFront"/>
              <a:lightRig rig="balanced" dir="t"/>
            </a:scene3d>
            <a:sp3d extrusionH="76200" contourW="12700">
              <a:bevelT/>
              <a:bevelB/>
              <a:extrusionClr>
                <a:schemeClr val="bg1"/>
              </a:extrusionClr>
              <a:contourClr>
                <a:schemeClr val="bg2">
                  <a:lumMod val="50000"/>
                </a:schemeClr>
              </a:contourClr>
            </a:sp3d>
          </p:spPr>
          <p:style>
            <a:lnRef idx="0">
              <a:schemeClr val="lt1">
                <a:alpha val="0"/>
                <a:hueOff val="0"/>
                <a:satOff val="0"/>
                <a:lumOff val="0"/>
                <a:alphaOff val="0"/>
              </a:schemeClr>
            </a:lnRef>
            <a:fillRef idx="1">
              <a:scrgbClr r="0" g="0" b="0"/>
            </a:fillRef>
            <a:effectRef idx="0">
              <a:schemeClr val="accent4">
                <a:hueOff val="0"/>
                <a:satOff val="0"/>
                <a:lumOff val="0"/>
                <a:alphaOff val="0"/>
              </a:schemeClr>
            </a:effectRef>
            <a:fontRef idx="minor"/>
          </p:style>
          <p:txBody>
            <a:bodyPr/>
            <a:lstStyle/>
            <a:p>
              <a:endParaRPr lang="en-US" dirty="0"/>
            </a:p>
          </p:txBody>
        </p:sp>
        <p:sp>
          <p:nvSpPr>
            <p:cNvPr id="10" name="Rectangle 9" descr="Stopwatch">
              <a:extLst>
                <a:ext uri="{FF2B5EF4-FFF2-40B4-BE49-F238E27FC236}">
                  <a16:creationId xmlns:a16="http://schemas.microsoft.com/office/drawing/2014/main" id="{E275F34D-C3E2-4A94-704C-EB719A80EE99}"/>
                </a:ext>
              </a:extLst>
            </p:cNvPr>
            <p:cNvSpPr/>
            <p:nvPr/>
          </p:nvSpPr>
          <p:spPr>
            <a:xfrm>
              <a:off x="3381807" y="1793272"/>
              <a:ext cx="599195" cy="599195"/>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11" name="Freeform 10">
              <a:extLst>
                <a:ext uri="{FF2B5EF4-FFF2-40B4-BE49-F238E27FC236}">
                  <a16:creationId xmlns:a16="http://schemas.microsoft.com/office/drawing/2014/main" id="{3FFB77B2-9610-54FB-9D59-0F4A5DD36CA5}"/>
                </a:ext>
              </a:extLst>
            </p:cNvPr>
            <p:cNvSpPr/>
            <p:nvPr/>
          </p:nvSpPr>
          <p:spPr>
            <a:xfrm>
              <a:off x="4393044" y="1675296"/>
              <a:ext cx="1698942" cy="720763"/>
            </a:xfrm>
            <a:custGeom>
              <a:avLst/>
              <a:gdLst>
                <a:gd name="connsiteX0" fmla="*/ 0 w 1698942"/>
                <a:gd name="connsiteY0" fmla="*/ 0 h 720763"/>
                <a:gd name="connsiteX1" fmla="*/ 1698942 w 1698942"/>
                <a:gd name="connsiteY1" fmla="*/ 0 h 720763"/>
                <a:gd name="connsiteX2" fmla="*/ 1698942 w 1698942"/>
                <a:gd name="connsiteY2" fmla="*/ 720763 h 720763"/>
                <a:gd name="connsiteX3" fmla="*/ 0 w 1698942"/>
                <a:gd name="connsiteY3" fmla="*/ 720763 h 720763"/>
                <a:gd name="connsiteX4" fmla="*/ 0 w 1698942"/>
                <a:gd name="connsiteY4" fmla="*/ 0 h 720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8942" h="720763">
                  <a:moveTo>
                    <a:pt x="0" y="0"/>
                  </a:moveTo>
                  <a:lnTo>
                    <a:pt x="1698942" y="0"/>
                  </a:lnTo>
                  <a:lnTo>
                    <a:pt x="1698942" y="720763"/>
                  </a:lnTo>
                  <a:lnTo>
                    <a:pt x="0" y="72076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533400">
                <a:spcBef>
                  <a:spcPct val="0"/>
                </a:spcBef>
                <a:spcAft>
                  <a:spcPct val="35000"/>
                </a:spcAft>
                <a:buNone/>
              </a:pPr>
              <a:r>
                <a:rPr lang="en-US" sz="1100" b="1" kern="1200" dirty="0">
                  <a:latin typeface="Verdana" panose="020B0604030504040204" pitchFamily="34" charset="0"/>
                  <a:cs typeface="Arial" panose="020B0604020202020204" pitchFamily="34" charset="0"/>
                </a:rPr>
                <a:t>GNSS provides Position, Speed, Heading, Time</a:t>
              </a:r>
            </a:p>
          </p:txBody>
        </p:sp>
      </p:grpSp>
      <p:grpSp>
        <p:nvGrpSpPr>
          <p:cNvPr id="33" name="Group 32">
            <a:extLst>
              <a:ext uri="{FF2B5EF4-FFF2-40B4-BE49-F238E27FC236}">
                <a16:creationId xmlns:a16="http://schemas.microsoft.com/office/drawing/2014/main" id="{613BCD73-21E2-4928-6751-8291F87F7C9F}"/>
              </a:ext>
            </a:extLst>
          </p:cNvPr>
          <p:cNvGrpSpPr/>
          <p:nvPr/>
        </p:nvGrpSpPr>
        <p:grpSpPr>
          <a:xfrm>
            <a:off x="5801360" y="1576322"/>
            <a:ext cx="2856009" cy="1033097"/>
            <a:chOff x="5801360" y="1576322"/>
            <a:chExt cx="2856009" cy="1033097"/>
          </a:xfrm>
        </p:grpSpPr>
        <p:sp>
          <p:nvSpPr>
            <p:cNvPr id="12" name="Oval 11">
              <a:extLst>
                <a:ext uri="{FF2B5EF4-FFF2-40B4-BE49-F238E27FC236}">
                  <a16:creationId xmlns:a16="http://schemas.microsoft.com/office/drawing/2014/main" id="{40260743-CCDB-0A97-A984-CDECA95D58AF}"/>
                </a:ext>
              </a:extLst>
            </p:cNvPr>
            <p:cNvSpPr/>
            <p:nvPr/>
          </p:nvSpPr>
          <p:spPr>
            <a:xfrm>
              <a:off x="5801360" y="1576322"/>
              <a:ext cx="1033097" cy="1033097"/>
            </a:xfrm>
            <a:prstGeom prst="ellipse">
              <a:avLst/>
            </a:prstGeom>
            <a:solidFill>
              <a:srgbClr val="096580"/>
            </a:solidFill>
            <a:scene3d>
              <a:camera prst="orthographicFront"/>
              <a:lightRig rig="balanced" dir="t"/>
            </a:scene3d>
            <a:sp3d extrusionH="76200" contourW="12700">
              <a:bevelT/>
              <a:bevelB/>
              <a:extrusionClr>
                <a:schemeClr val="bg1"/>
              </a:extrusionClr>
              <a:contourClr>
                <a:schemeClr val="bg2">
                  <a:lumMod val="50000"/>
                </a:schemeClr>
              </a:contourClr>
            </a:sp3d>
          </p:spPr>
          <p:style>
            <a:lnRef idx="0">
              <a:schemeClr val="lt1">
                <a:alpha val="0"/>
                <a:hueOff val="0"/>
                <a:satOff val="0"/>
                <a:lumOff val="0"/>
                <a:alphaOff val="0"/>
              </a:schemeClr>
            </a:lnRef>
            <a:fillRef idx="1">
              <a:scrgbClr r="0" g="0" b="0"/>
            </a:fillRef>
            <a:effectRef idx="0">
              <a:schemeClr val="accent4">
                <a:hueOff val="0"/>
                <a:satOff val="0"/>
                <a:lumOff val="0"/>
                <a:alphaOff val="0"/>
              </a:schemeClr>
            </a:effectRef>
            <a:fontRef idx="minor"/>
          </p:style>
          <p:txBody>
            <a:bodyPr/>
            <a:lstStyle/>
            <a:p>
              <a:endParaRPr lang="en-US" dirty="0"/>
            </a:p>
          </p:txBody>
        </p:sp>
        <p:sp>
          <p:nvSpPr>
            <p:cNvPr id="13" name="Rectangle 12" descr="Heart with Pulse">
              <a:extLst>
                <a:ext uri="{FF2B5EF4-FFF2-40B4-BE49-F238E27FC236}">
                  <a16:creationId xmlns:a16="http://schemas.microsoft.com/office/drawing/2014/main" id="{A985F7AD-3F6F-BDF7-F1B9-B355F247EFFD}"/>
                </a:ext>
              </a:extLst>
            </p:cNvPr>
            <p:cNvSpPr/>
            <p:nvPr/>
          </p:nvSpPr>
          <p:spPr>
            <a:xfrm>
              <a:off x="6018310" y="1793272"/>
              <a:ext cx="599195" cy="599195"/>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14" name="Freeform 13">
              <a:extLst>
                <a:ext uri="{FF2B5EF4-FFF2-40B4-BE49-F238E27FC236}">
                  <a16:creationId xmlns:a16="http://schemas.microsoft.com/office/drawing/2014/main" id="{9FDEECAB-B57F-A5E4-8159-B0AE4496B57B}"/>
                </a:ext>
              </a:extLst>
            </p:cNvPr>
            <p:cNvSpPr/>
            <p:nvPr/>
          </p:nvSpPr>
          <p:spPr>
            <a:xfrm>
              <a:off x="6958427" y="1675296"/>
              <a:ext cx="1698942" cy="720763"/>
            </a:xfrm>
            <a:custGeom>
              <a:avLst/>
              <a:gdLst>
                <a:gd name="connsiteX0" fmla="*/ 0 w 1698942"/>
                <a:gd name="connsiteY0" fmla="*/ 0 h 720763"/>
                <a:gd name="connsiteX1" fmla="*/ 1698942 w 1698942"/>
                <a:gd name="connsiteY1" fmla="*/ 0 h 720763"/>
                <a:gd name="connsiteX2" fmla="*/ 1698942 w 1698942"/>
                <a:gd name="connsiteY2" fmla="*/ 720763 h 720763"/>
                <a:gd name="connsiteX3" fmla="*/ 0 w 1698942"/>
                <a:gd name="connsiteY3" fmla="*/ 720763 h 720763"/>
                <a:gd name="connsiteX4" fmla="*/ 0 w 1698942"/>
                <a:gd name="connsiteY4" fmla="*/ 0 h 720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8942" h="720763">
                  <a:moveTo>
                    <a:pt x="0" y="0"/>
                  </a:moveTo>
                  <a:lnTo>
                    <a:pt x="1698942" y="0"/>
                  </a:lnTo>
                  <a:lnTo>
                    <a:pt x="1698942" y="720763"/>
                  </a:lnTo>
                  <a:lnTo>
                    <a:pt x="0" y="72076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533400">
                <a:spcBef>
                  <a:spcPct val="0"/>
                </a:spcBef>
                <a:spcAft>
                  <a:spcPct val="35000"/>
                </a:spcAft>
                <a:buNone/>
              </a:pPr>
              <a:r>
                <a:rPr lang="en-US" sz="1100" b="1" kern="1200" dirty="0">
                  <a:latin typeface="Verdana" panose="020B0604030504040204" pitchFamily="34" charset="0"/>
                  <a:cs typeface="Arial" panose="020B0604020202020204" pitchFamily="34" charset="0"/>
                </a:rPr>
                <a:t>Speed is measured from Doppler shift, not position</a:t>
              </a:r>
            </a:p>
          </p:txBody>
        </p:sp>
      </p:grpSp>
      <p:grpSp>
        <p:nvGrpSpPr>
          <p:cNvPr id="34" name="Group 33">
            <a:extLst>
              <a:ext uri="{FF2B5EF4-FFF2-40B4-BE49-F238E27FC236}">
                <a16:creationId xmlns:a16="http://schemas.microsoft.com/office/drawing/2014/main" id="{E8632270-684B-5702-5D90-805B3AB101E1}"/>
              </a:ext>
            </a:extLst>
          </p:cNvPr>
          <p:cNvGrpSpPr/>
          <p:nvPr/>
        </p:nvGrpSpPr>
        <p:grpSpPr>
          <a:xfrm>
            <a:off x="548674" y="3308864"/>
            <a:ext cx="2672046" cy="1033097"/>
            <a:chOff x="548674" y="3308864"/>
            <a:chExt cx="2672046" cy="1033097"/>
          </a:xfrm>
        </p:grpSpPr>
        <p:sp>
          <p:nvSpPr>
            <p:cNvPr id="15" name="Oval 14">
              <a:extLst>
                <a:ext uri="{FF2B5EF4-FFF2-40B4-BE49-F238E27FC236}">
                  <a16:creationId xmlns:a16="http://schemas.microsoft.com/office/drawing/2014/main" id="{1475BC7A-5C27-9367-2276-E9430EEC0CD0}"/>
                </a:ext>
              </a:extLst>
            </p:cNvPr>
            <p:cNvSpPr/>
            <p:nvPr/>
          </p:nvSpPr>
          <p:spPr>
            <a:xfrm>
              <a:off x="548674" y="3308864"/>
              <a:ext cx="1033097" cy="1033097"/>
            </a:xfrm>
            <a:prstGeom prst="ellipse">
              <a:avLst/>
            </a:prstGeom>
            <a:solidFill>
              <a:srgbClr val="096580"/>
            </a:solidFill>
            <a:scene3d>
              <a:camera prst="orthographicFront"/>
              <a:lightRig rig="balanced" dir="t"/>
            </a:scene3d>
            <a:sp3d extrusionH="76200" contourW="12700">
              <a:bevelT/>
              <a:bevelB/>
              <a:extrusionClr>
                <a:schemeClr val="bg1"/>
              </a:extrusionClr>
              <a:contourClr>
                <a:schemeClr val="bg2">
                  <a:lumMod val="50000"/>
                </a:schemeClr>
              </a:contourClr>
            </a:sp3d>
          </p:spPr>
          <p:style>
            <a:lnRef idx="0">
              <a:schemeClr val="lt1">
                <a:alpha val="0"/>
                <a:hueOff val="0"/>
                <a:satOff val="0"/>
                <a:lumOff val="0"/>
                <a:alphaOff val="0"/>
              </a:schemeClr>
            </a:lnRef>
            <a:fillRef idx="1">
              <a:scrgbClr r="0" g="0" b="0"/>
            </a:fillRef>
            <a:effectRef idx="0">
              <a:schemeClr val="accent4">
                <a:hueOff val="0"/>
                <a:satOff val="0"/>
                <a:lumOff val="0"/>
                <a:alphaOff val="0"/>
              </a:schemeClr>
            </a:effectRef>
            <a:fontRef idx="minor"/>
          </p:style>
          <p:txBody>
            <a:bodyPr/>
            <a:lstStyle/>
            <a:p>
              <a:endParaRPr lang="en-US" dirty="0"/>
            </a:p>
          </p:txBody>
        </p:sp>
        <p:sp>
          <p:nvSpPr>
            <p:cNvPr id="16" name="Rectangle 15" descr="Car">
              <a:extLst>
                <a:ext uri="{FF2B5EF4-FFF2-40B4-BE49-F238E27FC236}">
                  <a16:creationId xmlns:a16="http://schemas.microsoft.com/office/drawing/2014/main" id="{4D2E6888-0DC7-9E0D-B507-E660F9C5BA5E}"/>
                </a:ext>
              </a:extLst>
            </p:cNvPr>
            <p:cNvSpPr/>
            <p:nvPr/>
          </p:nvSpPr>
          <p:spPr>
            <a:xfrm>
              <a:off x="765624" y="3525815"/>
              <a:ext cx="599195" cy="599195"/>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17" name="Freeform 16">
              <a:extLst>
                <a:ext uri="{FF2B5EF4-FFF2-40B4-BE49-F238E27FC236}">
                  <a16:creationId xmlns:a16="http://schemas.microsoft.com/office/drawing/2014/main" id="{213EC458-6418-A6A1-EDC9-85F6B6E0BEA2}"/>
                </a:ext>
              </a:extLst>
            </p:cNvPr>
            <p:cNvSpPr/>
            <p:nvPr/>
          </p:nvSpPr>
          <p:spPr>
            <a:xfrm>
              <a:off x="1756541" y="3448478"/>
              <a:ext cx="1464179" cy="720763"/>
            </a:xfrm>
            <a:custGeom>
              <a:avLst/>
              <a:gdLst>
                <a:gd name="connsiteX0" fmla="*/ 0 w 1698942"/>
                <a:gd name="connsiteY0" fmla="*/ 0 h 720763"/>
                <a:gd name="connsiteX1" fmla="*/ 1698942 w 1698942"/>
                <a:gd name="connsiteY1" fmla="*/ 0 h 720763"/>
                <a:gd name="connsiteX2" fmla="*/ 1698942 w 1698942"/>
                <a:gd name="connsiteY2" fmla="*/ 720763 h 720763"/>
                <a:gd name="connsiteX3" fmla="*/ 0 w 1698942"/>
                <a:gd name="connsiteY3" fmla="*/ 720763 h 720763"/>
                <a:gd name="connsiteX4" fmla="*/ 0 w 1698942"/>
                <a:gd name="connsiteY4" fmla="*/ 0 h 720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8942" h="720763">
                  <a:moveTo>
                    <a:pt x="0" y="0"/>
                  </a:moveTo>
                  <a:lnTo>
                    <a:pt x="1698942" y="0"/>
                  </a:lnTo>
                  <a:lnTo>
                    <a:pt x="1698942" y="720763"/>
                  </a:lnTo>
                  <a:lnTo>
                    <a:pt x="0" y="72076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533400">
                <a:spcBef>
                  <a:spcPct val="0"/>
                </a:spcBef>
                <a:spcAft>
                  <a:spcPct val="35000"/>
                </a:spcAft>
                <a:buNone/>
              </a:pPr>
              <a:r>
                <a:rPr lang="en-US" sz="1100" b="1" kern="1200" dirty="0">
                  <a:latin typeface="Verdana" panose="020B0604030504040204" pitchFamily="34" charset="0"/>
                  <a:cs typeface="Arial" panose="020B0604020202020204" pitchFamily="34" charset="0"/>
                </a:rPr>
                <a:t>Distance is calculated </a:t>
              </a:r>
              <a:br>
                <a:rPr lang="en-US" sz="1100" b="1" kern="1200" dirty="0">
                  <a:latin typeface="Verdana" panose="020B0604030504040204" pitchFamily="34" charset="0"/>
                  <a:cs typeface="Arial" panose="020B0604020202020204" pitchFamily="34" charset="0"/>
                </a:rPr>
              </a:br>
              <a:r>
                <a:rPr lang="en-US" sz="1100" b="1" kern="1200" dirty="0">
                  <a:latin typeface="Verdana" panose="020B0604030504040204" pitchFamily="34" charset="0"/>
                  <a:cs typeface="Arial" panose="020B0604020202020204" pitchFamily="34" charset="0"/>
                </a:rPr>
                <a:t>from speed</a:t>
              </a:r>
            </a:p>
          </p:txBody>
        </p:sp>
      </p:grpSp>
      <p:grpSp>
        <p:nvGrpSpPr>
          <p:cNvPr id="35" name="Group 34">
            <a:extLst>
              <a:ext uri="{FF2B5EF4-FFF2-40B4-BE49-F238E27FC236}">
                <a16:creationId xmlns:a16="http://schemas.microsoft.com/office/drawing/2014/main" id="{39F93B22-7183-F417-24E4-14B9C6164A94}"/>
              </a:ext>
            </a:extLst>
          </p:cNvPr>
          <p:cNvGrpSpPr/>
          <p:nvPr/>
        </p:nvGrpSpPr>
        <p:grpSpPr>
          <a:xfrm>
            <a:off x="3205497" y="3308864"/>
            <a:ext cx="2565383" cy="1033097"/>
            <a:chOff x="3205497" y="3308864"/>
            <a:chExt cx="2565383" cy="1033097"/>
          </a:xfrm>
        </p:grpSpPr>
        <p:sp>
          <p:nvSpPr>
            <p:cNvPr id="18" name="Oval 17">
              <a:extLst>
                <a:ext uri="{FF2B5EF4-FFF2-40B4-BE49-F238E27FC236}">
                  <a16:creationId xmlns:a16="http://schemas.microsoft.com/office/drawing/2014/main" id="{391C0950-695B-B25B-42AB-4EA41A675B65}"/>
                </a:ext>
              </a:extLst>
            </p:cNvPr>
            <p:cNvSpPr/>
            <p:nvPr/>
          </p:nvSpPr>
          <p:spPr>
            <a:xfrm>
              <a:off x="3205497" y="3308864"/>
              <a:ext cx="1033097" cy="1033097"/>
            </a:xfrm>
            <a:prstGeom prst="ellipse">
              <a:avLst/>
            </a:prstGeom>
            <a:solidFill>
              <a:srgbClr val="096580"/>
            </a:solidFill>
            <a:scene3d>
              <a:camera prst="orthographicFront"/>
              <a:lightRig rig="balanced" dir="t"/>
            </a:scene3d>
            <a:sp3d extrusionH="76200" contourW="12700">
              <a:bevelT/>
              <a:bevelB/>
              <a:extrusionClr>
                <a:schemeClr val="bg1"/>
              </a:extrusionClr>
              <a:contourClr>
                <a:schemeClr val="bg2">
                  <a:lumMod val="50000"/>
                </a:schemeClr>
              </a:contourClr>
            </a:sp3d>
          </p:spPr>
          <p:style>
            <a:lnRef idx="0">
              <a:schemeClr val="lt1">
                <a:alpha val="0"/>
                <a:hueOff val="0"/>
                <a:satOff val="0"/>
                <a:lumOff val="0"/>
                <a:alphaOff val="0"/>
              </a:schemeClr>
            </a:lnRef>
            <a:fillRef idx="1">
              <a:scrgbClr r="0" g="0" b="0"/>
            </a:fillRef>
            <a:effectRef idx="0">
              <a:schemeClr val="accent4">
                <a:hueOff val="0"/>
                <a:satOff val="0"/>
                <a:lumOff val="0"/>
                <a:alphaOff val="0"/>
              </a:schemeClr>
            </a:effectRef>
            <a:fontRef idx="minor"/>
          </p:style>
          <p:txBody>
            <a:bodyPr/>
            <a:lstStyle/>
            <a:p>
              <a:endParaRPr lang="en-US" dirty="0"/>
            </a:p>
          </p:txBody>
        </p:sp>
        <p:sp>
          <p:nvSpPr>
            <p:cNvPr id="19" name="Rectangle 18" descr="Microscope">
              <a:extLst>
                <a:ext uri="{FF2B5EF4-FFF2-40B4-BE49-F238E27FC236}">
                  <a16:creationId xmlns:a16="http://schemas.microsoft.com/office/drawing/2014/main" id="{21E64C03-6797-D0EB-9099-38A2724EE796}"/>
                </a:ext>
              </a:extLst>
            </p:cNvPr>
            <p:cNvSpPr/>
            <p:nvPr/>
          </p:nvSpPr>
          <p:spPr>
            <a:xfrm>
              <a:off x="3422447" y="3525815"/>
              <a:ext cx="599195" cy="599195"/>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20" name="Freeform 19">
              <a:extLst>
                <a:ext uri="{FF2B5EF4-FFF2-40B4-BE49-F238E27FC236}">
                  <a16:creationId xmlns:a16="http://schemas.microsoft.com/office/drawing/2014/main" id="{5A7E610D-A541-7A8E-77A4-4B4622B92F37}"/>
                </a:ext>
              </a:extLst>
            </p:cNvPr>
            <p:cNvSpPr/>
            <p:nvPr/>
          </p:nvSpPr>
          <p:spPr>
            <a:xfrm>
              <a:off x="4393044" y="3478958"/>
              <a:ext cx="1377836" cy="720763"/>
            </a:xfrm>
            <a:custGeom>
              <a:avLst/>
              <a:gdLst>
                <a:gd name="connsiteX0" fmla="*/ 0 w 1698942"/>
                <a:gd name="connsiteY0" fmla="*/ 0 h 720763"/>
                <a:gd name="connsiteX1" fmla="*/ 1698942 w 1698942"/>
                <a:gd name="connsiteY1" fmla="*/ 0 h 720763"/>
                <a:gd name="connsiteX2" fmla="*/ 1698942 w 1698942"/>
                <a:gd name="connsiteY2" fmla="*/ 720763 h 720763"/>
                <a:gd name="connsiteX3" fmla="*/ 0 w 1698942"/>
                <a:gd name="connsiteY3" fmla="*/ 720763 h 720763"/>
                <a:gd name="connsiteX4" fmla="*/ 0 w 1698942"/>
                <a:gd name="connsiteY4" fmla="*/ 0 h 720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8942" h="720763">
                  <a:moveTo>
                    <a:pt x="0" y="0"/>
                  </a:moveTo>
                  <a:lnTo>
                    <a:pt x="1698942" y="0"/>
                  </a:lnTo>
                  <a:lnTo>
                    <a:pt x="1698942" y="720763"/>
                  </a:lnTo>
                  <a:lnTo>
                    <a:pt x="0" y="72076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533400">
                <a:spcBef>
                  <a:spcPct val="0"/>
                </a:spcBef>
                <a:spcAft>
                  <a:spcPct val="35000"/>
                </a:spcAft>
                <a:buNone/>
              </a:pPr>
              <a:r>
                <a:rPr lang="en-US" sz="1100" b="1" kern="1200" dirty="0">
                  <a:latin typeface="Verdana" panose="020B0604030504040204" pitchFamily="34" charset="0"/>
                  <a:cs typeface="Arial" panose="020B0604020202020204" pitchFamily="34" charset="0"/>
                </a:rPr>
                <a:t>For some tests, this is all that </a:t>
              </a:r>
              <a:br>
                <a:rPr lang="en-US" sz="1100" b="1" kern="1200" dirty="0">
                  <a:latin typeface="Verdana" panose="020B0604030504040204" pitchFamily="34" charset="0"/>
                  <a:cs typeface="Arial" panose="020B0604020202020204" pitchFamily="34" charset="0"/>
                </a:rPr>
              </a:br>
              <a:r>
                <a:rPr lang="en-US" sz="1100" b="1" kern="1200" dirty="0">
                  <a:latin typeface="Verdana" panose="020B0604030504040204" pitchFamily="34" charset="0"/>
                  <a:cs typeface="Arial" panose="020B0604020202020204" pitchFamily="34" charset="0"/>
                </a:rPr>
                <a:t>is needed</a:t>
              </a:r>
            </a:p>
          </p:txBody>
        </p:sp>
      </p:grpSp>
      <p:grpSp>
        <p:nvGrpSpPr>
          <p:cNvPr id="36" name="Group 35">
            <a:extLst>
              <a:ext uri="{FF2B5EF4-FFF2-40B4-BE49-F238E27FC236}">
                <a16:creationId xmlns:a16="http://schemas.microsoft.com/office/drawing/2014/main" id="{51210CCB-045C-3532-14DF-275589663C2F}"/>
              </a:ext>
            </a:extLst>
          </p:cNvPr>
          <p:cNvGrpSpPr/>
          <p:nvPr/>
        </p:nvGrpSpPr>
        <p:grpSpPr>
          <a:xfrm>
            <a:off x="5882640" y="3308864"/>
            <a:ext cx="2866169" cy="1033097"/>
            <a:chOff x="5882640" y="3308864"/>
            <a:chExt cx="2866169" cy="1033097"/>
          </a:xfrm>
        </p:grpSpPr>
        <p:sp>
          <p:nvSpPr>
            <p:cNvPr id="21" name="Oval 20">
              <a:extLst>
                <a:ext uri="{FF2B5EF4-FFF2-40B4-BE49-F238E27FC236}">
                  <a16:creationId xmlns:a16="http://schemas.microsoft.com/office/drawing/2014/main" id="{B0CCFC2C-FB90-8582-2208-C763F1DEF986}"/>
                </a:ext>
              </a:extLst>
            </p:cNvPr>
            <p:cNvSpPr/>
            <p:nvPr/>
          </p:nvSpPr>
          <p:spPr>
            <a:xfrm>
              <a:off x="5882640" y="3308864"/>
              <a:ext cx="1033097" cy="1033097"/>
            </a:xfrm>
            <a:prstGeom prst="ellipse">
              <a:avLst/>
            </a:prstGeom>
            <a:solidFill>
              <a:srgbClr val="096580"/>
            </a:solidFill>
            <a:scene3d>
              <a:camera prst="orthographicFront"/>
              <a:lightRig rig="balanced" dir="t"/>
            </a:scene3d>
            <a:sp3d extrusionH="76200" contourW="12700">
              <a:bevelT/>
              <a:bevelB/>
              <a:extrusionClr>
                <a:schemeClr val="bg1"/>
              </a:extrusionClr>
              <a:contourClr>
                <a:schemeClr val="bg2">
                  <a:lumMod val="50000"/>
                </a:schemeClr>
              </a:contourClr>
            </a:sp3d>
          </p:spPr>
          <p:style>
            <a:lnRef idx="0">
              <a:schemeClr val="lt1">
                <a:alpha val="0"/>
                <a:hueOff val="0"/>
                <a:satOff val="0"/>
                <a:lumOff val="0"/>
                <a:alphaOff val="0"/>
              </a:schemeClr>
            </a:lnRef>
            <a:fillRef idx="1">
              <a:scrgbClr r="0" g="0" b="0"/>
            </a:fillRef>
            <a:effectRef idx="0">
              <a:schemeClr val="accent4">
                <a:hueOff val="0"/>
                <a:satOff val="0"/>
                <a:lumOff val="0"/>
                <a:alphaOff val="0"/>
              </a:schemeClr>
            </a:effectRef>
            <a:fontRef idx="minor"/>
          </p:style>
          <p:txBody>
            <a:bodyPr/>
            <a:lstStyle/>
            <a:p>
              <a:endParaRPr lang="en-US" dirty="0"/>
            </a:p>
          </p:txBody>
        </p:sp>
        <p:sp>
          <p:nvSpPr>
            <p:cNvPr id="22" name="Rectangle 21" descr="Compass">
              <a:extLst>
                <a:ext uri="{FF2B5EF4-FFF2-40B4-BE49-F238E27FC236}">
                  <a16:creationId xmlns:a16="http://schemas.microsoft.com/office/drawing/2014/main" id="{93DAE6AA-25B9-40D6-8397-2B31F91D1DF5}"/>
                </a:ext>
              </a:extLst>
            </p:cNvPr>
            <p:cNvSpPr/>
            <p:nvPr/>
          </p:nvSpPr>
          <p:spPr>
            <a:xfrm>
              <a:off x="6099590" y="3525815"/>
              <a:ext cx="599195" cy="599195"/>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23" name="Freeform 22">
              <a:extLst>
                <a:ext uri="{FF2B5EF4-FFF2-40B4-BE49-F238E27FC236}">
                  <a16:creationId xmlns:a16="http://schemas.microsoft.com/office/drawing/2014/main" id="{2466CF26-8CB9-EC51-73E4-D2C776E5B431}"/>
                </a:ext>
              </a:extLst>
            </p:cNvPr>
            <p:cNvSpPr/>
            <p:nvPr/>
          </p:nvSpPr>
          <p:spPr>
            <a:xfrm>
              <a:off x="7049867" y="3428158"/>
              <a:ext cx="1698942" cy="720763"/>
            </a:xfrm>
            <a:custGeom>
              <a:avLst/>
              <a:gdLst>
                <a:gd name="connsiteX0" fmla="*/ 0 w 1698942"/>
                <a:gd name="connsiteY0" fmla="*/ 0 h 720763"/>
                <a:gd name="connsiteX1" fmla="*/ 1698942 w 1698942"/>
                <a:gd name="connsiteY1" fmla="*/ 0 h 720763"/>
                <a:gd name="connsiteX2" fmla="*/ 1698942 w 1698942"/>
                <a:gd name="connsiteY2" fmla="*/ 720763 h 720763"/>
                <a:gd name="connsiteX3" fmla="*/ 0 w 1698942"/>
                <a:gd name="connsiteY3" fmla="*/ 720763 h 720763"/>
                <a:gd name="connsiteX4" fmla="*/ 0 w 1698942"/>
                <a:gd name="connsiteY4" fmla="*/ 0 h 720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8942" h="720763">
                  <a:moveTo>
                    <a:pt x="0" y="0"/>
                  </a:moveTo>
                  <a:lnTo>
                    <a:pt x="1698942" y="0"/>
                  </a:lnTo>
                  <a:lnTo>
                    <a:pt x="1698942" y="720763"/>
                  </a:lnTo>
                  <a:lnTo>
                    <a:pt x="0" y="72076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533400">
                <a:spcBef>
                  <a:spcPct val="0"/>
                </a:spcBef>
                <a:spcAft>
                  <a:spcPct val="35000"/>
                </a:spcAft>
                <a:buNone/>
              </a:pPr>
              <a:r>
                <a:rPr lang="en-US" sz="1100" b="1" kern="1200" dirty="0">
                  <a:latin typeface="Verdana" panose="020B0604030504040204" pitchFamily="34" charset="0"/>
                  <a:cs typeface="Arial" panose="020B0604020202020204" pitchFamily="34" charset="0"/>
                </a:rPr>
                <a:t>More info: </a:t>
              </a:r>
              <a:br>
                <a:rPr lang="en-US" sz="1100" b="1" kern="1200" dirty="0">
                  <a:latin typeface="Verdana" panose="020B0604030504040204" pitchFamily="34" charset="0"/>
                  <a:cs typeface="Arial" panose="020B0604020202020204" pitchFamily="34" charset="0"/>
                </a:rPr>
              </a:br>
              <a:r>
                <a:rPr lang="en-US" sz="1100" b="1" u="sng" kern="1200" dirty="0">
                  <a:latin typeface="Verdana" panose="020B0604030504040204" pitchFamily="34" charset="0"/>
                  <a:cs typeface="Arial" panose="020B0604020202020204" pitchFamily="34" charset="0"/>
                  <a:hlinkClick r:id="rId15"/>
                </a:rPr>
                <a:t>How does it </a:t>
              </a:r>
              <a:br>
                <a:rPr lang="en-US" sz="1100" b="1" u="sng" kern="1200" dirty="0">
                  <a:latin typeface="Verdana" panose="020B0604030504040204" pitchFamily="34" charset="0"/>
                  <a:cs typeface="Arial" panose="020B0604020202020204" pitchFamily="34" charset="0"/>
                  <a:hlinkClick r:id="rId15"/>
                </a:rPr>
              </a:br>
              <a:r>
                <a:rPr lang="en-US" sz="1100" b="1" u="sng" kern="1200" dirty="0">
                  <a:latin typeface="Verdana" panose="020B0604030504040204" pitchFamily="34" charset="0"/>
                  <a:cs typeface="Arial" panose="020B0604020202020204" pitchFamily="34" charset="0"/>
                  <a:hlinkClick r:id="rId15"/>
                </a:rPr>
                <a:t>work? - GPS Accuracy</a:t>
              </a:r>
              <a:endParaRPr lang="en-US" sz="1100" b="1" kern="1200" dirty="0">
                <a:latin typeface="Verdana" panose="020B0604030504040204" pitchFamily="34" charset="0"/>
                <a:cs typeface="Arial" panose="020B0604020202020204" pitchFamily="34" charset="0"/>
              </a:endParaRPr>
            </a:p>
          </p:txBody>
        </p:sp>
      </p:grpSp>
    </p:spTree>
    <p:extLst>
      <p:ext uri="{BB962C8B-B14F-4D97-AF65-F5344CB8AC3E}">
        <p14:creationId xmlns:p14="http://schemas.microsoft.com/office/powerpoint/2010/main" val="3518670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1000"/>
                                        <p:tgtEl>
                                          <p:spTgt spid="32"/>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1000"/>
                                        <p:tgtEl>
                                          <p:spTgt spid="33"/>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1000"/>
                                        <p:tgtEl>
                                          <p:spTgt spid="34"/>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1000"/>
                                        <p:tgtEl>
                                          <p:spTgt spid="35"/>
                                        </p:tgtEl>
                                      </p:cBhvr>
                                    </p:animEffect>
                                  </p:childTnLst>
                                </p:cTn>
                              </p:par>
                            </p:childTnLst>
                          </p:cTn>
                        </p:par>
                        <p:par>
                          <p:cTn id="24" fill="hold">
                            <p:stCondLst>
                              <p:cond delay="5000"/>
                            </p:stCondLst>
                            <p:childTnLst>
                              <p:par>
                                <p:cTn id="25" presetID="10" presetClass="entr" presetSubtype="0"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51FB72B-8FF2-5B39-84DE-F916CB95E6F3}"/>
              </a:ext>
            </a:extLst>
          </p:cNvPr>
          <p:cNvSpPr>
            <a:spLocks noGrp="1"/>
          </p:cNvSpPr>
          <p:nvPr>
            <p:ph type="title"/>
          </p:nvPr>
        </p:nvSpPr>
        <p:spPr/>
        <p:txBody>
          <a:bodyPr/>
          <a:lstStyle/>
          <a:p>
            <a:r>
              <a:rPr lang="en-US" dirty="0"/>
              <a:t>RTK (Real-Time Kinematics)</a:t>
            </a:r>
          </a:p>
        </p:txBody>
      </p:sp>
      <p:sp>
        <p:nvSpPr>
          <p:cNvPr id="8" name="Text Placeholder 7">
            <a:extLst>
              <a:ext uri="{FF2B5EF4-FFF2-40B4-BE49-F238E27FC236}">
                <a16:creationId xmlns:a16="http://schemas.microsoft.com/office/drawing/2014/main" id="{6D63D025-CAF7-67E3-E354-342A8E52DED3}"/>
              </a:ext>
            </a:extLst>
          </p:cNvPr>
          <p:cNvSpPr>
            <a:spLocks noGrp="1"/>
          </p:cNvSpPr>
          <p:nvPr>
            <p:ph type="body" sz="quarter" idx="10"/>
          </p:nvPr>
        </p:nvSpPr>
        <p:spPr>
          <a:xfrm>
            <a:off x="372440" y="958707"/>
            <a:ext cx="3313735" cy="3760787"/>
          </a:xfrm>
        </p:spPr>
        <p:txBody>
          <a:bodyPr anchor="ctr"/>
          <a:lstStyle/>
          <a:p>
            <a:pPr marL="0" indent="0">
              <a:spcBef>
                <a:spcPts val="900"/>
              </a:spcBef>
              <a:buNone/>
            </a:pPr>
            <a:r>
              <a:rPr lang="en-US" sz="1200" b="1" kern="100" dirty="0">
                <a:solidFill>
                  <a:schemeClr val="bg2">
                    <a:lumMod val="40000"/>
                    <a:lumOff val="60000"/>
                  </a:schemeClr>
                </a:solidFill>
                <a:effectLst/>
                <a:ea typeface="Verdana" panose="020B0604030504040204" pitchFamily="34" charset="0"/>
                <a:cs typeface="Times New Roman" panose="02020603050405020304" pitchFamily="18" charset="0"/>
              </a:rPr>
              <a:t>Improves positional accuracy to ~2cm, suitable for position-based tests:</a:t>
            </a:r>
            <a:endParaRPr lang="en-US" sz="1200" b="1" dirty="0">
              <a:solidFill>
                <a:schemeClr val="bg2">
                  <a:lumMod val="40000"/>
                  <a:lumOff val="60000"/>
                </a:schemeClr>
              </a:solidFill>
            </a:endParaRPr>
          </a:p>
          <a:p>
            <a:pPr marL="182880" marR="0" lvl="0" indent="-182880">
              <a:lnSpc>
                <a:spcPct val="100000"/>
              </a:lnSpc>
              <a:spcBef>
                <a:spcPts val="900"/>
              </a:spcBef>
              <a:buFont typeface="Symbol" panose="05050102010706020507" pitchFamily="18" charset="2"/>
              <a:buChar char=""/>
            </a:pPr>
            <a:r>
              <a:rPr lang="en-US" sz="1200" kern="100" dirty="0">
                <a:solidFill>
                  <a:schemeClr val="bg1"/>
                </a:solidFill>
                <a:effectLst/>
                <a:ea typeface="Verdana" panose="020B0604030504040204" pitchFamily="34" charset="0"/>
                <a:cs typeface="Times New Roman" panose="02020603050405020304" pitchFamily="18" charset="0"/>
              </a:rPr>
              <a:t>A Base Station has a known location and compares that against the current position it reads from the sky and calculates the difference (correction) </a:t>
            </a:r>
            <a:br>
              <a:rPr lang="en-US" sz="1200" kern="100" dirty="0">
                <a:solidFill>
                  <a:schemeClr val="bg1"/>
                </a:solidFill>
                <a:effectLst/>
                <a:ea typeface="Verdana" panose="020B0604030504040204" pitchFamily="34" charset="0"/>
                <a:cs typeface="Times New Roman" panose="02020603050405020304" pitchFamily="18" charset="0"/>
              </a:rPr>
            </a:br>
            <a:r>
              <a:rPr lang="en-US" sz="1200" kern="100" dirty="0">
                <a:solidFill>
                  <a:schemeClr val="bg1"/>
                </a:solidFill>
                <a:effectLst/>
                <a:ea typeface="Verdana" panose="020B0604030504040204" pitchFamily="34" charset="0"/>
                <a:cs typeface="Times New Roman" panose="02020603050405020304" pitchFamily="18" charset="0"/>
              </a:rPr>
              <a:t>for latitude, longitude, and height.</a:t>
            </a:r>
          </a:p>
          <a:p>
            <a:pPr marL="182880" marR="0" lvl="0" indent="-182880">
              <a:lnSpc>
                <a:spcPct val="100000"/>
              </a:lnSpc>
              <a:spcBef>
                <a:spcPts val="900"/>
              </a:spcBef>
              <a:buFont typeface="Symbol" panose="05050102010706020507" pitchFamily="18" charset="2"/>
              <a:buChar char=""/>
            </a:pPr>
            <a:r>
              <a:rPr lang="en-US" sz="1200" kern="100" dirty="0">
                <a:solidFill>
                  <a:schemeClr val="bg1"/>
                </a:solidFill>
                <a:effectLst/>
                <a:ea typeface="Verdana" panose="020B0604030504040204" pitchFamily="34" charset="0"/>
                <a:cs typeface="Times New Roman" panose="02020603050405020304" pitchFamily="18" charset="0"/>
              </a:rPr>
              <a:t>There are industry-standard protocols for DGNSS correction messages. </a:t>
            </a:r>
            <a:br>
              <a:rPr lang="en-US" sz="1200" kern="100" dirty="0">
                <a:solidFill>
                  <a:schemeClr val="bg1"/>
                </a:solidFill>
                <a:effectLst/>
                <a:ea typeface="Verdana" panose="020B0604030504040204" pitchFamily="34" charset="0"/>
                <a:cs typeface="Times New Roman" panose="02020603050405020304" pitchFamily="18" charset="0"/>
              </a:rPr>
            </a:br>
            <a:r>
              <a:rPr lang="en-US" sz="1200" kern="100" dirty="0">
                <a:solidFill>
                  <a:schemeClr val="bg1"/>
                </a:solidFill>
                <a:effectLst/>
                <a:ea typeface="Verdana" panose="020B0604030504040204" pitchFamily="34" charset="0"/>
                <a:cs typeface="Times New Roman" panose="02020603050405020304" pitchFamily="18" charset="0"/>
              </a:rPr>
              <a:t>Most devices use RTCMv3.</a:t>
            </a:r>
          </a:p>
          <a:p>
            <a:pPr marL="182880" marR="0" lvl="0" indent="-182880">
              <a:lnSpc>
                <a:spcPct val="100000"/>
              </a:lnSpc>
              <a:spcBef>
                <a:spcPts val="900"/>
              </a:spcBef>
              <a:buFont typeface="Symbol" panose="05050102010706020507" pitchFamily="18" charset="2"/>
              <a:buChar char=""/>
            </a:pPr>
            <a:r>
              <a:rPr lang="en-US" sz="1200" kern="100" dirty="0">
                <a:solidFill>
                  <a:schemeClr val="bg1"/>
                </a:solidFill>
                <a:effectLst/>
                <a:ea typeface="Verdana" panose="020B0604030504040204" pitchFamily="34" charset="0"/>
                <a:cs typeface="Times New Roman" panose="02020603050405020304" pitchFamily="18" charset="0"/>
              </a:rPr>
              <a:t>A GNSS device needs a good view of the sky and reliable correction messages to achieve 2cm positional accuracy</a:t>
            </a:r>
          </a:p>
          <a:p>
            <a:pPr marL="182880" marR="0" lvl="0" indent="-182880">
              <a:lnSpc>
                <a:spcPct val="100000"/>
              </a:lnSpc>
              <a:spcBef>
                <a:spcPts val="900"/>
              </a:spcBef>
              <a:spcAft>
                <a:spcPts val="800"/>
              </a:spcAft>
              <a:buFont typeface="Symbol" panose="05050102010706020507" pitchFamily="18" charset="2"/>
              <a:buChar char=""/>
            </a:pPr>
            <a:r>
              <a:rPr lang="en-US" sz="1200" kern="100" dirty="0">
                <a:solidFill>
                  <a:schemeClr val="bg1"/>
                </a:solidFill>
                <a:effectLst/>
                <a:ea typeface="Verdana" panose="020B0604030504040204" pitchFamily="34" charset="0"/>
                <a:cs typeface="Times New Roman" panose="02020603050405020304" pitchFamily="18" charset="0"/>
              </a:rPr>
              <a:t>More info: </a:t>
            </a:r>
            <a:r>
              <a:rPr lang="en-US" sz="1200" u="sng" kern="100" dirty="0">
                <a:solidFill>
                  <a:schemeClr val="bg2">
                    <a:lumMod val="40000"/>
                    <a:lumOff val="60000"/>
                  </a:schemeClr>
                </a:solidFill>
                <a:ea typeface="Verdana" panose="020B060403050404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Real Time Kinematic (RTK)</a:t>
            </a:r>
            <a:endParaRPr lang="en-US" sz="1200" dirty="0">
              <a:solidFill>
                <a:schemeClr val="bg2">
                  <a:lumMod val="40000"/>
                  <a:lumOff val="60000"/>
                </a:schemeClr>
              </a:solidFill>
            </a:endParaRPr>
          </a:p>
        </p:txBody>
      </p:sp>
      <p:pic>
        <p:nvPicPr>
          <p:cNvPr id="9" name="Picture 8" descr="A blue car with a radio antenna&#10;&#10;Description automatically generated with medium confidence">
            <a:extLst>
              <a:ext uri="{FF2B5EF4-FFF2-40B4-BE49-F238E27FC236}">
                <a16:creationId xmlns:a16="http://schemas.microsoft.com/office/drawing/2014/main" id="{108AAB60-1BC7-3194-4D5D-817B3EB1E7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525043" y="810633"/>
            <a:ext cx="3409282" cy="4070786"/>
          </a:xfrm>
          <a:prstGeom prst="rect">
            <a:avLst/>
          </a:prstGeom>
          <a:noFill/>
        </p:spPr>
      </p:pic>
    </p:spTree>
    <p:extLst>
      <p:ext uri="{BB962C8B-B14F-4D97-AF65-F5344CB8AC3E}">
        <p14:creationId xmlns:p14="http://schemas.microsoft.com/office/powerpoint/2010/main" val="343209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2F6097-F7B9-27D1-F7A7-FDC0617D644D}"/>
              </a:ext>
            </a:extLst>
          </p:cNvPr>
          <p:cNvPicPr>
            <a:picLocks noChangeAspect="1"/>
          </p:cNvPicPr>
          <p:nvPr/>
        </p:nvPicPr>
        <p:blipFill>
          <a:blip r:embed="rId2"/>
          <a:stretch>
            <a:fillRect/>
          </a:stretch>
        </p:blipFill>
        <p:spPr>
          <a:xfrm>
            <a:off x="5072943" y="1707864"/>
            <a:ext cx="3419105" cy="2645812"/>
          </a:xfrm>
          <a:prstGeom prst="rect">
            <a:avLst/>
          </a:prstGeom>
        </p:spPr>
      </p:pic>
      <p:sp>
        <p:nvSpPr>
          <p:cNvPr id="10" name="Title 2">
            <a:extLst>
              <a:ext uri="{FF2B5EF4-FFF2-40B4-BE49-F238E27FC236}">
                <a16:creationId xmlns:a16="http://schemas.microsoft.com/office/drawing/2014/main" id="{1237C256-D461-CF18-6BF0-F02104A7504A}"/>
              </a:ext>
            </a:extLst>
          </p:cNvPr>
          <p:cNvSpPr>
            <a:spLocks noGrp="1"/>
          </p:cNvSpPr>
          <p:nvPr>
            <p:ph type="title"/>
          </p:nvPr>
        </p:nvSpPr>
        <p:spPr/>
        <p:txBody>
          <a:bodyPr/>
          <a:lstStyle/>
          <a:p>
            <a:r>
              <a:rPr lang="en-US" dirty="0"/>
              <a:t>RTK Base Station</a:t>
            </a:r>
          </a:p>
        </p:txBody>
      </p:sp>
      <p:sp>
        <p:nvSpPr>
          <p:cNvPr id="12" name="Text Placeholder 3">
            <a:extLst>
              <a:ext uri="{FF2B5EF4-FFF2-40B4-BE49-F238E27FC236}">
                <a16:creationId xmlns:a16="http://schemas.microsoft.com/office/drawing/2014/main" id="{28FA35D9-3B36-A853-4C8C-7D3EDB9270F8}"/>
              </a:ext>
            </a:extLst>
          </p:cNvPr>
          <p:cNvSpPr>
            <a:spLocks noGrp="1"/>
          </p:cNvSpPr>
          <p:nvPr>
            <p:ph type="body" sz="quarter" idx="10"/>
          </p:nvPr>
        </p:nvSpPr>
        <p:spPr>
          <a:xfrm>
            <a:off x="439115" y="977757"/>
            <a:ext cx="4285285" cy="3760787"/>
          </a:xfrm>
        </p:spPr>
        <p:txBody>
          <a:bodyPr/>
          <a:lstStyle/>
          <a:p>
            <a:pPr marR="0">
              <a:lnSpc>
                <a:spcPct val="100000"/>
              </a:lnSpc>
              <a:buNone/>
            </a:pPr>
            <a:r>
              <a:rPr lang="en-US" sz="1200" b="1" kern="100" dirty="0">
                <a:solidFill>
                  <a:schemeClr val="bg2">
                    <a:lumMod val="40000"/>
                    <a:lumOff val="60000"/>
                  </a:schemeClr>
                </a:solidFill>
                <a:effectLst/>
                <a:ea typeface="Verdana" panose="020B0604030504040204" pitchFamily="34" charset="0"/>
                <a:cs typeface="Times New Roman" panose="02020603050405020304" pitchFamily="18" charset="0"/>
              </a:rPr>
              <a:t>An RTK Base Station can be set up trackside </a:t>
            </a:r>
            <a:br>
              <a:rPr lang="en-US" sz="1200" b="1" kern="100" dirty="0">
                <a:solidFill>
                  <a:schemeClr val="bg2">
                    <a:lumMod val="40000"/>
                    <a:lumOff val="60000"/>
                  </a:schemeClr>
                </a:solidFill>
                <a:effectLst/>
                <a:ea typeface="Verdana" panose="020B0604030504040204" pitchFamily="34" charset="0"/>
                <a:cs typeface="Times New Roman" panose="02020603050405020304" pitchFamily="18" charset="0"/>
              </a:rPr>
            </a:br>
            <a:r>
              <a:rPr lang="en-US" sz="1200" b="1" kern="100" dirty="0">
                <a:solidFill>
                  <a:schemeClr val="bg2">
                    <a:lumMod val="40000"/>
                    <a:lumOff val="60000"/>
                  </a:schemeClr>
                </a:solidFill>
                <a:effectLst/>
                <a:ea typeface="Verdana" panose="020B0604030504040204" pitchFamily="34" charset="0"/>
                <a:cs typeface="Times New Roman" panose="02020603050405020304" pitchFamily="18" charset="0"/>
              </a:rPr>
              <a:t>with local radios.</a:t>
            </a:r>
          </a:p>
          <a:p>
            <a:pPr marL="182880" marR="0" lvl="0" indent="-182880">
              <a:lnSpc>
                <a:spcPct val="100000"/>
              </a:lnSpc>
              <a:buNone/>
            </a:pPr>
            <a:r>
              <a:rPr lang="en-US" sz="1200" b="1" kern="100" dirty="0">
                <a:effectLst/>
                <a:ea typeface="Verdana" panose="020B0604030504040204" pitchFamily="34" charset="0"/>
                <a:cs typeface="Times New Roman" panose="02020603050405020304" pitchFamily="18" charset="0"/>
              </a:rPr>
              <a:t>Pros:</a:t>
            </a:r>
          </a:p>
          <a:p>
            <a:pPr marL="182880" marR="0" lvl="1" indent="-182880">
              <a:lnSpc>
                <a:spcPct val="100000"/>
              </a:lnSpc>
              <a:buFont typeface="Arial" panose="020B0604020202020204" pitchFamily="34" charset="0"/>
              <a:buChar char="•"/>
            </a:pPr>
            <a:r>
              <a:rPr lang="en-US" sz="1200" kern="1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Good for track tests</a:t>
            </a:r>
          </a:p>
          <a:p>
            <a:pPr marL="182880" marR="0" lvl="1" indent="-182880">
              <a:lnSpc>
                <a:spcPct val="100000"/>
              </a:lnSpc>
              <a:buFont typeface="Arial" panose="020B0604020202020204" pitchFamily="34" charset="0"/>
              <a:buChar char="•"/>
            </a:pPr>
            <a:r>
              <a:rPr lang="en-US" sz="1200" kern="1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No need for mobile data coverage</a:t>
            </a:r>
          </a:p>
          <a:p>
            <a:pPr marL="182880" marR="0" lvl="1" indent="-182880">
              <a:lnSpc>
                <a:spcPct val="100000"/>
              </a:lnSpc>
              <a:buFont typeface="Arial" panose="020B0604020202020204" pitchFamily="34" charset="0"/>
              <a:buChar char="•"/>
            </a:pPr>
            <a:r>
              <a:rPr lang="en-US" sz="1200" kern="1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No subscription cost</a:t>
            </a:r>
          </a:p>
          <a:p>
            <a:pPr marL="182880" marR="0" lvl="1" indent="-182880">
              <a:lnSpc>
                <a:spcPct val="100000"/>
              </a:lnSpc>
              <a:buFont typeface="Arial" panose="020B0604020202020204" pitchFamily="34" charset="0"/>
              <a:buChar char="•"/>
            </a:pPr>
            <a:r>
              <a:rPr lang="en-US" sz="1200" kern="1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Control over the system, can be deployed </a:t>
            </a:r>
            <a:br>
              <a:rPr lang="en-US" sz="1200" kern="1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br>
            <a:r>
              <a:rPr lang="en-US" sz="1200" kern="1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anywhere</a:t>
            </a:r>
          </a:p>
          <a:p>
            <a:pPr marL="182880" marR="0" lvl="0" indent="-182880">
              <a:lnSpc>
                <a:spcPct val="100000"/>
              </a:lnSpc>
              <a:buNone/>
            </a:pPr>
            <a:r>
              <a:rPr lang="en-US" sz="1200" b="1" kern="100" dirty="0">
                <a:effectLst/>
                <a:ea typeface="Verdana" panose="020B0604030504040204" pitchFamily="34" charset="0"/>
                <a:cs typeface="Times New Roman" panose="02020603050405020304" pitchFamily="18" charset="0"/>
              </a:rPr>
              <a:t>Cons:</a:t>
            </a:r>
          </a:p>
          <a:p>
            <a:pPr marL="182880" marR="0" lvl="1" indent="-182880">
              <a:lnSpc>
                <a:spcPct val="100000"/>
              </a:lnSpc>
              <a:buFont typeface="Arial" panose="020B0604020202020204" pitchFamily="34" charset="0"/>
              <a:buChar char="•"/>
            </a:pPr>
            <a:r>
              <a:rPr lang="en-US" sz="1200" kern="1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Purchase cost</a:t>
            </a:r>
          </a:p>
          <a:p>
            <a:pPr marL="182880" marR="0" lvl="1" indent="-182880">
              <a:lnSpc>
                <a:spcPct val="100000"/>
              </a:lnSpc>
              <a:buFont typeface="Arial" panose="020B0604020202020204" pitchFamily="34" charset="0"/>
              <a:buChar char="•"/>
            </a:pPr>
            <a:r>
              <a:rPr lang="en-US" sz="1200" kern="1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Only one, not suitable for on-highway testing</a:t>
            </a:r>
          </a:p>
          <a:p>
            <a:pPr marL="182880" marR="0" lvl="1" indent="-182880">
              <a:lnSpc>
                <a:spcPct val="100000"/>
              </a:lnSpc>
              <a:buFont typeface="Arial" panose="020B0604020202020204" pitchFamily="34" charset="0"/>
              <a:buChar char="•"/>
            </a:pPr>
            <a:r>
              <a:rPr lang="en-US" sz="1200" kern="1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Limited by radio range</a:t>
            </a:r>
          </a:p>
          <a:p>
            <a:pPr marL="182880" marR="0" lvl="1" indent="-182880">
              <a:lnSpc>
                <a:spcPct val="100000"/>
              </a:lnSpc>
              <a:buFont typeface="Arial" panose="020B0604020202020204" pitchFamily="34" charset="0"/>
              <a:buChar char="•"/>
            </a:pPr>
            <a:r>
              <a:rPr lang="en-US" sz="1200" kern="100"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Setup/teardown time</a:t>
            </a:r>
          </a:p>
          <a:p>
            <a:pPr marR="0" lvl="0">
              <a:lnSpc>
                <a:spcPct val="100000"/>
              </a:lnSpc>
              <a:spcAft>
                <a:spcPts val="800"/>
              </a:spcAft>
              <a:buNone/>
            </a:pPr>
            <a:r>
              <a:rPr lang="en-US" sz="1200" b="1" kern="100" dirty="0">
                <a:effectLst/>
                <a:ea typeface="Verdana" panose="020B0604030504040204" pitchFamily="34" charset="0"/>
                <a:cs typeface="Times New Roman" panose="02020603050405020304" pitchFamily="18" charset="0"/>
              </a:rPr>
              <a:t>One Base Station provides corrections on a radio transmitter for as many receivers as needed.</a:t>
            </a:r>
          </a:p>
          <a:p>
            <a:pPr marL="182880" indent="-182880">
              <a:lnSpc>
                <a:spcPct val="100000"/>
              </a:lnSpc>
            </a:pPr>
            <a:endParaRPr lang="en-US" sz="1050" dirty="0"/>
          </a:p>
        </p:txBody>
      </p:sp>
    </p:spTree>
    <p:extLst>
      <p:ext uri="{BB962C8B-B14F-4D97-AF65-F5344CB8AC3E}">
        <p14:creationId xmlns:p14="http://schemas.microsoft.com/office/powerpoint/2010/main" val="1044200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827D98-A5FD-FB00-02BD-C07AB547A163}"/>
              </a:ext>
            </a:extLst>
          </p:cNvPr>
          <p:cNvSpPr>
            <a:spLocks noGrp="1"/>
          </p:cNvSpPr>
          <p:nvPr>
            <p:ph type="title"/>
          </p:nvPr>
        </p:nvSpPr>
        <p:spPr/>
        <p:txBody>
          <a:bodyPr/>
          <a:lstStyle/>
          <a:p>
            <a:r>
              <a:rPr lang="en-US" dirty="0"/>
              <a:t>NTRIP (Network Transmission of RTK over IP)</a:t>
            </a:r>
          </a:p>
        </p:txBody>
      </p:sp>
      <p:sp>
        <p:nvSpPr>
          <p:cNvPr id="7" name="Text Placeholder 6">
            <a:extLst>
              <a:ext uri="{FF2B5EF4-FFF2-40B4-BE49-F238E27FC236}">
                <a16:creationId xmlns:a16="http://schemas.microsoft.com/office/drawing/2014/main" id="{50CED597-CF46-2525-CE2F-D013AA0DAB0D}"/>
              </a:ext>
            </a:extLst>
          </p:cNvPr>
          <p:cNvSpPr>
            <a:spLocks noGrp="1"/>
          </p:cNvSpPr>
          <p:nvPr>
            <p:ph type="body" sz="quarter" idx="10"/>
          </p:nvPr>
        </p:nvSpPr>
        <p:spPr>
          <a:xfrm>
            <a:off x="381965" y="1006332"/>
            <a:ext cx="3294685" cy="3760787"/>
          </a:xfrm>
        </p:spPr>
        <p:txBody>
          <a:bodyPr/>
          <a:lstStyle/>
          <a:p>
            <a:pPr>
              <a:spcBef>
                <a:spcPts val="300"/>
              </a:spcBef>
              <a:spcAft>
                <a:spcPts val="600"/>
              </a:spcAft>
            </a:pPr>
            <a:r>
              <a:rPr lang="en-US" sz="1100" b="1" dirty="0">
                <a:solidFill>
                  <a:schemeClr val="bg2">
                    <a:lumMod val="40000"/>
                    <a:lumOff val="60000"/>
                  </a:schemeClr>
                </a:solidFill>
              </a:rPr>
              <a:t>NTRIP is a protocol to get corrections over the internet.</a:t>
            </a:r>
          </a:p>
          <a:p>
            <a:pPr>
              <a:spcBef>
                <a:spcPts val="300"/>
              </a:spcBef>
            </a:pPr>
            <a:r>
              <a:rPr lang="en-US" sz="1100" b="1" dirty="0"/>
              <a:t>Pros:</a:t>
            </a:r>
          </a:p>
          <a:p>
            <a:pPr marL="182880" indent="-182880">
              <a:spcBef>
                <a:spcPts val="300"/>
              </a:spcBef>
              <a:buFont typeface="Arial" panose="020B0604020202020204" pitchFamily="34" charset="0"/>
              <a:buChar char="•"/>
            </a:pPr>
            <a:r>
              <a:rPr lang="en-US" sz="1100" dirty="0"/>
              <a:t>Many states have free networks of Base Stations already</a:t>
            </a:r>
          </a:p>
          <a:p>
            <a:pPr marL="182880" indent="-182880">
              <a:spcBef>
                <a:spcPts val="300"/>
              </a:spcBef>
              <a:buFont typeface="Arial" panose="020B0604020202020204" pitchFamily="34" charset="0"/>
              <a:buChar char="•"/>
            </a:pPr>
            <a:r>
              <a:rPr lang="en-US" sz="1100" dirty="0"/>
              <a:t>VRS (Virtual Reference Station) allows for a blend of corrections from different locations to the rover, so it can maintain RTK accuracy across a state or region</a:t>
            </a:r>
          </a:p>
          <a:p>
            <a:pPr marL="457200" lvl="1" indent="-182880">
              <a:lnSpc>
                <a:spcPct val="110000"/>
              </a:lnSpc>
              <a:spcBef>
                <a:spcPts val="300"/>
              </a:spcBef>
              <a:buFont typeface="Courier New" panose="02070309020205020404" pitchFamily="49" charset="0"/>
              <a:buChar char="o"/>
            </a:pPr>
            <a:r>
              <a:rPr lang="en-US" sz="1100" dirty="0">
                <a:solidFill>
                  <a:schemeClr val="bg1"/>
                </a:solidFill>
                <a:latin typeface="Verdana" panose="020B0604030504040204" pitchFamily="34" charset="0"/>
              </a:rPr>
              <a:t>In this mode, the device sends its location to the server every 5 seconds to get a specific correction for that location</a:t>
            </a:r>
          </a:p>
          <a:p>
            <a:pPr>
              <a:spcBef>
                <a:spcPts val="300"/>
              </a:spcBef>
            </a:pPr>
            <a:r>
              <a:rPr lang="en-US" sz="1100" b="1" dirty="0"/>
              <a:t>Cons:</a:t>
            </a:r>
          </a:p>
          <a:p>
            <a:pPr marL="182880" indent="-182880">
              <a:spcBef>
                <a:spcPts val="300"/>
              </a:spcBef>
              <a:buFont typeface="Arial" panose="020B0604020202020204" pitchFamily="34" charset="0"/>
              <a:buChar char="•"/>
            </a:pPr>
            <a:r>
              <a:rPr lang="en-US" sz="1100" dirty="0"/>
              <a:t>Not available everywhere</a:t>
            </a:r>
          </a:p>
          <a:p>
            <a:pPr marL="182880" indent="-182880">
              <a:spcBef>
                <a:spcPts val="300"/>
              </a:spcBef>
              <a:buFont typeface="Arial" panose="020B0604020202020204" pitchFamily="34" charset="0"/>
              <a:buChar char="•"/>
            </a:pPr>
            <a:r>
              <a:rPr lang="en-US" sz="1100" dirty="0"/>
              <a:t>Requires cell service and an active data plan for each device</a:t>
            </a:r>
          </a:p>
          <a:p>
            <a:pPr marL="182880" indent="-182880">
              <a:spcBef>
                <a:spcPts val="300"/>
              </a:spcBef>
              <a:buFont typeface="Arial" panose="020B0604020202020204" pitchFamily="34" charset="0"/>
              <a:buChar char="•"/>
            </a:pPr>
            <a:r>
              <a:rPr lang="en-US" sz="1100" dirty="0"/>
              <a:t>May require paid subscription</a:t>
            </a:r>
          </a:p>
          <a:p>
            <a:pPr>
              <a:spcBef>
                <a:spcPts val="300"/>
              </a:spcBef>
            </a:pPr>
            <a:endParaRPr lang="en-US" sz="1100" dirty="0"/>
          </a:p>
        </p:txBody>
      </p:sp>
      <p:pic>
        <p:nvPicPr>
          <p:cNvPr id="5" name="Picture 4">
            <a:extLst>
              <a:ext uri="{FF2B5EF4-FFF2-40B4-BE49-F238E27FC236}">
                <a16:creationId xmlns:a16="http://schemas.microsoft.com/office/drawing/2014/main" id="{F936DC00-8612-A405-DBAE-418034DD68A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0975" y="1377789"/>
            <a:ext cx="4518157" cy="2773434"/>
          </a:xfrm>
          <a:prstGeom prst="rect">
            <a:avLst/>
          </a:prstGeom>
          <a:noFill/>
          <a:ln>
            <a:noFill/>
          </a:ln>
        </p:spPr>
      </p:pic>
    </p:spTree>
    <p:extLst>
      <p:ext uri="{BB962C8B-B14F-4D97-AF65-F5344CB8AC3E}">
        <p14:creationId xmlns:p14="http://schemas.microsoft.com/office/powerpoint/2010/main" val="72033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3CE7231F-18B2-D680-919E-2448BC5D0172}"/>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44B99275-C03C-80B8-F202-AF2348EAAA75}"/>
              </a:ext>
            </a:extLst>
          </p:cNvPr>
          <p:cNvGrpSpPr/>
          <p:nvPr/>
        </p:nvGrpSpPr>
        <p:grpSpPr>
          <a:xfrm>
            <a:off x="0" y="3385688"/>
            <a:ext cx="8815327" cy="1520718"/>
            <a:chOff x="0" y="3385688"/>
            <a:chExt cx="8815327" cy="1520718"/>
          </a:xfrm>
        </p:grpSpPr>
        <p:sp>
          <p:nvSpPr>
            <p:cNvPr id="7" name="Title 1">
              <a:extLst>
                <a:ext uri="{FF2B5EF4-FFF2-40B4-BE49-F238E27FC236}">
                  <a16:creationId xmlns:a16="http://schemas.microsoft.com/office/drawing/2014/main" id="{F2868D74-E13A-FCD0-9100-3C99AD5E4CE5}"/>
                </a:ext>
              </a:extLst>
            </p:cNvPr>
            <p:cNvSpPr txBox="1">
              <a:spLocks/>
            </p:cNvSpPr>
            <p:nvPr/>
          </p:nvSpPr>
          <p:spPr>
            <a:xfrm>
              <a:off x="0" y="3385688"/>
              <a:ext cx="8815327" cy="378062"/>
            </a:xfrm>
            <a:prstGeom prst="rect">
              <a:avLst/>
            </a:prstGeom>
          </p:spPr>
          <p:txBody>
            <a:bodyPr vert="horz" lIns="0" tIns="0" rIns="0" bIns="0" rtlCol="0" anchor="ctr">
              <a:noAutofit/>
            </a:bodyPr>
            <a:lstStyle>
              <a:lvl1pPr algn="ctr" defTabSz="685766" rtl="0" eaLnBrk="1" latinLnBrk="0" hangingPunct="1">
                <a:lnSpc>
                  <a:spcPct val="110000"/>
                </a:lnSpc>
                <a:spcBef>
                  <a:spcPct val="0"/>
                </a:spcBef>
                <a:buNone/>
                <a:defRPr sz="1900" b="1" i="0" kern="12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sz="1800" dirty="0">
                  <a:solidFill>
                    <a:schemeClr val="bg1">
                      <a:alpha val="98000"/>
                    </a:schemeClr>
                  </a:solidFill>
                </a:rPr>
                <a:t>Map of NTRIP Base Stations</a:t>
              </a:r>
            </a:p>
          </p:txBody>
        </p:sp>
        <p:sp>
          <p:nvSpPr>
            <p:cNvPr id="8" name="Content Placeholder 2">
              <a:extLst>
                <a:ext uri="{FF2B5EF4-FFF2-40B4-BE49-F238E27FC236}">
                  <a16:creationId xmlns:a16="http://schemas.microsoft.com/office/drawing/2014/main" id="{1CE58A35-89CD-A417-93D0-C4E5AD5DAB43}"/>
                </a:ext>
              </a:extLst>
            </p:cNvPr>
            <p:cNvSpPr txBox="1">
              <a:spLocks/>
            </p:cNvSpPr>
            <p:nvPr/>
          </p:nvSpPr>
          <p:spPr>
            <a:xfrm>
              <a:off x="0" y="4211080"/>
              <a:ext cx="8782756" cy="695326"/>
            </a:xfrm>
          </p:spPr>
          <p:txBody>
            <a:bodyPr vert="horz" lIns="0" tIns="0" rIns="0" bIns="0" rtlCol="0">
              <a:noAutofit/>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en-US" sz="1400" dirty="0">
                  <a:solidFill>
                    <a:schemeClr val="bg1"/>
                  </a:solidFill>
                </a:rPr>
                <a:t>Refer to the </a:t>
              </a:r>
              <a:r>
                <a:rPr lang="en-US" sz="1400" b="1" dirty="0">
                  <a:solidFill>
                    <a:schemeClr val="bg2">
                      <a:lumMod val="40000"/>
                      <a:lumOff val="60000"/>
                    </a:schemeClr>
                  </a:solidFill>
                  <a:hlinkClick r:id="rId3">
                    <a:extLst>
                      <a:ext uri="{A12FA001-AC4F-418D-AE19-62706E023703}">
                        <ahyp:hlinkClr xmlns:ahyp="http://schemas.microsoft.com/office/drawing/2018/hyperlinkcolor" val="tx"/>
                      </a:ext>
                    </a:extLst>
                  </a:hlinkClick>
                </a:rPr>
                <a:t>NGS Map</a:t>
              </a:r>
              <a:r>
                <a:rPr lang="en-US" sz="1400" b="1" dirty="0">
                  <a:solidFill>
                    <a:schemeClr val="bg2">
                      <a:lumMod val="40000"/>
                      <a:lumOff val="60000"/>
                    </a:schemeClr>
                  </a:solidFill>
                </a:rPr>
                <a:t> </a:t>
              </a:r>
              <a:r>
                <a:rPr lang="en-US" sz="1400" dirty="0">
                  <a:solidFill>
                    <a:schemeClr val="bg1"/>
                  </a:solidFill>
                </a:rPr>
                <a:t>for a map of stations.</a:t>
              </a:r>
            </a:p>
            <a:p>
              <a:pPr marL="0" indent="0" algn="ctr">
                <a:buFont typeface="Arial" panose="020B0604020202020204" pitchFamily="34" charset="0"/>
                <a:buNone/>
              </a:pPr>
              <a:r>
                <a:rPr lang="en-US" sz="1400" b="1" i="1" dirty="0">
                  <a:solidFill>
                    <a:schemeClr val="bg1"/>
                  </a:solidFill>
                </a:rPr>
                <a:t>There are many more!</a:t>
              </a:r>
            </a:p>
          </p:txBody>
        </p:sp>
      </p:grpSp>
      <p:pic>
        <p:nvPicPr>
          <p:cNvPr id="17" name="Picture 16" descr="A map of the united states&#10;&#10;Description automatically generated">
            <a:extLst>
              <a:ext uri="{FF2B5EF4-FFF2-40B4-BE49-F238E27FC236}">
                <a16:creationId xmlns:a16="http://schemas.microsoft.com/office/drawing/2014/main" id="{7DA0121B-EA37-3DA0-8634-D05F3127D14E}"/>
              </a:ext>
            </a:extLst>
          </p:cNvPr>
          <p:cNvPicPr>
            <a:picLocks noChangeAspect="1"/>
          </p:cNvPicPr>
          <p:nvPr/>
        </p:nvPicPr>
        <p:blipFill>
          <a:blip r:embed="rId4"/>
          <a:srcRect l="2341" t="18888" r="3391" b="21084"/>
          <a:stretch>
            <a:fillRect/>
          </a:stretch>
        </p:blipFill>
        <p:spPr>
          <a:xfrm>
            <a:off x="0" y="-1"/>
            <a:ext cx="8826500" cy="3259895"/>
          </a:xfrm>
          <a:prstGeom prst="rect">
            <a:avLst/>
          </a:prstGeom>
        </p:spPr>
      </p:pic>
    </p:spTree>
    <p:extLst>
      <p:ext uri="{BB962C8B-B14F-4D97-AF65-F5344CB8AC3E}">
        <p14:creationId xmlns:p14="http://schemas.microsoft.com/office/powerpoint/2010/main" val="1540527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4D8E8-9D41-EE16-CFAF-087A256F5B86}"/>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3EF3593C-273F-C939-8E7B-19C5A54F89C8}"/>
              </a:ext>
            </a:extLst>
          </p:cNvPr>
          <p:cNvGrpSpPr/>
          <p:nvPr/>
        </p:nvGrpSpPr>
        <p:grpSpPr>
          <a:xfrm>
            <a:off x="0" y="2948808"/>
            <a:ext cx="10313233" cy="1374647"/>
            <a:chOff x="0" y="2948808"/>
            <a:chExt cx="10313233" cy="1374647"/>
          </a:xfrm>
        </p:grpSpPr>
        <p:sp>
          <p:nvSpPr>
            <p:cNvPr id="7" name="Title 1">
              <a:extLst>
                <a:ext uri="{FF2B5EF4-FFF2-40B4-BE49-F238E27FC236}">
                  <a16:creationId xmlns:a16="http://schemas.microsoft.com/office/drawing/2014/main" id="{884799DF-A7D4-30FE-EFDC-D5DB005AE505}"/>
                </a:ext>
              </a:extLst>
            </p:cNvPr>
            <p:cNvSpPr txBox="1">
              <a:spLocks/>
            </p:cNvSpPr>
            <p:nvPr/>
          </p:nvSpPr>
          <p:spPr>
            <a:xfrm>
              <a:off x="0" y="2948808"/>
              <a:ext cx="8815327" cy="378062"/>
            </a:xfrm>
            <a:prstGeom prst="rect">
              <a:avLst/>
            </a:prstGeom>
          </p:spPr>
          <p:txBody>
            <a:bodyPr vert="horz" lIns="0" tIns="0" rIns="0" bIns="0" rtlCol="0" anchor="ctr">
              <a:noAutofit/>
            </a:bodyPr>
            <a:lstStyle>
              <a:lvl1pPr algn="ctr" defTabSz="685766" rtl="0" eaLnBrk="1" latinLnBrk="0" hangingPunct="1">
                <a:lnSpc>
                  <a:spcPct val="110000"/>
                </a:lnSpc>
                <a:spcBef>
                  <a:spcPct val="0"/>
                </a:spcBef>
                <a:buNone/>
                <a:defRPr sz="1900" b="1" i="0" kern="12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sz="1800" dirty="0">
                  <a:solidFill>
                    <a:schemeClr val="bg1">
                      <a:alpha val="98000"/>
                    </a:schemeClr>
                  </a:solidFill>
                </a:rPr>
                <a:t>In-Vehicle Data Logger: </a:t>
              </a:r>
              <a:r>
                <a:rPr lang="en-US" sz="1800" b="0" i="1" dirty="0">
                  <a:solidFill>
                    <a:schemeClr val="bg1">
                      <a:alpha val="98000"/>
                    </a:schemeClr>
                  </a:solidFill>
                </a:rPr>
                <a:t>VBOX 4</a:t>
              </a:r>
            </a:p>
          </p:txBody>
        </p:sp>
        <p:sp>
          <p:nvSpPr>
            <p:cNvPr id="8" name="Content Placeholder 2">
              <a:extLst>
                <a:ext uri="{FF2B5EF4-FFF2-40B4-BE49-F238E27FC236}">
                  <a16:creationId xmlns:a16="http://schemas.microsoft.com/office/drawing/2014/main" id="{9ECFD6ED-451F-9FFB-82B0-7B2149A6519C}"/>
                </a:ext>
              </a:extLst>
            </p:cNvPr>
            <p:cNvSpPr txBox="1">
              <a:spLocks/>
            </p:cNvSpPr>
            <p:nvPr/>
          </p:nvSpPr>
          <p:spPr>
            <a:xfrm>
              <a:off x="2488367" y="3628129"/>
              <a:ext cx="7824866" cy="695326"/>
            </a:xfrm>
          </p:spPr>
          <p:txBody>
            <a:bodyPr vert="horz" lIns="0" tIns="0" rIns="0" bIns="0" numCol="1" rtlCol="0">
              <a:noAutofit/>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300"/>
                </a:spcBef>
              </a:pPr>
              <a:r>
                <a:rPr lang="en-US" sz="1300" dirty="0">
                  <a:solidFill>
                    <a:schemeClr val="bg1"/>
                  </a:solidFill>
                </a:rPr>
                <a:t>100 Hz sampling of GNSS and IMU data</a:t>
              </a:r>
            </a:p>
            <a:p>
              <a:pPr>
                <a:lnSpc>
                  <a:spcPct val="100000"/>
                </a:lnSpc>
                <a:spcBef>
                  <a:spcPts val="300"/>
                </a:spcBef>
              </a:pPr>
              <a:r>
                <a:rPr lang="en-US" sz="1300" dirty="0">
                  <a:solidFill>
                    <a:schemeClr val="bg1"/>
                  </a:solidFill>
                </a:rPr>
                <a:t>RTK capable for 2cm positional accuracy</a:t>
              </a:r>
            </a:p>
            <a:p>
              <a:pPr>
                <a:lnSpc>
                  <a:spcPct val="100000"/>
                </a:lnSpc>
                <a:spcBef>
                  <a:spcPts val="300"/>
                </a:spcBef>
              </a:pPr>
              <a:r>
                <a:rPr lang="en-US" sz="1300" dirty="0">
                  <a:solidFill>
                    <a:schemeClr val="bg1"/>
                  </a:solidFill>
                </a:rPr>
                <a:t>CAN bus inputs for synchronized data</a:t>
              </a:r>
            </a:p>
            <a:p>
              <a:pPr>
                <a:lnSpc>
                  <a:spcPct val="100000"/>
                </a:lnSpc>
                <a:spcBef>
                  <a:spcPts val="300"/>
                </a:spcBef>
              </a:pPr>
              <a:r>
                <a:rPr lang="en-US" sz="1300" dirty="0">
                  <a:solidFill>
                    <a:schemeClr val="bg1"/>
                  </a:solidFill>
                </a:rPr>
                <a:t>Logs data to memory card</a:t>
              </a:r>
            </a:p>
            <a:p>
              <a:pPr>
                <a:lnSpc>
                  <a:spcPct val="100000"/>
                </a:lnSpc>
                <a:spcBef>
                  <a:spcPts val="300"/>
                </a:spcBef>
              </a:pPr>
              <a:r>
                <a:rPr lang="en-US" sz="1300" dirty="0">
                  <a:solidFill>
                    <a:schemeClr val="bg1"/>
                  </a:solidFill>
                </a:rPr>
                <a:t>Live outputs via USB, Ethernet, CAN, Bluetooth</a:t>
              </a:r>
            </a:p>
          </p:txBody>
        </p:sp>
      </p:grpSp>
      <p:pic>
        <p:nvPicPr>
          <p:cNvPr id="2" name="Content Placeholder 3" descr="A blue box with many ports">
            <a:extLst>
              <a:ext uri="{FF2B5EF4-FFF2-40B4-BE49-F238E27FC236}">
                <a16:creationId xmlns:a16="http://schemas.microsoft.com/office/drawing/2014/main" id="{3403F96F-D02D-CBEB-019C-1E4C10FF9E7D}"/>
              </a:ext>
            </a:extLst>
          </p:cNvPr>
          <p:cNvPicPr>
            <a:picLocks noChangeAspect="1"/>
          </p:cNvPicPr>
          <p:nvPr/>
        </p:nvPicPr>
        <p:blipFill>
          <a:blip r:embed="rId3" cstate="print">
            <a:extLst>
              <a:ext uri="{28A0092B-C50C-407E-A947-70E740481C1C}">
                <a14:useLocalDpi xmlns:a14="http://schemas.microsoft.com/office/drawing/2010/main" val="0"/>
              </a:ext>
            </a:extLst>
          </a:blip>
          <a:srcRect l="1590" t="4841" r="1045" b="23656"/>
          <a:stretch>
            <a:fillRect/>
          </a:stretch>
        </p:blipFill>
        <p:spPr bwMode="auto">
          <a:xfrm>
            <a:off x="1381760" y="246366"/>
            <a:ext cx="5974080" cy="247867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p:spPr>
      </p:pic>
    </p:spTree>
    <p:extLst>
      <p:ext uri="{BB962C8B-B14F-4D97-AF65-F5344CB8AC3E}">
        <p14:creationId xmlns:p14="http://schemas.microsoft.com/office/powerpoint/2010/main" val="3918924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51FB72B-8FF2-5B39-84DE-F916CB95E6F3}"/>
              </a:ext>
            </a:extLst>
          </p:cNvPr>
          <p:cNvSpPr>
            <a:spLocks noGrp="1"/>
          </p:cNvSpPr>
          <p:nvPr>
            <p:ph type="title"/>
          </p:nvPr>
        </p:nvSpPr>
        <p:spPr/>
        <p:txBody>
          <a:bodyPr/>
          <a:lstStyle/>
          <a:p>
            <a:r>
              <a:rPr lang="en-US" dirty="0"/>
              <a:t>GNSS + RTK</a:t>
            </a:r>
          </a:p>
        </p:txBody>
      </p:sp>
      <p:sp>
        <p:nvSpPr>
          <p:cNvPr id="3" name="Text Placeholder 2">
            <a:extLst>
              <a:ext uri="{FF2B5EF4-FFF2-40B4-BE49-F238E27FC236}">
                <a16:creationId xmlns:a16="http://schemas.microsoft.com/office/drawing/2014/main" id="{DB5C4EBC-3619-0239-B26C-8635715DF0BF}"/>
              </a:ext>
            </a:extLst>
          </p:cNvPr>
          <p:cNvSpPr>
            <a:spLocks noGrp="1"/>
          </p:cNvSpPr>
          <p:nvPr>
            <p:ph type="body" sz="quarter" idx="10"/>
          </p:nvPr>
        </p:nvSpPr>
        <p:spPr>
          <a:xfrm>
            <a:off x="381965" y="1101582"/>
            <a:ext cx="4273162" cy="3760787"/>
          </a:xfrm>
        </p:spPr>
        <p:txBody>
          <a:bodyPr anchor="ctr"/>
          <a:lstStyle/>
          <a:p>
            <a:r>
              <a:rPr lang="en-US" sz="1300" b="1" dirty="0"/>
              <a:t>With GNSS and RTK, we have an accurate position of the GNSS antenna on the Earth.</a:t>
            </a:r>
          </a:p>
          <a:p>
            <a:r>
              <a:rPr lang="en-US" sz="1300" dirty="0"/>
              <a:t>For most testing, we will need to know the direction the vehicle is pointing, known as its body heading. This allows us to calculate distance from a bumper, tire edge, or other point on the vehicle to a lane edge or target.</a:t>
            </a:r>
          </a:p>
          <a:p>
            <a:r>
              <a:rPr lang="en-US" sz="1300" dirty="0"/>
              <a:t>This can be achieved with dual-antenna GNSS or an IMU (Inertial Measurement Unit). Most common practice now is to use IMU integration.</a:t>
            </a:r>
          </a:p>
          <a:p>
            <a:endParaRPr lang="en-US" sz="1300" dirty="0"/>
          </a:p>
        </p:txBody>
      </p:sp>
      <p:pic>
        <p:nvPicPr>
          <p:cNvPr id="5" name="Graphic 4" descr="Satellite">
            <a:extLst>
              <a:ext uri="{FF2B5EF4-FFF2-40B4-BE49-F238E27FC236}">
                <a16:creationId xmlns:a16="http://schemas.microsoft.com/office/drawing/2014/main" id="{2168AB31-868E-ADDF-2F0B-769F7FC519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20145" y="1402746"/>
            <a:ext cx="2948249" cy="2948249"/>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Tree>
    <p:extLst>
      <p:ext uri="{BB962C8B-B14F-4D97-AF65-F5344CB8AC3E}">
        <p14:creationId xmlns:p14="http://schemas.microsoft.com/office/powerpoint/2010/main" val="278879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C344C-7C3F-2736-BFCF-D4B6B727F4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FBF6918-2031-5461-EA82-B5DE3DD40E9E}"/>
              </a:ext>
            </a:extLst>
          </p:cNvPr>
          <p:cNvSpPr>
            <a:spLocks noGrp="1"/>
          </p:cNvSpPr>
          <p:nvPr>
            <p:ph type="title"/>
          </p:nvPr>
        </p:nvSpPr>
        <p:spPr/>
        <p:txBody>
          <a:bodyPr/>
          <a:lstStyle/>
          <a:p>
            <a:r>
              <a:rPr lang="en-US" dirty="0"/>
              <a:t>Inertial Measurement Unit</a:t>
            </a:r>
          </a:p>
        </p:txBody>
      </p:sp>
      <p:sp>
        <p:nvSpPr>
          <p:cNvPr id="10" name="Text Placeholder 3">
            <a:extLst>
              <a:ext uri="{FF2B5EF4-FFF2-40B4-BE49-F238E27FC236}">
                <a16:creationId xmlns:a16="http://schemas.microsoft.com/office/drawing/2014/main" id="{2E9EF9AB-081D-5737-B319-BA02ADD8E20A}"/>
              </a:ext>
            </a:extLst>
          </p:cNvPr>
          <p:cNvSpPr>
            <a:spLocks noGrp="1"/>
          </p:cNvSpPr>
          <p:nvPr>
            <p:ph type="body" sz="quarter" idx="10"/>
          </p:nvPr>
        </p:nvSpPr>
        <p:spPr>
          <a:xfrm>
            <a:off x="434973" y="1101582"/>
            <a:ext cx="4138227" cy="3760787"/>
          </a:xfrm>
        </p:spPr>
        <p:txBody>
          <a:bodyPr anchor="ctr"/>
          <a:lstStyle/>
          <a:p>
            <a:pPr marL="0" marR="0" indent="0">
              <a:lnSpc>
                <a:spcPct val="107000"/>
              </a:lnSpc>
              <a:spcAft>
                <a:spcPts val="900"/>
              </a:spcAft>
              <a:buNone/>
            </a:pPr>
            <a:r>
              <a:rPr lang="en-US" b="1" kern="100" dirty="0">
                <a:effectLst/>
                <a:ea typeface="Verdana" panose="020B0604030504040204" pitchFamily="34" charset="0"/>
                <a:cs typeface="Times New Roman" panose="02020603050405020304" pitchFamily="18" charset="0"/>
              </a:rPr>
              <a:t>The IMU provides raw data signals:</a:t>
            </a:r>
          </a:p>
          <a:p>
            <a:pPr marL="182880" marR="0" indent="-182880">
              <a:lnSpc>
                <a:spcPct val="107000"/>
              </a:lnSpc>
              <a:spcBef>
                <a:spcPts val="0"/>
              </a:spcBef>
              <a:spcAft>
                <a:spcPts val="300"/>
              </a:spcAft>
              <a:buFont typeface="Arial" panose="020B0604020202020204" pitchFamily="34" charset="0"/>
              <a:buChar char="•"/>
            </a:pPr>
            <a:r>
              <a:rPr lang="en-US" sz="1200" kern="100" dirty="0">
                <a:effectLst/>
                <a:ea typeface="Verdana" panose="020B0604030504040204" pitchFamily="34" charset="0"/>
                <a:cs typeface="Times New Roman" panose="02020603050405020304" pitchFamily="18" charset="0"/>
              </a:rPr>
              <a:t>X, Y, and Z-axis accelerations (G)</a:t>
            </a:r>
          </a:p>
          <a:p>
            <a:pPr marL="182880" marR="0" indent="-182880">
              <a:lnSpc>
                <a:spcPct val="107000"/>
              </a:lnSpc>
              <a:spcBef>
                <a:spcPts val="0"/>
              </a:spcBef>
              <a:spcAft>
                <a:spcPts val="200"/>
              </a:spcAft>
              <a:buFont typeface="Arial" panose="020B0604020202020204" pitchFamily="34" charset="0"/>
              <a:buChar char="•"/>
            </a:pPr>
            <a:r>
              <a:rPr lang="en-US" sz="1200" kern="100" dirty="0">
                <a:effectLst/>
                <a:ea typeface="Verdana" panose="020B0604030504040204" pitchFamily="34" charset="0"/>
                <a:cs typeface="Times New Roman" panose="02020603050405020304" pitchFamily="18" charset="0"/>
              </a:rPr>
              <a:t>Pitch, Roll, and Yaw rates (°/s)</a:t>
            </a:r>
          </a:p>
          <a:p>
            <a:pPr marL="0" marR="0" indent="0">
              <a:lnSpc>
                <a:spcPct val="107000"/>
              </a:lnSpc>
              <a:spcAft>
                <a:spcPts val="800"/>
              </a:spcAft>
              <a:buNone/>
            </a:pPr>
            <a:r>
              <a:rPr lang="en-US" sz="1200" kern="100" dirty="0">
                <a:effectLst/>
                <a:ea typeface="Verdana" panose="020B0604030504040204" pitchFamily="34" charset="0"/>
                <a:cs typeface="Times New Roman" panose="02020603050405020304" pitchFamily="18" charset="0"/>
              </a:rPr>
              <a:t>These channels can be used as part of </a:t>
            </a:r>
            <a:br>
              <a:rPr lang="en-US" sz="1200" kern="100" dirty="0">
                <a:effectLst/>
                <a:ea typeface="Verdana" panose="020B0604030504040204" pitchFamily="34" charset="0"/>
                <a:cs typeface="Times New Roman" panose="02020603050405020304" pitchFamily="18" charset="0"/>
              </a:rPr>
            </a:br>
            <a:r>
              <a:rPr lang="en-US" sz="1200" kern="100" dirty="0">
                <a:ea typeface="Verdana" panose="020B0604030504040204" pitchFamily="34" charset="0"/>
                <a:cs typeface="Times New Roman" panose="02020603050405020304" pitchFamily="18" charset="0"/>
              </a:rPr>
              <a:t>t</a:t>
            </a:r>
            <a:r>
              <a:rPr lang="en-US" sz="1200" kern="100" dirty="0">
                <a:effectLst/>
                <a:ea typeface="Verdana" panose="020B0604030504040204" pitchFamily="34" charset="0"/>
                <a:cs typeface="Times New Roman" panose="02020603050405020304" pitchFamily="18" charset="0"/>
              </a:rPr>
              <a:t>he data collected and the IMU can also </a:t>
            </a:r>
            <a:br>
              <a:rPr lang="en-US" sz="1200" kern="100" dirty="0">
                <a:effectLst/>
                <a:ea typeface="Verdana" panose="020B0604030504040204" pitchFamily="34" charset="0"/>
                <a:cs typeface="Times New Roman" panose="02020603050405020304" pitchFamily="18" charset="0"/>
              </a:rPr>
            </a:br>
            <a:r>
              <a:rPr lang="en-US" sz="1200" kern="100" dirty="0">
                <a:ea typeface="Verdana" panose="020B0604030504040204" pitchFamily="34" charset="0"/>
                <a:cs typeface="Times New Roman" panose="02020603050405020304" pitchFamily="18" charset="0"/>
              </a:rPr>
              <a:t>b</a:t>
            </a:r>
            <a:r>
              <a:rPr lang="en-US" sz="1200" kern="100" dirty="0">
                <a:effectLst/>
                <a:ea typeface="Verdana" panose="020B0604030504040204" pitchFamily="34" charset="0"/>
                <a:cs typeface="Times New Roman" panose="02020603050405020304" pitchFamily="18" charset="0"/>
              </a:rPr>
              <a:t>e integrated with GNSS using a real-</a:t>
            </a:r>
            <a:br>
              <a:rPr lang="en-US" sz="1200" kern="100" dirty="0">
                <a:effectLst/>
                <a:ea typeface="Verdana" panose="020B0604030504040204" pitchFamily="34" charset="0"/>
                <a:cs typeface="Times New Roman" panose="02020603050405020304" pitchFamily="18" charset="0"/>
              </a:rPr>
            </a:br>
            <a:r>
              <a:rPr lang="en-US" sz="1200" kern="100" dirty="0">
                <a:ea typeface="Verdana" panose="020B0604030504040204" pitchFamily="34" charset="0"/>
                <a:cs typeface="Times New Roman" panose="02020603050405020304" pitchFamily="18" charset="0"/>
              </a:rPr>
              <a:t>t</a:t>
            </a:r>
            <a:r>
              <a:rPr lang="en-US" sz="1200" kern="100" dirty="0">
                <a:effectLst/>
                <a:ea typeface="Verdana" panose="020B0604030504040204" pitchFamily="34" charset="0"/>
                <a:cs typeface="Times New Roman" panose="02020603050405020304" pitchFamily="18" charset="0"/>
              </a:rPr>
              <a:t>ime Kalman Filter.</a:t>
            </a:r>
          </a:p>
        </p:txBody>
      </p:sp>
      <p:pic>
        <p:nvPicPr>
          <p:cNvPr id="2" name="Picture 2">
            <a:extLst>
              <a:ext uri="{FF2B5EF4-FFF2-40B4-BE49-F238E27FC236}">
                <a16:creationId xmlns:a16="http://schemas.microsoft.com/office/drawing/2014/main" id="{CEC82310-1188-4F7B-C204-F3FFB6F0E8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220" t="1" r="449" b="2728"/>
          <a:stretch>
            <a:fillRect/>
          </a:stretch>
        </p:blipFill>
        <p:spPr bwMode="auto">
          <a:xfrm>
            <a:off x="4471283" y="1449137"/>
            <a:ext cx="3851081" cy="3431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696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71FAD-24A9-2EB2-C53C-04C39231475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DE01B6A-C997-5719-2A2D-229440AB95EE}"/>
              </a:ext>
            </a:extLst>
          </p:cNvPr>
          <p:cNvPicPr>
            <a:picLocks noChangeAspect="1"/>
          </p:cNvPicPr>
          <p:nvPr/>
        </p:nvPicPr>
        <p:blipFill>
          <a:blip r:embed="rId3"/>
          <a:srcRect t="9831" b="20233"/>
          <a:stretch>
            <a:fillRect/>
          </a:stretch>
        </p:blipFill>
        <p:spPr>
          <a:xfrm>
            <a:off x="4912242" y="0"/>
            <a:ext cx="4231758" cy="5143500"/>
          </a:xfrm>
          <a:prstGeom prst="rect">
            <a:avLst/>
          </a:prstGeom>
        </p:spPr>
      </p:pic>
      <p:sp>
        <p:nvSpPr>
          <p:cNvPr id="2" name="Text Placeholder 5">
            <a:extLst>
              <a:ext uri="{FF2B5EF4-FFF2-40B4-BE49-F238E27FC236}">
                <a16:creationId xmlns:a16="http://schemas.microsoft.com/office/drawing/2014/main" id="{146B5905-50C4-B0C2-9EEC-FEAD33AC54E2}"/>
              </a:ext>
            </a:extLst>
          </p:cNvPr>
          <p:cNvSpPr txBox="1">
            <a:spLocks/>
          </p:cNvSpPr>
          <p:nvPr/>
        </p:nvSpPr>
        <p:spPr>
          <a:xfrm>
            <a:off x="454051" y="1187531"/>
            <a:ext cx="4165451" cy="3289465"/>
          </a:xfrm>
          <a:prstGeom prst="rect">
            <a:avLst/>
          </a:prstGeom>
        </p:spPr>
        <p:txBody>
          <a:bodyPr lIns="0" tIns="0" rIns="0" bIns="0" anchor="ctr"/>
          <a:lstStyle>
            <a:lvl1pPr marL="0" indent="0" algn="l" defTabSz="914400" rtl="0" eaLnBrk="1" latinLnBrk="0" hangingPunct="1">
              <a:lnSpc>
                <a:spcPct val="100000"/>
              </a:lnSpc>
              <a:spcBef>
                <a:spcPts val="0"/>
              </a:spcBef>
              <a:buFontTx/>
              <a:buNone/>
              <a:defRPr sz="2100" b="0" i="0" kern="120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457200" indent="0" algn="l" defTabSz="914400" rtl="0" eaLnBrk="1" latinLnBrk="0" hangingPunct="1">
              <a:lnSpc>
                <a:spcPct val="110000"/>
              </a:lnSpc>
              <a:spcBef>
                <a:spcPts val="500"/>
              </a:spcBef>
              <a:buFontTx/>
              <a:buNone/>
              <a:defRPr sz="25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110000"/>
              </a:lnSpc>
              <a:spcBef>
                <a:spcPts val="500"/>
              </a:spcBef>
              <a:buFontTx/>
              <a:buNone/>
              <a:defRPr sz="25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110000"/>
              </a:lnSpc>
              <a:spcBef>
                <a:spcPts val="500"/>
              </a:spcBef>
              <a:buFontTx/>
              <a:buNone/>
              <a:defRPr sz="25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110000"/>
              </a:lnSpc>
              <a:spcBef>
                <a:spcPts val="500"/>
              </a:spcBef>
              <a:buFontTx/>
              <a:buNone/>
              <a:defRPr sz="25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900"/>
              </a:spcAft>
            </a:pPr>
            <a:r>
              <a:rPr lang="en-US" sz="1400" b="1" dirty="0"/>
              <a:t>IMU Integration enables three major benefits:</a:t>
            </a:r>
          </a:p>
          <a:p>
            <a:pPr marL="228600" indent="-228600">
              <a:spcAft>
                <a:spcPts val="300"/>
              </a:spcAft>
              <a:buFont typeface="+mj-lt"/>
              <a:buAutoNum type="arabicPeriod"/>
            </a:pPr>
            <a:r>
              <a:rPr lang="en-US" sz="1200" dirty="0"/>
              <a:t>Measurement of body pitch, roll, and heading angles</a:t>
            </a:r>
          </a:p>
          <a:p>
            <a:pPr marL="228600" indent="-228600">
              <a:spcAft>
                <a:spcPts val="300"/>
              </a:spcAft>
              <a:buFont typeface="+mj-lt"/>
              <a:buAutoNum type="arabicPeriod"/>
            </a:pPr>
            <a:r>
              <a:rPr lang="en-US" sz="1200" dirty="0"/>
              <a:t>Translation of speed and position measurements </a:t>
            </a:r>
            <a:br>
              <a:rPr lang="en-US" sz="1200" dirty="0"/>
            </a:br>
            <a:r>
              <a:rPr lang="en-US" sz="1200" dirty="0"/>
              <a:t>to a different point on the vehicle:</a:t>
            </a:r>
          </a:p>
          <a:p>
            <a:pPr marL="548640" lvl="1" indent="-182880">
              <a:spcAft>
                <a:spcPts val="300"/>
              </a:spcAft>
              <a:buFont typeface="Arial" panose="020B0604020202020204" pitchFamily="34" charset="0"/>
              <a:buChar char="•"/>
            </a:pPr>
            <a:r>
              <a:rPr lang="en-US" sz="1200" dirty="0">
                <a:solidFill>
                  <a:schemeClr val="bg1"/>
                </a:solidFill>
              </a:rPr>
              <a:t>The GNSS antenna must be on the top of the vehicle to receive a good signal, but it may be preferable to localize all measurement to the </a:t>
            </a:r>
            <a:br>
              <a:rPr lang="en-US" sz="1200" dirty="0">
                <a:solidFill>
                  <a:schemeClr val="bg1"/>
                </a:solidFill>
              </a:rPr>
            </a:br>
            <a:r>
              <a:rPr lang="en-US" sz="1200" dirty="0">
                <a:solidFill>
                  <a:schemeClr val="bg1"/>
                </a:solidFill>
              </a:rPr>
              <a:t>center of the vehicle, center of gravity, driver </a:t>
            </a:r>
            <a:br>
              <a:rPr lang="en-US" sz="1200" dirty="0">
                <a:solidFill>
                  <a:schemeClr val="bg1"/>
                </a:solidFill>
              </a:rPr>
            </a:br>
            <a:r>
              <a:rPr lang="en-US" sz="1200" dirty="0">
                <a:solidFill>
                  <a:schemeClr val="bg1"/>
                </a:solidFill>
              </a:rPr>
              <a:t>seat, or other location.</a:t>
            </a:r>
          </a:p>
          <a:p>
            <a:pPr marL="548640" lvl="1" indent="-182880">
              <a:spcAft>
                <a:spcPts val="300"/>
              </a:spcAft>
              <a:buFont typeface="Arial" panose="020B0604020202020204" pitchFamily="34" charset="0"/>
              <a:buChar char="•"/>
            </a:pPr>
            <a:r>
              <a:rPr lang="en-US" sz="1200" dirty="0">
                <a:solidFill>
                  <a:schemeClr val="bg1"/>
                </a:solidFill>
              </a:rPr>
              <a:t>Resilience against dropouts due to poor GNSS reception</a:t>
            </a:r>
          </a:p>
          <a:p>
            <a:pPr marL="548640" lvl="1" indent="-182880">
              <a:spcAft>
                <a:spcPts val="300"/>
              </a:spcAft>
              <a:buFont typeface="Arial" panose="020B0604020202020204" pitchFamily="34" charset="0"/>
              <a:buChar char="•"/>
            </a:pPr>
            <a:r>
              <a:rPr lang="en-US" sz="1200" dirty="0">
                <a:solidFill>
                  <a:schemeClr val="bg1"/>
                </a:solidFill>
              </a:rPr>
              <a:t>This is especially helpful in urban or highway </a:t>
            </a:r>
            <a:br>
              <a:rPr lang="en-US" sz="1200" dirty="0">
                <a:solidFill>
                  <a:schemeClr val="bg1"/>
                </a:solidFill>
              </a:rPr>
            </a:br>
            <a:r>
              <a:rPr lang="en-US" sz="1200" dirty="0">
                <a:solidFill>
                  <a:schemeClr val="bg1"/>
                </a:solidFill>
              </a:rPr>
              <a:t>test environments with overpasses, tree cover, </a:t>
            </a:r>
            <a:br>
              <a:rPr lang="en-US" sz="1200" dirty="0">
                <a:solidFill>
                  <a:schemeClr val="bg1"/>
                </a:solidFill>
              </a:rPr>
            </a:br>
            <a:r>
              <a:rPr lang="en-US" sz="1200" dirty="0">
                <a:solidFill>
                  <a:schemeClr val="bg1"/>
                </a:solidFill>
              </a:rPr>
              <a:t>or nearby structures.</a:t>
            </a:r>
          </a:p>
        </p:txBody>
      </p:sp>
      <p:sp>
        <p:nvSpPr>
          <p:cNvPr id="8" name="Title 4">
            <a:extLst>
              <a:ext uri="{FF2B5EF4-FFF2-40B4-BE49-F238E27FC236}">
                <a16:creationId xmlns:a16="http://schemas.microsoft.com/office/drawing/2014/main" id="{F5D16BD3-C564-76D7-FC43-21925BB650B6}"/>
              </a:ext>
            </a:extLst>
          </p:cNvPr>
          <p:cNvSpPr txBox="1">
            <a:spLocks/>
          </p:cNvSpPr>
          <p:nvPr/>
        </p:nvSpPr>
        <p:spPr>
          <a:xfrm>
            <a:off x="430710" y="441049"/>
            <a:ext cx="7886700" cy="349616"/>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800" b="1" i="0" kern="1200">
                <a:solidFill>
                  <a:schemeClr val="bg1"/>
                </a:solidFill>
                <a:effectLst/>
                <a:latin typeface="Verdana" panose="020B0604030504040204" pitchFamily="34" charset="0"/>
                <a:ea typeface="Verdana" panose="020B0604030504040204" pitchFamily="34" charset="0"/>
                <a:cs typeface="Arial" panose="020B0604020202020204" pitchFamily="34" charset="0"/>
              </a:defRPr>
            </a:lvl1pPr>
          </a:lstStyle>
          <a:p>
            <a:r>
              <a:rPr lang="en-US" dirty="0">
                <a:solidFill>
                  <a:schemeClr val="bg2">
                    <a:lumMod val="40000"/>
                    <a:lumOff val="60000"/>
                  </a:schemeClr>
                </a:solidFill>
              </a:rPr>
              <a:t>IMU Kalman Filter</a:t>
            </a:r>
          </a:p>
        </p:txBody>
      </p:sp>
    </p:spTree>
    <p:extLst>
      <p:ext uri="{BB962C8B-B14F-4D97-AF65-F5344CB8AC3E}">
        <p14:creationId xmlns:p14="http://schemas.microsoft.com/office/powerpoint/2010/main" val="2366000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D928C0-10AD-F5D9-AD59-977A3FD1347C}"/>
              </a:ext>
            </a:extLst>
          </p:cNvPr>
          <p:cNvSpPr>
            <a:spLocks noGrp="1"/>
          </p:cNvSpPr>
          <p:nvPr>
            <p:ph type="title"/>
          </p:nvPr>
        </p:nvSpPr>
        <p:spPr/>
        <p:txBody>
          <a:bodyPr/>
          <a:lstStyle/>
          <a:p>
            <a:r>
              <a:rPr lang="en-US" dirty="0"/>
              <a:t>Mounting the IMU</a:t>
            </a:r>
          </a:p>
        </p:txBody>
      </p:sp>
      <p:sp>
        <p:nvSpPr>
          <p:cNvPr id="6" name="Text Placeholder 5">
            <a:extLst>
              <a:ext uri="{FF2B5EF4-FFF2-40B4-BE49-F238E27FC236}">
                <a16:creationId xmlns:a16="http://schemas.microsoft.com/office/drawing/2014/main" id="{24348C78-EDB8-7113-C790-7383CA8D51D3}"/>
              </a:ext>
            </a:extLst>
          </p:cNvPr>
          <p:cNvSpPr>
            <a:spLocks noGrp="1"/>
          </p:cNvSpPr>
          <p:nvPr>
            <p:ph type="body" sz="quarter" idx="10"/>
          </p:nvPr>
        </p:nvSpPr>
        <p:spPr>
          <a:xfrm>
            <a:off x="381965" y="1101582"/>
            <a:ext cx="4012235" cy="3760787"/>
          </a:xfrm>
        </p:spPr>
        <p:txBody>
          <a:bodyPr anchor="ctr"/>
          <a:lstStyle/>
          <a:p>
            <a:r>
              <a:rPr lang="en-US" sz="1300" b="1" dirty="0"/>
              <a:t>The IMU can be mounted with the GNSS antenna on the roof for many tests. Avoid adding additional movement or vibration </a:t>
            </a:r>
            <a:br>
              <a:rPr lang="en-US" sz="1300" b="1" dirty="0"/>
            </a:br>
            <a:r>
              <a:rPr lang="en-US" sz="1300" b="1" dirty="0"/>
              <a:t>from the mount if possible.</a:t>
            </a:r>
          </a:p>
          <a:p>
            <a:r>
              <a:rPr lang="en-US" sz="1300" dirty="0"/>
              <a:t>The IMU can also be mounted inside the vehicle on a strut mount or bolted onto a bracket.</a:t>
            </a:r>
          </a:p>
          <a:p>
            <a:r>
              <a:rPr lang="en-US" sz="1300" dirty="0"/>
              <a:t>If not using a roof mount, then careful measurements must be made to define the X, Y, and Z offsets between the IMU unit and the GNSS antenna.</a:t>
            </a:r>
          </a:p>
          <a:p>
            <a:endParaRPr lang="en-US" sz="1300" dirty="0"/>
          </a:p>
        </p:txBody>
      </p:sp>
      <p:pic>
        <p:nvPicPr>
          <p:cNvPr id="7" name="Picture 6" descr="Close-up of a machine with wires&#10;&#10;Description automatically generated">
            <a:extLst>
              <a:ext uri="{FF2B5EF4-FFF2-40B4-BE49-F238E27FC236}">
                <a16:creationId xmlns:a16="http://schemas.microsoft.com/office/drawing/2014/main" id="{E90DC371-3A6E-A44F-90F9-8B7FFF6F1E43}"/>
              </a:ext>
            </a:extLst>
          </p:cNvPr>
          <p:cNvPicPr>
            <a:picLocks noChangeAspect="1"/>
          </p:cNvPicPr>
          <p:nvPr/>
        </p:nvPicPr>
        <p:blipFill>
          <a:blip r:embed="rId2" cstate="print">
            <a:extLst>
              <a:ext uri="{28A0092B-C50C-407E-A947-70E740481C1C}">
                <a14:useLocalDpi xmlns:a14="http://schemas.microsoft.com/office/drawing/2010/main" val="0"/>
              </a:ext>
            </a:extLst>
          </a:blip>
          <a:srcRect l="2922" t="5714" r="32887"/>
          <a:stretch>
            <a:fillRect/>
          </a:stretch>
        </p:blipFill>
        <p:spPr>
          <a:xfrm>
            <a:off x="4678326" y="939800"/>
            <a:ext cx="3981734" cy="4036236"/>
          </a:xfrm>
          <a:prstGeom prst="rect">
            <a:avLst/>
          </a:prstGeom>
        </p:spPr>
      </p:pic>
    </p:spTree>
    <p:extLst>
      <p:ext uri="{BB962C8B-B14F-4D97-AF65-F5344CB8AC3E}">
        <p14:creationId xmlns:p14="http://schemas.microsoft.com/office/powerpoint/2010/main" val="3658889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78E8F97-9E5F-E858-D2C1-A8CEE4F45AC8}"/>
              </a:ext>
            </a:extLst>
          </p:cNvPr>
          <p:cNvSpPr>
            <a:spLocks noGrp="1"/>
          </p:cNvSpPr>
          <p:nvPr>
            <p:ph type="title"/>
          </p:nvPr>
        </p:nvSpPr>
        <p:spPr/>
        <p:txBody>
          <a:bodyPr/>
          <a:lstStyle/>
          <a:p>
            <a:r>
              <a:rPr lang="en-US" dirty="0"/>
              <a:t>Measurement Points</a:t>
            </a:r>
          </a:p>
        </p:txBody>
      </p:sp>
      <p:sp>
        <p:nvSpPr>
          <p:cNvPr id="8" name="Text Placeholder 7">
            <a:extLst>
              <a:ext uri="{FF2B5EF4-FFF2-40B4-BE49-F238E27FC236}">
                <a16:creationId xmlns:a16="http://schemas.microsoft.com/office/drawing/2014/main" id="{063BC1F3-F651-ED19-762F-693EF08D8C8D}"/>
              </a:ext>
            </a:extLst>
          </p:cNvPr>
          <p:cNvSpPr>
            <a:spLocks noGrp="1"/>
          </p:cNvSpPr>
          <p:nvPr>
            <p:ph type="body" sz="quarter" idx="10"/>
          </p:nvPr>
        </p:nvSpPr>
        <p:spPr>
          <a:xfrm>
            <a:off x="427685" y="958646"/>
            <a:ext cx="4285569" cy="4011560"/>
          </a:xfrm>
        </p:spPr>
        <p:txBody>
          <a:bodyPr anchor="ctr"/>
          <a:lstStyle/>
          <a:p>
            <a:r>
              <a:rPr lang="en-US" dirty="0"/>
              <a:t>With </a:t>
            </a:r>
            <a:r>
              <a:rPr lang="en-US" b="1" dirty="0"/>
              <a:t>GNSS, RTK, and IMU Integration, </a:t>
            </a:r>
            <a:r>
              <a:rPr lang="en-US" dirty="0"/>
              <a:t>we </a:t>
            </a:r>
            <a:br>
              <a:rPr lang="en-US" dirty="0"/>
            </a:br>
            <a:r>
              <a:rPr lang="en-US" dirty="0"/>
              <a:t>have accurate information about the vehicle’s position and orientation in space, and we can configure measurement points to use one or more different points on the vehicle instead </a:t>
            </a:r>
            <a:br>
              <a:rPr lang="en-US" dirty="0"/>
            </a:br>
            <a:r>
              <a:rPr lang="en-US" dirty="0"/>
              <a:t>of the GNSS antenna or IMU location.</a:t>
            </a:r>
          </a:p>
          <a:p>
            <a:r>
              <a:rPr lang="en-US" dirty="0"/>
              <a:t>These are done with physical measurements from the IMU location to the point of interest on the vehicle.</a:t>
            </a:r>
          </a:p>
          <a:p>
            <a:r>
              <a:rPr lang="en-US" dirty="0"/>
              <a:t>For an Adaptive Cruise Control test example, we would use the center of the front bumper.</a:t>
            </a:r>
          </a:p>
        </p:txBody>
      </p:sp>
      <p:pic>
        <p:nvPicPr>
          <p:cNvPr id="7" name="Picture 6">
            <a:extLst>
              <a:ext uri="{FF2B5EF4-FFF2-40B4-BE49-F238E27FC236}">
                <a16:creationId xmlns:a16="http://schemas.microsoft.com/office/drawing/2014/main" id="{95B390C8-EB2E-C023-10C2-C6C5D427FE37}"/>
              </a:ext>
            </a:extLst>
          </p:cNvPr>
          <p:cNvPicPr>
            <a:picLocks noChangeAspect="1"/>
          </p:cNvPicPr>
          <p:nvPr/>
        </p:nvPicPr>
        <p:blipFill>
          <a:blip r:embed="rId3"/>
          <a:srcRect l="16006" t="11661" r="9394" b="11821"/>
          <a:stretch>
            <a:fillRect/>
          </a:stretch>
        </p:blipFill>
        <p:spPr>
          <a:xfrm>
            <a:off x="5604388" y="1238865"/>
            <a:ext cx="2595716" cy="3342198"/>
          </a:xfrm>
          <a:prstGeom prst="rect">
            <a:avLst/>
          </a:prstGeom>
        </p:spPr>
      </p:pic>
    </p:spTree>
    <p:extLst>
      <p:ext uri="{BB962C8B-B14F-4D97-AF65-F5344CB8AC3E}">
        <p14:creationId xmlns:p14="http://schemas.microsoft.com/office/powerpoint/2010/main" val="3730024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4FC2B269-AD93-1726-FA38-9F3AC7EC636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78A4C31-5A4E-CBE3-209A-4E4C604EC2AD}"/>
              </a:ext>
            </a:extLst>
          </p:cNvPr>
          <p:cNvPicPr>
            <a:picLocks noChangeAspect="1"/>
          </p:cNvPicPr>
          <p:nvPr/>
        </p:nvPicPr>
        <p:blipFill>
          <a:blip r:embed="rId2">
            <a:alphaModFix amt="40000"/>
            <a:extLst>
              <a:ext uri="{28A0092B-C50C-407E-A947-70E740481C1C}">
                <a14:useLocalDpi xmlns:a14="http://schemas.microsoft.com/office/drawing/2010/main" val="0"/>
              </a:ext>
            </a:extLst>
          </a:blip>
          <a:srcRect l="2486" t="8908" r="11394"/>
          <a:stretch>
            <a:fillRect/>
          </a:stretch>
        </p:blipFill>
        <p:spPr>
          <a:xfrm>
            <a:off x="4229" y="1"/>
            <a:ext cx="8820873" cy="5143500"/>
          </a:xfrm>
          <a:prstGeom prst="rect">
            <a:avLst/>
          </a:prstGeom>
        </p:spPr>
      </p:pic>
      <p:sp>
        <p:nvSpPr>
          <p:cNvPr id="2" name="Rectangle 1">
            <a:extLst>
              <a:ext uri="{FF2B5EF4-FFF2-40B4-BE49-F238E27FC236}">
                <a16:creationId xmlns:a16="http://schemas.microsoft.com/office/drawing/2014/main" id="{D4DD0112-F449-202F-0186-6D090F895E6D}"/>
              </a:ext>
            </a:extLst>
          </p:cNvPr>
          <p:cNvSpPr/>
          <p:nvPr/>
        </p:nvSpPr>
        <p:spPr>
          <a:xfrm>
            <a:off x="2045616" y="1"/>
            <a:ext cx="4722829" cy="5143500"/>
          </a:xfrm>
          <a:prstGeom prst="rect">
            <a:avLst/>
          </a:prstGeom>
          <a:solidFill>
            <a:schemeClr val="accent1">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4" name="Title 1">
            <a:extLst>
              <a:ext uri="{FF2B5EF4-FFF2-40B4-BE49-F238E27FC236}">
                <a16:creationId xmlns:a16="http://schemas.microsoft.com/office/drawing/2014/main" id="{C8DD0886-4A3C-6DBD-B0FC-04E44ECE2813}"/>
              </a:ext>
            </a:extLst>
          </p:cNvPr>
          <p:cNvSpPr txBox="1">
            <a:spLocks/>
          </p:cNvSpPr>
          <p:nvPr/>
        </p:nvSpPr>
        <p:spPr>
          <a:xfrm>
            <a:off x="2026763" y="329938"/>
            <a:ext cx="4732256" cy="578600"/>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lnSpc>
                <a:spcPct val="100000"/>
              </a:lnSpc>
            </a:pPr>
            <a:r>
              <a:rPr lang="en-US" sz="1800" b="1" dirty="0"/>
              <a:t>Subject &amp; Targets</a:t>
            </a:r>
          </a:p>
        </p:txBody>
      </p:sp>
      <p:sp>
        <p:nvSpPr>
          <p:cNvPr id="5" name="Text Placeholder 4">
            <a:extLst>
              <a:ext uri="{FF2B5EF4-FFF2-40B4-BE49-F238E27FC236}">
                <a16:creationId xmlns:a16="http://schemas.microsoft.com/office/drawing/2014/main" id="{8D5E7B3F-EBD7-5381-8741-7632CB18A1F3}"/>
              </a:ext>
            </a:extLst>
          </p:cNvPr>
          <p:cNvSpPr txBox="1">
            <a:spLocks/>
          </p:cNvSpPr>
          <p:nvPr/>
        </p:nvSpPr>
        <p:spPr>
          <a:xfrm>
            <a:off x="2393656" y="1180069"/>
            <a:ext cx="4213783" cy="3760787"/>
          </a:xfrm>
          <a:prstGeom prst="rect">
            <a:avLst/>
          </a:prstGeom>
        </p:spPr>
        <p:txBody>
          <a:bodyPr lIns="0" tIns="0" rIns="0" bIns="0" anchor="ct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0000"/>
              </a:lnSpc>
              <a:spcAft>
                <a:spcPts val="200"/>
              </a:spcAft>
              <a:buNone/>
            </a:pPr>
            <a:r>
              <a:rPr lang="en-US" sz="1100" b="1" dirty="0">
                <a:solidFill>
                  <a:schemeClr val="bg1"/>
                </a:solidFill>
              </a:rPr>
              <a:t>The vehicle we have instrumented is the Subject Vehicle. This is where primary data is logged, </a:t>
            </a:r>
            <a:br>
              <a:rPr lang="en-US" sz="1100" b="1" dirty="0">
                <a:solidFill>
                  <a:schemeClr val="bg1"/>
                </a:solidFill>
              </a:rPr>
            </a:br>
            <a:r>
              <a:rPr lang="en-US" sz="1100" b="1" dirty="0">
                <a:solidFill>
                  <a:schemeClr val="bg1"/>
                </a:solidFill>
              </a:rPr>
              <a:t>and all the calculations are performed. Now we </a:t>
            </a:r>
            <a:br>
              <a:rPr lang="en-US" sz="1100" b="1" dirty="0">
                <a:solidFill>
                  <a:schemeClr val="bg1"/>
                </a:solidFill>
              </a:rPr>
            </a:br>
            <a:r>
              <a:rPr lang="en-US" sz="1100" b="1" dirty="0">
                <a:solidFill>
                  <a:schemeClr val="bg1"/>
                </a:solidFill>
              </a:rPr>
              <a:t>can configure one or more ADAS Objects. </a:t>
            </a:r>
          </a:p>
          <a:p>
            <a:pPr marL="0" indent="0">
              <a:lnSpc>
                <a:spcPct val="100000"/>
              </a:lnSpc>
              <a:spcAft>
                <a:spcPts val="600"/>
              </a:spcAft>
              <a:buNone/>
            </a:pPr>
            <a:r>
              <a:rPr lang="en-US" sz="1100" b="1" dirty="0">
                <a:solidFill>
                  <a:schemeClr val="bg1"/>
                </a:solidFill>
              </a:rPr>
              <a:t>There are four types of targets:</a:t>
            </a:r>
          </a:p>
          <a:p>
            <a:pPr marL="182880" indent="-182880">
              <a:lnSpc>
                <a:spcPct val="100000"/>
              </a:lnSpc>
            </a:pPr>
            <a:r>
              <a:rPr lang="en-US" sz="1100" b="1" dirty="0">
                <a:solidFill>
                  <a:schemeClr val="bg2">
                    <a:lumMod val="40000"/>
                    <a:lumOff val="60000"/>
                  </a:schemeClr>
                </a:solidFill>
              </a:rPr>
              <a:t>Static Targets</a:t>
            </a:r>
          </a:p>
          <a:p>
            <a:pPr marL="182880" indent="-182880">
              <a:lnSpc>
                <a:spcPct val="100000"/>
              </a:lnSpc>
            </a:pPr>
            <a:r>
              <a:rPr lang="en-US" sz="1100" b="1" dirty="0">
                <a:solidFill>
                  <a:schemeClr val="bg2">
                    <a:lumMod val="40000"/>
                    <a:lumOff val="60000"/>
                  </a:schemeClr>
                </a:solidFill>
              </a:rPr>
              <a:t>Target Vehicle instrumented with another VBOX</a:t>
            </a:r>
          </a:p>
          <a:p>
            <a:pPr lvl="1">
              <a:lnSpc>
                <a:spcPct val="100000"/>
              </a:lnSpc>
              <a:buFont typeface="Courier New" panose="02070309020205020404" pitchFamily="49" charset="0"/>
              <a:buChar char="o"/>
            </a:pPr>
            <a:r>
              <a:rPr lang="en-US" sz="1100" dirty="0">
                <a:solidFill>
                  <a:schemeClr val="bg1"/>
                </a:solidFill>
              </a:rPr>
              <a:t>VBOX 4 ADAS supports up to five targets in </a:t>
            </a:r>
            <a:br>
              <a:rPr lang="en-US" sz="1100" dirty="0">
                <a:solidFill>
                  <a:schemeClr val="bg1"/>
                </a:solidFill>
              </a:rPr>
            </a:br>
            <a:r>
              <a:rPr lang="en-US" sz="1100" dirty="0">
                <a:solidFill>
                  <a:schemeClr val="bg1"/>
                </a:solidFill>
              </a:rPr>
              <a:t>total, including static and moving vehicles</a:t>
            </a:r>
          </a:p>
          <a:p>
            <a:pPr marL="182880" indent="-182880">
              <a:lnSpc>
                <a:spcPct val="100000"/>
              </a:lnSpc>
            </a:pPr>
            <a:r>
              <a:rPr lang="en-US" sz="1100" b="1" dirty="0">
                <a:solidFill>
                  <a:schemeClr val="bg2">
                    <a:lumMod val="40000"/>
                    <a:lumOff val="60000"/>
                  </a:schemeClr>
                </a:solidFill>
              </a:rPr>
              <a:t>Lane Edges</a:t>
            </a:r>
          </a:p>
          <a:p>
            <a:pPr lvl="1">
              <a:lnSpc>
                <a:spcPct val="100000"/>
              </a:lnSpc>
              <a:buFont typeface="Courier New" panose="02070309020205020404" pitchFamily="49" charset="0"/>
              <a:buChar char="o"/>
            </a:pPr>
            <a:r>
              <a:rPr lang="en-US" sz="1100" dirty="0">
                <a:solidFill>
                  <a:schemeClr val="bg1"/>
                </a:solidFill>
              </a:rPr>
              <a:t>Straight/simple lines can be defined by 2-8 points</a:t>
            </a:r>
          </a:p>
          <a:p>
            <a:pPr lvl="1">
              <a:lnSpc>
                <a:spcPct val="100000"/>
              </a:lnSpc>
              <a:buFont typeface="Courier New" panose="02070309020205020404" pitchFamily="49" charset="0"/>
              <a:buChar char="o"/>
            </a:pPr>
            <a:r>
              <a:rPr lang="en-US" sz="1100" dirty="0">
                <a:solidFill>
                  <a:schemeClr val="bg1"/>
                </a:solidFill>
              </a:rPr>
              <a:t>Curved lane edges can be surveyed directly using</a:t>
            </a:r>
            <a:br>
              <a:rPr lang="en-US" sz="1100" dirty="0">
                <a:solidFill>
                  <a:schemeClr val="bg1"/>
                </a:solidFill>
              </a:rPr>
            </a:br>
            <a:r>
              <a:rPr lang="en-US" sz="1100" dirty="0">
                <a:solidFill>
                  <a:schemeClr val="bg1"/>
                </a:solidFill>
              </a:rPr>
              <a:t>a survey trolley</a:t>
            </a:r>
          </a:p>
          <a:p>
            <a:pPr marL="182880" indent="-182880">
              <a:lnSpc>
                <a:spcPct val="100000"/>
              </a:lnSpc>
            </a:pPr>
            <a:r>
              <a:rPr lang="en-US" sz="1100" b="1" dirty="0">
                <a:solidFill>
                  <a:schemeClr val="bg2">
                    <a:lumMod val="40000"/>
                    <a:lumOff val="60000"/>
                  </a:schemeClr>
                </a:solidFill>
              </a:rPr>
              <a:t>Signposts</a:t>
            </a:r>
          </a:p>
          <a:p>
            <a:pPr lvl="1">
              <a:lnSpc>
                <a:spcPct val="100000"/>
              </a:lnSpc>
              <a:buFont typeface="Courier New" panose="02070309020205020404" pitchFamily="49" charset="0"/>
              <a:buChar char="o"/>
            </a:pPr>
            <a:r>
              <a:rPr lang="en-US" sz="1100" dirty="0">
                <a:solidFill>
                  <a:schemeClr val="bg1"/>
                </a:solidFill>
              </a:rPr>
              <a:t>Up to 99 static locations can be surveyed</a:t>
            </a:r>
          </a:p>
          <a:p>
            <a:pPr lvl="1">
              <a:lnSpc>
                <a:spcPct val="100000"/>
              </a:lnSpc>
              <a:buFont typeface="Courier New" panose="02070309020205020404" pitchFamily="49" charset="0"/>
              <a:buChar char="o"/>
            </a:pPr>
            <a:r>
              <a:rPr lang="en-US" sz="1100" dirty="0">
                <a:solidFill>
                  <a:schemeClr val="bg1"/>
                </a:solidFill>
              </a:rPr>
              <a:t>The VBOX only tracks signposts within a specified field of view</a:t>
            </a:r>
          </a:p>
          <a:p>
            <a:pPr>
              <a:lnSpc>
                <a:spcPct val="100000"/>
              </a:lnSpc>
            </a:pPr>
            <a:endParaRPr lang="en-US" sz="1100" dirty="0">
              <a:solidFill>
                <a:schemeClr val="bg1"/>
              </a:solidFill>
            </a:endParaRPr>
          </a:p>
        </p:txBody>
      </p:sp>
    </p:spTree>
    <p:extLst>
      <p:ext uri="{BB962C8B-B14F-4D97-AF65-F5344CB8AC3E}">
        <p14:creationId xmlns:p14="http://schemas.microsoft.com/office/powerpoint/2010/main" val="3809775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C0ECAEE-259C-E2A2-7921-DB206E360883}"/>
              </a:ext>
            </a:extLst>
          </p:cNvPr>
          <p:cNvGrpSpPr/>
          <p:nvPr/>
        </p:nvGrpSpPr>
        <p:grpSpPr>
          <a:xfrm>
            <a:off x="490086" y="0"/>
            <a:ext cx="8653914" cy="5143500"/>
            <a:chOff x="490086" y="0"/>
            <a:chExt cx="8653914" cy="5143500"/>
          </a:xfrm>
        </p:grpSpPr>
        <p:pic>
          <p:nvPicPr>
            <p:cNvPr id="7" name="Picture 6">
              <a:extLst>
                <a:ext uri="{FF2B5EF4-FFF2-40B4-BE49-F238E27FC236}">
                  <a16:creationId xmlns:a16="http://schemas.microsoft.com/office/drawing/2014/main" id="{2F042280-6E76-D8D4-F47E-E7C32722C931}"/>
                </a:ext>
              </a:extLst>
            </p:cNvPr>
            <p:cNvPicPr>
              <a:picLocks noChangeAspect="1"/>
            </p:cNvPicPr>
            <p:nvPr/>
          </p:nvPicPr>
          <p:blipFill>
            <a:blip r:embed="rId2"/>
            <a:srcRect t="9831" b="20233"/>
            <a:stretch>
              <a:fillRect/>
            </a:stretch>
          </p:blipFill>
          <p:spPr>
            <a:xfrm>
              <a:off x="4912242" y="0"/>
              <a:ext cx="4231758" cy="5143500"/>
            </a:xfrm>
            <a:prstGeom prst="rect">
              <a:avLst/>
            </a:prstGeom>
          </p:spPr>
        </p:pic>
        <p:sp>
          <p:nvSpPr>
            <p:cNvPr id="2" name="Text Placeholder 5">
              <a:extLst>
                <a:ext uri="{FF2B5EF4-FFF2-40B4-BE49-F238E27FC236}">
                  <a16:creationId xmlns:a16="http://schemas.microsoft.com/office/drawing/2014/main" id="{35C70546-2979-0B05-5F51-2FA39574EB91}"/>
                </a:ext>
              </a:extLst>
            </p:cNvPr>
            <p:cNvSpPr txBox="1">
              <a:spLocks/>
            </p:cNvSpPr>
            <p:nvPr/>
          </p:nvSpPr>
          <p:spPr>
            <a:xfrm>
              <a:off x="513427" y="1509802"/>
              <a:ext cx="3604917" cy="2654300"/>
            </a:xfrm>
            <a:prstGeom prst="rect">
              <a:avLst/>
            </a:prstGeom>
          </p:spPr>
          <p:txBody>
            <a:bodyPr lIns="0" tIns="0" rIns="0" bIns="0" anchor="ctr"/>
            <a:lstStyle>
              <a:lvl1pPr marL="0" indent="0" algn="l" defTabSz="914400" rtl="0" eaLnBrk="1" latinLnBrk="0" hangingPunct="1">
                <a:lnSpc>
                  <a:spcPct val="100000"/>
                </a:lnSpc>
                <a:spcBef>
                  <a:spcPts val="0"/>
                </a:spcBef>
                <a:buFontTx/>
                <a:buNone/>
                <a:defRPr sz="2100" b="0" i="0" kern="120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457200" indent="0" algn="l" defTabSz="914400" rtl="0" eaLnBrk="1" latinLnBrk="0" hangingPunct="1">
                <a:lnSpc>
                  <a:spcPct val="110000"/>
                </a:lnSpc>
                <a:spcBef>
                  <a:spcPts val="500"/>
                </a:spcBef>
                <a:buFontTx/>
                <a:buNone/>
                <a:defRPr sz="25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110000"/>
                </a:lnSpc>
                <a:spcBef>
                  <a:spcPts val="500"/>
                </a:spcBef>
                <a:buFontTx/>
                <a:buNone/>
                <a:defRPr sz="25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110000"/>
                </a:lnSpc>
                <a:spcBef>
                  <a:spcPts val="500"/>
                </a:spcBef>
                <a:buFontTx/>
                <a:buNone/>
                <a:defRPr sz="25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110000"/>
                </a:lnSpc>
                <a:spcBef>
                  <a:spcPts val="500"/>
                </a:spcBef>
                <a:buFontTx/>
                <a:buNone/>
                <a:defRPr sz="25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pPr>
              <a:r>
                <a:rPr lang="en-US" sz="1400" b="1" dirty="0">
                  <a:solidFill>
                    <a:srgbClr val="9EE3F8"/>
                  </a:solidFill>
                </a:rPr>
                <a:t>Most commonly a balloon car or </a:t>
              </a:r>
              <a:br>
                <a:rPr lang="en-US" sz="1400" b="1" dirty="0">
                  <a:solidFill>
                    <a:srgbClr val="9EE3F8"/>
                  </a:solidFill>
                </a:rPr>
              </a:br>
              <a:r>
                <a:rPr lang="en-US" sz="1400" b="1" dirty="0">
                  <a:solidFill>
                    <a:srgbClr val="9EE3F8"/>
                  </a:solidFill>
                </a:rPr>
                <a:t>static dummy.</a:t>
              </a:r>
            </a:p>
            <a:p>
              <a:pPr marL="182880" indent="-182880">
                <a:spcAft>
                  <a:spcPts val="900"/>
                </a:spcAft>
                <a:buFont typeface="Arial" panose="020B0604020202020204" pitchFamily="34" charset="0"/>
                <a:buChar char="•"/>
              </a:pPr>
              <a:r>
                <a:rPr lang="en-US" sz="1300" dirty="0"/>
                <a:t>No hardware is needed on this object, just its position needs to be surveyed into the Subject Vehicle VBOX.</a:t>
              </a:r>
            </a:p>
            <a:p>
              <a:pPr marL="182880" indent="-182880">
                <a:spcAft>
                  <a:spcPts val="900"/>
                </a:spcAft>
                <a:buFont typeface="Arial" panose="020B0604020202020204" pitchFamily="34" charset="0"/>
                <a:buChar char="•"/>
              </a:pPr>
              <a:r>
                <a:rPr lang="en-US" sz="1300" dirty="0"/>
                <a:t>To survey, use a GNSS antenna on a pole and position the pole to mark the location accurately. A target heading direction can also be set by backing up 20m or more and surveying a second point to define a direction. This enables calculations based on both the static target's heading and the subject vehicle's heading.</a:t>
              </a:r>
            </a:p>
          </p:txBody>
        </p:sp>
        <p:sp>
          <p:nvSpPr>
            <p:cNvPr id="8" name="Title 4">
              <a:extLst>
                <a:ext uri="{FF2B5EF4-FFF2-40B4-BE49-F238E27FC236}">
                  <a16:creationId xmlns:a16="http://schemas.microsoft.com/office/drawing/2014/main" id="{888C6802-12BF-113E-4B61-32A2D58F5242}"/>
                </a:ext>
              </a:extLst>
            </p:cNvPr>
            <p:cNvSpPr txBox="1">
              <a:spLocks/>
            </p:cNvSpPr>
            <p:nvPr/>
          </p:nvSpPr>
          <p:spPr>
            <a:xfrm>
              <a:off x="490086" y="666680"/>
              <a:ext cx="7886700" cy="349616"/>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800" b="1" i="0" kern="1200">
                  <a:solidFill>
                    <a:schemeClr val="bg1"/>
                  </a:solidFill>
                  <a:effectLst/>
                  <a:latin typeface="Verdana" panose="020B0604030504040204" pitchFamily="34" charset="0"/>
                  <a:ea typeface="Verdana" panose="020B0604030504040204" pitchFamily="34" charset="0"/>
                  <a:cs typeface="Arial" panose="020B0604020202020204" pitchFamily="34" charset="0"/>
                </a:defRPr>
              </a:lvl1pPr>
            </a:lstStyle>
            <a:p>
              <a:r>
                <a:rPr lang="en-US" dirty="0"/>
                <a:t>Static Target</a:t>
              </a:r>
            </a:p>
          </p:txBody>
        </p:sp>
      </p:grpSp>
    </p:spTree>
    <p:extLst>
      <p:ext uri="{BB962C8B-B14F-4D97-AF65-F5344CB8AC3E}">
        <p14:creationId xmlns:p14="http://schemas.microsoft.com/office/powerpoint/2010/main" val="102421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1887216-203A-FEEF-CF27-89DFAB66B0D2}"/>
              </a:ext>
            </a:extLst>
          </p:cNvPr>
          <p:cNvSpPr>
            <a:spLocks noGrp="1"/>
          </p:cNvSpPr>
          <p:nvPr>
            <p:ph type="title"/>
          </p:nvPr>
        </p:nvSpPr>
        <p:spPr>
          <a:xfrm>
            <a:off x="308317" y="198457"/>
            <a:ext cx="8229755" cy="378062"/>
          </a:xfrm>
        </p:spPr>
        <p:txBody>
          <a:bodyPr/>
          <a:lstStyle/>
          <a:p>
            <a:r>
              <a:rPr lang="en-US" sz="1800" dirty="0"/>
              <a:t>Subject/Target Vehicle Calculations</a:t>
            </a:r>
          </a:p>
        </p:txBody>
      </p:sp>
      <p:sp>
        <p:nvSpPr>
          <p:cNvPr id="9" name="Text Placeholder 8">
            <a:extLst>
              <a:ext uri="{FF2B5EF4-FFF2-40B4-BE49-F238E27FC236}">
                <a16:creationId xmlns:a16="http://schemas.microsoft.com/office/drawing/2014/main" id="{03C337F2-EB80-2AE6-4D39-21104E4BF1BA}"/>
              </a:ext>
            </a:extLst>
          </p:cNvPr>
          <p:cNvSpPr>
            <a:spLocks noGrp="1"/>
          </p:cNvSpPr>
          <p:nvPr>
            <p:ph type="body" sz="quarter" idx="10"/>
          </p:nvPr>
        </p:nvSpPr>
        <p:spPr>
          <a:xfrm>
            <a:off x="342900" y="899524"/>
            <a:ext cx="8153400" cy="306978"/>
          </a:xfrm>
        </p:spPr>
        <p:txBody>
          <a:bodyPr/>
          <a:lstStyle/>
          <a:p>
            <a:r>
              <a:rPr lang="en-US" sz="1500" i="1" dirty="0"/>
              <a:t>Longitudinal and Lateral Range based on Subject Vehicle heading</a:t>
            </a:r>
          </a:p>
        </p:txBody>
      </p:sp>
      <p:pic>
        <p:nvPicPr>
          <p:cNvPr id="11" name="Picture 10" descr="A diagram of a car with red lights&#10;&#10;Description automatically generated with medium confidence">
            <a:extLst>
              <a:ext uri="{FF2B5EF4-FFF2-40B4-BE49-F238E27FC236}">
                <a16:creationId xmlns:a16="http://schemas.microsoft.com/office/drawing/2014/main" id="{B011EB3F-2DF9-73F4-1E08-45D6B0C671F4}"/>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619"/>
                    </a14:imgEffect>
                    <a14:imgEffect>
                      <a14:brightnessContrast bright="14000"/>
                    </a14:imgEffect>
                  </a14:imgLayer>
                </a14:imgProps>
              </a:ext>
              <a:ext uri="{28A0092B-C50C-407E-A947-70E740481C1C}">
                <a14:useLocalDpi xmlns:a14="http://schemas.microsoft.com/office/drawing/2010/main" val="0"/>
              </a:ext>
            </a:extLst>
          </a:blip>
          <a:srcRect l="7981" t="10966" r="8753" b="532"/>
          <a:stretch>
            <a:fillRect/>
          </a:stretch>
        </p:blipFill>
        <p:spPr bwMode="auto">
          <a:xfrm>
            <a:off x="191387" y="1360967"/>
            <a:ext cx="8474824" cy="3625705"/>
          </a:xfrm>
          <a:prstGeom prst="rect">
            <a:avLst/>
          </a:prstGeom>
          <a:noFill/>
        </p:spPr>
      </p:pic>
    </p:spTree>
    <p:extLst>
      <p:ext uri="{BB962C8B-B14F-4D97-AF65-F5344CB8AC3E}">
        <p14:creationId xmlns:p14="http://schemas.microsoft.com/office/powerpoint/2010/main" val="2537041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19430-A58C-2512-0E5E-DCC7AABD69E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CA0ED52-FA46-EA3E-EBC5-993816253D9B}"/>
              </a:ext>
            </a:extLst>
          </p:cNvPr>
          <p:cNvSpPr>
            <a:spLocks noGrp="1"/>
          </p:cNvSpPr>
          <p:nvPr>
            <p:ph type="title"/>
          </p:nvPr>
        </p:nvSpPr>
        <p:spPr>
          <a:xfrm>
            <a:off x="308317" y="198457"/>
            <a:ext cx="8229755" cy="378062"/>
          </a:xfrm>
        </p:spPr>
        <p:txBody>
          <a:bodyPr/>
          <a:lstStyle/>
          <a:p>
            <a:r>
              <a:rPr lang="en-US" sz="1800" dirty="0"/>
              <a:t>Subject/Target Vehicle Calculations</a:t>
            </a:r>
          </a:p>
        </p:txBody>
      </p:sp>
      <p:sp>
        <p:nvSpPr>
          <p:cNvPr id="9" name="Text Placeholder 8">
            <a:extLst>
              <a:ext uri="{FF2B5EF4-FFF2-40B4-BE49-F238E27FC236}">
                <a16:creationId xmlns:a16="http://schemas.microsoft.com/office/drawing/2014/main" id="{B13975EA-2FA0-1A55-C5FD-71E0E4F37AE3}"/>
              </a:ext>
            </a:extLst>
          </p:cNvPr>
          <p:cNvSpPr>
            <a:spLocks noGrp="1"/>
          </p:cNvSpPr>
          <p:nvPr>
            <p:ph type="body" sz="quarter" idx="10"/>
          </p:nvPr>
        </p:nvSpPr>
        <p:spPr>
          <a:xfrm>
            <a:off x="342900" y="899524"/>
            <a:ext cx="8153400" cy="306978"/>
          </a:xfrm>
        </p:spPr>
        <p:txBody>
          <a:bodyPr/>
          <a:lstStyle/>
          <a:p>
            <a:r>
              <a:rPr lang="en-US" sz="1500" i="1" dirty="0"/>
              <a:t>Longitudinal and Lateral Range based on Subject Vehicle heading</a:t>
            </a:r>
          </a:p>
        </p:txBody>
      </p:sp>
      <p:pic>
        <p:nvPicPr>
          <p:cNvPr id="3" name="Picture 2" descr="A map of a car driving&#10;&#10;Description automatically generated">
            <a:extLst>
              <a:ext uri="{FF2B5EF4-FFF2-40B4-BE49-F238E27FC236}">
                <a16:creationId xmlns:a16="http://schemas.microsoft.com/office/drawing/2014/main" id="{BE5B8077-1E7B-9114-B13E-FA0C9B3B9E6B}"/>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570"/>
                    </a14:imgEffect>
                    <a14:imgEffect>
                      <a14:brightnessContrast bright="16000"/>
                    </a14:imgEffect>
                  </a14:imgLayer>
                </a14:imgProps>
              </a:ext>
              <a:ext uri="{28A0092B-C50C-407E-A947-70E740481C1C}">
                <a14:useLocalDpi xmlns:a14="http://schemas.microsoft.com/office/drawing/2010/main" val="0"/>
              </a:ext>
            </a:extLst>
          </a:blip>
          <a:srcRect l="8711" t="9265" r="7178" b="441"/>
          <a:stretch>
            <a:fillRect/>
          </a:stretch>
        </p:blipFill>
        <p:spPr bwMode="auto">
          <a:xfrm>
            <a:off x="191385" y="1350336"/>
            <a:ext cx="8410855" cy="3625702"/>
          </a:xfrm>
          <a:prstGeom prst="rect">
            <a:avLst/>
          </a:prstGeom>
          <a:noFill/>
        </p:spPr>
      </p:pic>
    </p:spTree>
    <p:extLst>
      <p:ext uri="{BB962C8B-B14F-4D97-AF65-F5344CB8AC3E}">
        <p14:creationId xmlns:p14="http://schemas.microsoft.com/office/powerpoint/2010/main" val="4290936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6F55A7-86B8-744C-5479-BC2F13B5874F}"/>
              </a:ext>
            </a:extLst>
          </p:cNvPr>
          <p:cNvSpPr>
            <a:spLocks noGrp="1"/>
          </p:cNvSpPr>
          <p:nvPr>
            <p:ph type="title"/>
          </p:nvPr>
        </p:nvSpPr>
        <p:spPr/>
        <p:txBody>
          <a:bodyPr/>
          <a:lstStyle/>
          <a:p>
            <a:r>
              <a:rPr lang="en-US" dirty="0"/>
              <a:t>Subject/Target vehicle calculations</a:t>
            </a:r>
          </a:p>
        </p:txBody>
      </p:sp>
      <p:sp>
        <p:nvSpPr>
          <p:cNvPr id="6" name="Text Placeholder 5">
            <a:extLst>
              <a:ext uri="{FF2B5EF4-FFF2-40B4-BE49-F238E27FC236}">
                <a16:creationId xmlns:a16="http://schemas.microsoft.com/office/drawing/2014/main" id="{9608BED7-BF65-26F2-36D8-5CD015C35416}"/>
              </a:ext>
            </a:extLst>
          </p:cNvPr>
          <p:cNvSpPr>
            <a:spLocks noGrp="1"/>
          </p:cNvSpPr>
          <p:nvPr>
            <p:ph type="body" sz="quarter" idx="10"/>
          </p:nvPr>
        </p:nvSpPr>
        <p:spPr>
          <a:xfrm>
            <a:off x="585165" y="685800"/>
            <a:ext cx="4138227" cy="4267200"/>
          </a:xfrm>
        </p:spPr>
        <p:txBody>
          <a:bodyPr anchor="ctr"/>
          <a:lstStyle/>
          <a:p>
            <a:pPr marL="0" indent="0">
              <a:buNone/>
            </a:pPr>
            <a:r>
              <a:rPr lang="en-US" sz="1400" b="1" kern="100" dirty="0">
                <a:effectLst/>
                <a:ea typeface="Verdana" panose="020B0604030504040204" pitchFamily="34" charset="0"/>
                <a:cs typeface="Times New Roman" panose="02020603050405020304" pitchFamily="18" charset="0"/>
              </a:rPr>
              <a:t>Other common channels:</a:t>
            </a:r>
          </a:p>
          <a:p>
            <a:pPr marL="182880" indent="-182880">
              <a:lnSpc>
                <a:spcPct val="100000"/>
              </a:lnSpc>
              <a:spcBef>
                <a:spcPts val="900"/>
              </a:spcBef>
              <a:buFont typeface="Arial" panose="020B0604020202020204" pitchFamily="34" charset="0"/>
              <a:buChar char="•"/>
            </a:pPr>
            <a:r>
              <a:rPr lang="en-US" sz="1400" kern="100" dirty="0">
                <a:effectLst/>
                <a:ea typeface="Verdana" panose="020B0604030504040204" pitchFamily="34" charset="0"/>
                <a:cs typeface="Times New Roman" panose="02020603050405020304" pitchFamily="18" charset="0"/>
              </a:rPr>
              <a:t>Target Vehicle speed</a:t>
            </a:r>
          </a:p>
          <a:p>
            <a:pPr marL="182880" indent="-182880">
              <a:lnSpc>
                <a:spcPct val="100000"/>
              </a:lnSpc>
              <a:spcBef>
                <a:spcPts val="900"/>
              </a:spcBef>
              <a:buFont typeface="Arial" panose="020B0604020202020204" pitchFamily="34" charset="0"/>
              <a:buChar char="•"/>
            </a:pPr>
            <a:r>
              <a:rPr lang="en-US" sz="1400" kern="100" dirty="0">
                <a:effectLst/>
                <a:ea typeface="Verdana" panose="020B0604030504040204" pitchFamily="34" charset="0"/>
                <a:cs typeface="Times New Roman" panose="02020603050405020304" pitchFamily="18" charset="0"/>
              </a:rPr>
              <a:t>Target Vehicle acceleration</a:t>
            </a:r>
          </a:p>
          <a:p>
            <a:pPr marL="182880" indent="-182880">
              <a:lnSpc>
                <a:spcPct val="100000"/>
              </a:lnSpc>
              <a:spcBef>
                <a:spcPts val="900"/>
              </a:spcBef>
              <a:buFont typeface="Arial" panose="020B0604020202020204" pitchFamily="34" charset="0"/>
              <a:buChar char="•"/>
            </a:pPr>
            <a:r>
              <a:rPr lang="en-US" sz="1400" kern="100" dirty="0">
                <a:effectLst/>
                <a:ea typeface="Verdana" panose="020B0604030504040204" pitchFamily="34" charset="0"/>
                <a:cs typeface="Times New Roman" panose="02020603050405020304" pitchFamily="18" charset="0"/>
              </a:rPr>
              <a:t>Relative Speed</a:t>
            </a:r>
          </a:p>
          <a:p>
            <a:pPr marL="182880" indent="-182880">
              <a:lnSpc>
                <a:spcPct val="100000"/>
              </a:lnSpc>
              <a:spcBef>
                <a:spcPts val="900"/>
              </a:spcBef>
              <a:buFont typeface="Arial" panose="020B0604020202020204" pitchFamily="34" charset="0"/>
              <a:buChar char="•"/>
            </a:pPr>
            <a:r>
              <a:rPr lang="en-US" sz="1400" kern="100" dirty="0">
                <a:effectLst/>
                <a:ea typeface="Verdana" panose="020B0604030504040204" pitchFamily="34" charset="0"/>
                <a:cs typeface="Times New Roman" panose="02020603050405020304" pitchFamily="18" charset="0"/>
              </a:rPr>
              <a:t>Time to Collision</a:t>
            </a:r>
          </a:p>
          <a:p>
            <a:pPr marL="182880" indent="-182880">
              <a:lnSpc>
                <a:spcPct val="100000"/>
              </a:lnSpc>
              <a:spcBef>
                <a:spcPts val="900"/>
              </a:spcBef>
              <a:buFont typeface="Arial" panose="020B0604020202020204" pitchFamily="34" charset="0"/>
              <a:buChar char="•"/>
            </a:pPr>
            <a:r>
              <a:rPr lang="en-US" sz="1400" kern="100" dirty="0">
                <a:effectLst/>
                <a:ea typeface="Verdana" panose="020B0604030504040204" pitchFamily="34" charset="0"/>
                <a:cs typeface="Times New Roman" panose="02020603050405020304" pitchFamily="18" charset="0"/>
              </a:rPr>
              <a:t>Separation Time</a:t>
            </a:r>
          </a:p>
          <a:p>
            <a:pPr marL="182880" indent="-182880">
              <a:lnSpc>
                <a:spcPct val="100000"/>
              </a:lnSpc>
              <a:spcBef>
                <a:spcPts val="900"/>
              </a:spcBef>
              <a:buFont typeface="Arial" panose="020B0604020202020204" pitchFamily="34" charset="0"/>
              <a:buChar char="•"/>
            </a:pPr>
            <a:r>
              <a:rPr lang="en-US" sz="1400" kern="100" dirty="0">
                <a:effectLst/>
                <a:ea typeface="Verdana" panose="020B0604030504040204" pitchFamily="34" charset="0"/>
                <a:cs typeface="Times New Roman" panose="02020603050405020304" pitchFamily="18" charset="0"/>
              </a:rPr>
              <a:t>Yaw Difference</a:t>
            </a:r>
          </a:p>
          <a:p>
            <a:pPr marL="0" indent="0">
              <a:buNone/>
            </a:pPr>
            <a:r>
              <a:rPr lang="en-US" sz="1400" b="1" kern="100" dirty="0">
                <a:effectLst/>
                <a:ea typeface="Verdana" panose="020B0604030504040204" pitchFamily="34" charset="0"/>
                <a:cs typeface="Times New Roman" panose="02020603050405020304" pitchFamily="18" charset="0"/>
              </a:rPr>
              <a:t>Full channel list with </a:t>
            </a:r>
            <a:br>
              <a:rPr lang="en-US" sz="1400" b="1" kern="100" dirty="0">
                <a:effectLst/>
                <a:ea typeface="Verdana" panose="020B0604030504040204" pitchFamily="34" charset="0"/>
                <a:cs typeface="Times New Roman" panose="02020603050405020304" pitchFamily="18" charset="0"/>
              </a:rPr>
            </a:br>
            <a:r>
              <a:rPr lang="en-US" sz="1400" b="1" kern="100" dirty="0">
                <a:effectLst/>
                <a:ea typeface="Verdana" panose="020B0604030504040204" pitchFamily="34" charset="0"/>
                <a:cs typeface="Times New Roman" panose="02020603050405020304" pitchFamily="18" charset="0"/>
              </a:rPr>
              <a:t>definitions: </a:t>
            </a:r>
            <a:br>
              <a:rPr lang="en-US" sz="1400" b="1" kern="100" dirty="0">
                <a:effectLst/>
                <a:ea typeface="Verdana" panose="020B0604030504040204" pitchFamily="34" charset="0"/>
                <a:cs typeface="Times New Roman" panose="02020603050405020304" pitchFamily="18" charset="0"/>
              </a:rPr>
            </a:br>
            <a:r>
              <a:rPr lang="en-US" sz="1400" b="1" u="sng" kern="100" dirty="0">
                <a:solidFill>
                  <a:schemeClr val="bg2"/>
                </a:solidFill>
                <a:effectLst/>
                <a:ea typeface="Verdana" panose="020B060403050404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Channel Name Definitions</a:t>
            </a:r>
            <a:endParaRPr lang="en-US" sz="1400" b="1" kern="100" dirty="0">
              <a:solidFill>
                <a:schemeClr val="bg2"/>
              </a:solidFill>
              <a:effectLst/>
              <a:ea typeface="Verdana" panose="020B060403050404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3DF9244B-FA42-63F2-B82A-D7AFD2B123C0}"/>
              </a:ext>
            </a:extLst>
          </p:cNvPr>
          <p:cNvPicPr>
            <a:picLocks noChangeAspect="1"/>
          </p:cNvPicPr>
          <p:nvPr/>
        </p:nvPicPr>
        <p:blipFill>
          <a:blip r:embed="rId3"/>
          <a:stretch>
            <a:fillRect/>
          </a:stretch>
        </p:blipFill>
        <p:spPr>
          <a:xfrm>
            <a:off x="4762299" y="962126"/>
            <a:ext cx="3184110" cy="3760543"/>
          </a:xfrm>
          <a:prstGeom prst="rect">
            <a:avLst/>
          </a:prstGeom>
        </p:spPr>
      </p:pic>
    </p:spTree>
    <p:extLst>
      <p:ext uri="{BB962C8B-B14F-4D97-AF65-F5344CB8AC3E}">
        <p14:creationId xmlns:p14="http://schemas.microsoft.com/office/powerpoint/2010/main" val="321425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ide view mirror of a car&#10;&#10;Description automatically generated">
            <a:extLst>
              <a:ext uri="{FF2B5EF4-FFF2-40B4-BE49-F238E27FC236}">
                <a16:creationId xmlns:a16="http://schemas.microsoft.com/office/drawing/2014/main" id="{E438EF99-EAD6-CC2B-E87A-09039AF4A3E8}"/>
              </a:ext>
            </a:extLst>
          </p:cNvPr>
          <p:cNvPicPr>
            <a:picLocks noChangeAspect="1"/>
          </p:cNvPicPr>
          <p:nvPr/>
        </p:nvPicPr>
        <p:blipFill>
          <a:blip r:embed="rId2">
            <a:extLst>
              <a:ext uri="{28A0092B-C50C-407E-A947-70E740481C1C}">
                <a14:useLocalDpi xmlns:a14="http://schemas.microsoft.com/office/drawing/2010/main" val="0"/>
              </a:ext>
            </a:extLst>
          </a:blip>
          <a:srcRect l="16465" r="19217"/>
          <a:stretch>
            <a:fillRect/>
          </a:stretch>
        </p:blipFill>
        <p:spPr bwMode="auto">
          <a:xfrm>
            <a:off x="4521201" y="701752"/>
            <a:ext cx="4140200" cy="4289348"/>
          </a:xfrm>
          <a:prstGeom prst="rect">
            <a:avLst/>
          </a:prstGeom>
          <a:noFill/>
          <a:ln>
            <a:noFill/>
          </a:ln>
        </p:spPr>
      </p:pic>
      <p:pic>
        <p:nvPicPr>
          <p:cNvPr id="8" name="Picture 7" descr="Close-up of a sensor for visual motorists&#10;&#10;Description automatically generated">
            <a:extLst>
              <a:ext uri="{FF2B5EF4-FFF2-40B4-BE49-F238E27FC236}">
                <a16:creationId xmlns:a16="http://schemas.microsoft.com/office/drawing/2014/main" id="{1B9200DE-E9F2-43AB-A276-CF79972DD6AE}"/>
              </a:ext>
            </a:extLst>
          </p:cNvPr>
          <p:cNvPicPr>
            <a:picLocks noChangeAspect="1"/>
          </p:cNvPicPr>
          <p:nvPr/>
        </p:nvPicPr>
        <p:blipFill>
          <a:blip r:embed="rId3" cstate="print">
            <a:extLst>
              <a:ext uri="{28A0092B-C50C-407E-A947-70E740481C1C}">
                <a14:useLocalDpi xmlns:a14="http://schemas.microsoft.com/office/drawing/2010/main" val="0"/>
              </a:ext>
            </a:extLst>
          </a:blip>
          <a:srcRect l="-4054" t="-7655" r="-1690" b="14956"/>
          <a:stretch>
            <a:fillRect/>
          </a:stretch>
        </p:blipFill>
        <p:spPr bwMode="auto">
          <a:xfrm>
            <a:off x="305308" y="2527301"/>
            <a:ext cx="3974592" cy="2463800"/>
          </a:xfrm>
          <a:prstGeom prst="rect">
            <a:avLst/>
          </a:prstGeom>
          <a:noFill/>
          <a:ln>
            <a:noFill/>
          </a:ln>
        </p:spPr>
      </p:pic>
      <p:sp>
        <p:nvSpPr>
          <p:cNvPr id="5" name="Title 4">
            <a:extLst>
              <a:ext uri="{FF2B5EF4-FFF2-40B4-BE49-F238E27FC236}">
                <a16:creationId xmlns:a16="http://schemas.microsoft.com/office/drawing/2014/main" id="{479F1659-A578-45D6-A658-05545C0DCF2E}"/>
              </a:ext>
            </a:extLst>
          </p:cNvPr>
          <p:cNvSpPr>
            <a:spLocks noGrp="1"/>
          </p:cNvSpPr>
          <p:nvPr>
            <p:ph type="title"/>
          </p:nvPr>
        </p:nvSpPr>
        <p:spPr/>
        <p:txBody>
          <a:bodyPr/>
          <a:lstStyle/>
          <a:p>
            <a:r>
              <a:rPr lang="en-US" dirty="0"/>
              <a:t>Visual Sensor</a:t>
            </a:r>
          </a:p>
        </p:txBody>
      </p:sp>
      <p:sp>
        <p:nvSpPr>
          <p:cNvPr id="6" name="Text Placeholder 5">
            <a:extLst>
              <a:ext uri="{FF2B5EF4-FFF2-40B4-BE49-F238E27FC236}">
                <a16:creationId xmlns:a16="http://schemas.microsoft.com/office/drawing/2014/main" id="{17D8201B-CDA4-F74A-7648-8A70A28DCC04}"/>
              </a:ext>
            </a:extLst>
          </p:cNvPr>
          <p:cNvSpPr>
            <a:spLocks noGrp="1"/>
          </p:cNvSpPr>
          <p:nvPr>
            <p:ph type="body" sz="quarter" idx="10"/>
          </p:nvPr>
        </p:nvSpPr>
        <p:spPr>
          <a:xfrm>
            <a:off x="381965" y="999982"/>
            <a:ext cx="3809035" cy="3760787"/>
          </a:xfrm>
        </p:spPr>
        <p:txBody>
          <a:bodyPr/>
          <a:lstStyle/>
          <a:p>
            <a:pPr>
              <a:lnSpc>
                <a:spcPct val="100000"/>
              </a:lnSpc>
              <a:spcBef>
                <a:spcPts val="900"/>
              </a:spcBef>
            </a:pPr>
            <a:r>
              <a:rPr lang="en-US" b="1" dirty="0"/>
              <a:t>VBOX Visual Sensor can detect light activation.</a:t>
            </a:r>
          </a:p>
          <a:p>
            <a:pPr marL="182880" indent="-182880">
              <a:lnSpc>
                <a:spcPct val="100000"/>
              </a:lnSpc>
              <a:spcBef>
                <a:spcPts val="900"/>
              </a:spcBef>
              <a:buFont typeface="Arial" panose="020B0604020202020204" pitchFamily="34" charset="0"/>
              <a:buChar char="•"/>
            </a:pPr>
            <a:r>
              <a:rPr lang="en-US" dirty="0"/>
              <a:t>Examples include a Blind Spot Monitoring indicator, FCW alert LED </a:t>
            </a:r>
            <a:br>
              <a:rPr lang="en-US" dirty="0"/>
            </a:br>
            <a:r>
              <a:rPr lang="en-US" dirty="0"/>
              <a:t>or another on/off light signal.</a:t>
            </a:r>
          </a:p>
          <a:p>
            <a:pPr marL="182880" indent="-182880">
              <a:lnSpc>
                <a:spcPct val="100000"/>
              </a:lnSpc>
              <a:spcBef>
                <a:spcPts val="900"/>
              </a:spcBef>
              <a:buFont typeface="Arial" panose="020B0604020202020204" pitchFamily="34" charset="0"/>
              <a:buChar char="•"/>
            </a:pPr>
            <a:r>
              <a:rPr lang="en-US" dirty="0"/>
              <a:t>The 5V DC output can be fed directly into the analog input of a VBOX 4 or another system like a driving robot. </a:t>
            </a:r>
          </a:p>
          <a:p>
            <a:pPr marL="182880" indent="-182880">
              <a:lnSpc>
                <a:spcPct val="100000"/>
              </a:lnSpc>
              <a:spcBef>
                <a:spcPts val="900"/>
              </a:spcBef>
            </a:pPr>
            <a:endParaRPr lang="en-US" dirty="0"/>
          </a:p>
        </p:txBody>
      </p:sp>
    </p:spTree>
    <p:extLst>
      <p:ext uri="{BB962C8B-B14F-4D97-AF65-F5344CB8AC3E}">
        <p14:creationId xmlns:p14="http://schemas.microsoft.com/office/powerpoint/2010/main" val="469981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and black electronic device&#10;&#10;Description automatically generated">
            <a:extLst>
              <a:ext uri="{FF2B5EF4-FFF2-40B4-BE49-F238E27FC236}">
                <a16:creationId xmlns:a16="http://schemas.microsoft.com/office/drawing/2014/main" id="{83995A40-4F61-FAC0-478C-BA70FC4EC336}"/>
              </a:ext>
            </a:extLst>
          </p:cNvPr>
          <p:cNvPicPr>
            <a:picLocks noChangeAspect="1"/>
          </p:cNvPicPr>
          <p:nvPr/>
        </p:nvPicPr>
        <p:blipFill rotWithShape="1">
          <a:blip r:embed="rId2">
            <a:extLst>
              <a:ext uri="{28A0092B-C50C-407E-A947-70E740481C1C}">
                <a14:useLocalDpi xmlns:a14="http://schemas.microsoft.com/office/drawing/2010/main" val="0"/>
              </a:ext>
            </a:extLst>
          </a:blip>
          <a:srcRect l="20032" r="19102"/>
          <a:stretch>
            <a:fillRect/>
          </a:stretch>
        </p:blipFill>
        <p:spPr bwMode="auto">
          <a:xfrm>
            <a:off x="4978400" y="927592"/>
            <a:ext cx="3365500" cy="3909080"/>
          </a:xfrm>
          <a:prstGeom prst="rect">
            <a:avLst/>
          </a:prstGeom>
          <a:noFill/>
          <a:ln>
            <a:noFill/>
          </a:ln>
          <a:extLst>
            <a:ext uri="{53640926-AAD7-44D8-BBD7-CCE9431645EC}">
              <a14:shadowObscured xmlns:a14="http://schemas.microsoft.com/office/drawing/2010/main"/>
            </a:ext>
          </a:extLst>
        </p:spPr>
      </p:pic>
      <p:sp>
        <p:nvSpPr>
          <p:cNvPr id="5" name="Title 4">
            <a:extLst>
              <a:ext uri="{FF2B5EF4-FFF2-40B4-BE49-F238E27FC236}">
                <a16:creationId xmlns:a16="http://schemas.microsoft.com/office/drawing/2014/main" id="{479F1659-A578-45D6-A658-05545C0DCF2E}"/>
              </a:ext>
            </a:extLst>
          </p:cNvPr>
          <p:cNvSpPr>
            <a:spLocks noGrp="1"/>
          </p:cNvSpPr>
          <p:nvPr>
            <p:ph type="title"/>
          </p:nvPr>
        </p:nvSpPr>
        <p:spPr/>
        <p:txBody>
          <a:bodyPr/>
          <a:lstStyle/>
          <a:p>
            <a:r>
              <a:rPr lang="en-US" dirty="0"/>
              <a:t>Audio Sensor</a:t>
            </a:r>
          </a:p>
        </p:txBody>
      </p:sp>
      <p:sp>
        <p:nvSpPr>
          <p:cNvPr id="6" name="Text Placeholder 5">
            <a:extLst>
              <a:ext uri="{FF2B5EF4-FFF2-40B4-BE49-F238E27FC236}">
                <a16:creationId xmlns:a16="http://schemas.microsoft.com/office/drawing/2014/main" id="{17D8201B-CDA4-F74A-7648-8A70A28DCC04}"/>
              </a:ext>
            </a:extLst>
          </p:cNvPr>
          <p:cNvSpPr>
            <a:spLocks noGrp="1"/>
          </p:cNvSpPr>
          <p:nvPr>
            <p:ph type="body" sz="quarter" idx="10"/>
          </p:nvPr>
        </p:nvSpPr>
        <p:spPr>
          <a:xfrm>
            <a:off x="457200" y="711200"/>
            <a:ext cx="4062992" cy="4279900"/>
          </a:xfrm>
        </p:spPr>
        <p:txBody>
          <a:bodyPr anchor="ctr"/>
          <a:lstStyle/>
          <a:p>
            <a:r>
              <a:rPr lang="en-US" b="1" dirty="0"/>
              <a:t>VBOX Audio Sensor detects audible alerts and transmits a CAN signal or 5V digital output when specific frequencies are detected.</a:t>
            </a:r>
          </a:p>
          <a:p>
            <a:r>
              <a:rPr lang="en-US" dirty="0"/>
              <a:t>To configure the alerts, audio of the specific alerts is recorded so it can be played back safely to tune the sensor. The setup software shows the frequency of alerts, and a sound level threshold is set. Up to four distinct tones can be configured at once.</a:t>
            </a:r>
          </a:p>
        </p:txBody>
      </p:sp>
    </p:spTree>
    <p:extLst>
      <p:ext uri="{BB962C8B-B14F-4D97-AF65-F5344CB8AC3E}">
        <p14:creationId xmlns:p14="http://schemas.microsoft.com/office/powerpoint/2010/main" val="3067922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9F1659-A578-45D6-A658-05545C0DCF2E}"/>
              </a:ext>
            </a:extLst>
          </p:cNvPr>
          <p:cNvSpPr>
            <a:spLocks noGrp="1"/>
          </p:cNvSpPr>
          <p:nvPr>
            <p:ph type="title"/>
          </p:nvPr>
        </p:nvSpPr>
        <p:spPr/>
        <p:txBody>
          <a:bodyPr/>
          <a:lstStyle/>
          <a:p>
            <a:r>
              <a:rPr lang="en-US" dirty="0"/>
              <a:t>ADAS Sensors</a:t>
            </a:r>
          </a:p>
        </p:txBody>
      </p:sp>
      <p:sp>
        <p:nvSpPr>
          <p:cNvPr id="6" name="Text Placeholder 5">
            <a:extLst>
              <a:ext uri="{FF2B5EF4-FFF2-40B4-BE49-F238E27FC236}">
                <a16:creationId xmlns:a16="http://schemas.microsoft.com/office/drawing/2014/main" id="{17D8201B-CDA4-F74A-7648-8A70A28DCC04}"/>
              </a:ext>
            </a:extLst>
          </p:cNvPr>
          <p:cNvSpPr>
            <a:spLocks noGrp="1"/>
          </p:cNvSpPr>
          <p:nvPr>
            <p:ph type="body" sz="quarter" idx="10"/>
          </p:nvPr>
        </p:nvSpPr>
        <p:spPr>
          <a:xfrm>
            <a:off x="432765" y="685800"/>
            <a:ext cx="4875835" cy="4305300"/>
          </a:xfrm>
        </p:spPr>
        <p:txBody>
          <a:bodyPr anchor="ctr"/>
          <a:lstStyle/>
          <a:p>
            <a:pPr marL="0" indent="0">
              <a:buNone/>
            </a:pPr>
            <a:r>
              <a:rPr lang="en-US" b="1" dirty="0"/>
              <a:t>These sensors are crucial for testing where </a:t>
            </a:r>
            <a:br>
              <a:rPr lang="en-US" b="1" dirty="0"/>
            </a:br>
            <a:r>
              <a:rPr lang="en-US" b="1" dirty="0"/>
              <a:t>CAN signals are not allowed and a visual and/or audio warning must be captured in sync with the rest of the VBOX and ADAS data.</a:t>
            </a:r>
          </a:p>
          <a:p>
            <a:pPr marL="0" indent="0">
              <a:buNone/>
            </a:pPr>
            <a:r>
              <a:rPr lang="en-US" dirty="0"/>
              <a:t>Use of either ADAS sensor marks the data at the precise moment an alert is presented, enabling </a:t>
            </a:r>
            <a:br>
              <a:rPr lang="en-US" dirty="0"/>
            </a:br>
            <a:r>
              <a:rPr lang="en-US" dirty="0"/>
              <a:t>the software to automatically report data including speed, distance, time to collision, and more at the time of an alert.</a:t>
            </a:r>
          </a:p>
          <a:p>
            <a:pPr marL="0" indent="0">
              <a:buNone/>
            </a:pPr>
            <a:r>
              <a:rPr lang="en-US" dirty="0"/>
              <a:t>This speeds up data analysis and removes the needs for manually marking events.</a:t>
            </a:r>
          </a:p>
        </p:txBody>
      </p:sp>
      <p:pic>
        <p:nvPicPr>
          <p:cNvPr id="3" name="Picture 2">
            <a:extLst>
              <a:ext uri="{FF2B5EF4-FFF2-40B4-BE49-F238E27FC236}">
                <a16:creationId xmlns:a16="http://schemas.microsoft.com/office/drawing/2014/main" id="{5D0B8480-85B2-F320-DB81-44957218CC5B}"/>
              </a:ext>
            </a:extLst>
          </p:cNvPr>
          <p:cNvPicPr>
            <a:picLocks noChangeAspect="1"/>
          </p:cNvPicPr>
          <p:nvPr/>
        </p:nvPicPr>
        <p:blipFill>
          <a:blip r:embed="rId3"/>
          <a:stretch>
            <a:fillRect/>
          </a:stretch>
        </p:blipFill>
        <p:spPr>
          <a:xfrm>
            <a:off x="5991557" y="1028700"/>
            <a:ext cx="1918605" cy="3742570"/>
          </a:xfrm>
          <a:prstGeom prst="rect">
            <a:avLst/>
          </a:prstGeom>
        </p:spPr>
      </p:pic>
    </p:spTree>
    <p:extLst>
      <p:ext uri="{BB962C8B-B14F-4D97-AF65-F5344CB8AC3E}">
        <p14:creationId xmlns:p14="http://schemas.microsoft.com/office/powerpoint/2010/main" val="1267005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box with a small camera&#10;&#10;Description automatically generated">
            <a:extLst>
              <a:ext uri="{FF2B5EF4-FFF2-40B4-BE49-F238E27FC236}">
                <a16:creationId xmlns:a16="http://schemas.microsoft.com/office/drawing/2014/main" id="{3499AFEC-40CF-2C27-9860-FF15984FDDC4}"/>
              </a:ext>
            </a:extLst>
          </p:cNvPr>
          <p:cNvPicPr>
            <a:picLocks noChangeAspect="1"/>
          </p:cNvPicPr>
          <p:nvPr/>
        </p:nvPicPr>
        <p:blipFill>
          <a:blip r:embed="rId2" cstate="print">
            <a:extLst>
              <a:ext uri="{28A0092B-C50C-407E-A947-70E740481C1C}">
                <a14:useLocalDpi xmlns:a14="http://schemas.microsoft.com/office/drawing/2010/main" val="0"/>
              </a:ext>
            </a:extLst>
          </a:blip>
          <a:srcRect b="6694"/>
          <a:stretch>
            <a:fillRect/>
          </a:stretch>
        </p:blipFill>
        <p:spPr bwMode="auto">
          <a:xfrm>
            <a:off x="3073092" y="2540000"/>
            <a:ext cx="5423093" cy="2413001"/>
          </a:xfrm>
          <a:prstGeom prst="rect">
            <a:avLst/>
          </a:prstGeom>
          <a:noFill/>
          <a:ln>
            <a:noFill/>
          </a:ln>
        </p:spPr>
      </p:pic>
      <p:sp>
        <p:nvSpPr>
          <p:cNvPr id="5" name="Title 4">
            <a:extLst>
              <a:ext uri="{FF2B5EF4-FFF2-40B4-BE49-F238E27FC236}">
                <a16:creationId xmlns:a16="http://schemas.microsoft.com/office/drawing/2014/main" id="{479F1659-A578-45D6-A658-05545C0DCF2E}"/>
              </a:ext>
            </a:extLst>
          </p:cNvPr>
          <p:cNvSpPr>
            <a:spLocks noGrp="1"/>
          </p:cNvSpPr>
          <p:nvPr>
            <p:ph type="title"/>
          </p:nvPr>
        </p:nvSpPr>
        <p:spPr/>
        <p:txBody>
          <a:bodyPr/>
          <a:lstStyle/>
          <a:p>
            <a:r>
              <a:rPr lang="en-US" dirty="0"/>
              <a:t>Video Logging with Data Overlay</a:t>
            </a:r>
          </a:p>
        </p:txBody>
      </p:sp>
      <p:sp>
        <p:nvSpPr>
          <p:cNvPr id="6" name="Text Placeholder 5">
            <a:extLst>
              <a:ext uri="{FF2B5EF4-FFF2-40B4-BE49-F238E27FC236}">
                <a16:creationId xmlns:a16="http://schemas.microsoft.com/office/drawing/2014/main" id="{17D8201B-CDA4-F74A-7648-8A70A28DCC04}"/>
              </a:ext>
            </a:extLst>
          </p:cNvPr>
          <p:cNvSpPr>
            <a:spLocks noGrp="1"/>
          </p:cNvSpPr>
          <p:nvPr>
            <p:ph type="body" sz="quarter" idx="10"/>
          </p:nvPr>
        </p:nvSpPr>
        <p:spPr>
          <a:xfrm>
            <a:off x="470865" y="974582"/>
            <a:ext cx="4342435" cy="3760787"/>
          </a:xfrm>
        </p:spPr>
        <p:txBody>
          <a:bodyPr/>
          <a:lstStyle/>
          <a:p>
            <a:pPr marL="0" indent="0">
              <a:buNone/>
            </a:pPr>
            <a:r>
              <a:rPr lang="en-US" b="1" dirty="0"/>
              <a:t>The VBOX Video HD2 </a:t>
            </a:r>
            <a:r>
              <a:rPr lang="en-US" dirty="0"/>
              <a:t>system has two 1080p cameras, GNSS, and CAN bus input. CAN input can be used to collect data directly from a vehicle CAN bus or the output from another system like the VBOX 4 ADAS.</a:t>
            </a:r>
          </a:p>
          <a:p>
            <a:pPr marL="0" indent="0">
              <a:buNone/>
            </a:pPr>
            <a:r>
              <a:rPr lang="en-US" sz="1400" b="1" dirty="0"/>
              <a:t>Onboard GNSS enables time synchronization between </a:t>
            </a:r>
            <a:br>
              <a:rPr lang="en-US" sz="1400" b="1" dirty="0"/>
            </a:br>
            <a:r>
              <a:rPr lang="en-US" sz="1400" b="1" dirty="0"/>
              <a:t>data collected with other </a:t>
            </a:r>
            <a:br>
              <a:rPr lang="en-US" sz="1400" b="1" dirty="0"/>
            </a:br>
            <a:r>
              <a:rPr lang="en-US" sz="1400" b="1" dirty="0"/>
              <a:t>devices.</a:t>
            </a:r>
          </a:p>
          <a:p>
            <a:endParaRPr lang="en-US" dirty="0"/>
          </a:p>
        </p:txBody>
      </p:sp>
    </p:spTree>
    <p:extLst>
      <p:ext uri="{BB962C8B-B14F-4D97-AF65-F5344CB8AC3E}">
        <p14:creationId xmlns:p14="http://schemas.microsoft.com/office/powerpoint/2010/main" val="3072304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82F3ADA-B48C-411B-A1EC-6D4AF4D5245E}"/>
              </a:ext>
            </a:extLst>
          </p:cNvPr>
          <p:cNvSpPr/>
          <p:nvPr/>
        </p:nvSpPr>
        <p:spPr>
          <a:xfrm>
            <a:off x="0" y="2279176"/>
            <a:ext cx="3081867" cy="1742491"/>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Placeholder 9" descr="A screenshot of a video game&#10;&#10;Description automatically generated">
            <a:extLst>
              <a:ext uri="{FF2B5EF4-FFF2-40B4-BE49-F238E27FC236}">
                <a16:creationId xmlns:a16="http://schemas.microsoft.com/office/drawing/2014/main" id="{35BA067B-583D-6700-67F6-AB6142A68BDF}"/>
              </a:ext>
            </a:extLst>
          </p:cNvPr>
          <p:cNvPicPr>
            <a:picLocks noGrp="1" noChangeAspect="1"/>
          </p:cNvPicPr>
          <p:nvPr>
            <p:ph type="pic" sz="quarter" idx="4294967295"/>
          </p:nvPr>
        </p:nvPicPr>
        <p:blipFill>
          <a:blip r:embed="rId3" cstate="print">
            <a:extLst>
              <a:ext uri="{BEBA8EAE-BF5A-486C-A8C5-ECC9F3942E4B}">
                <a14:imgProps xmlns:a14="http://schemas.microsoft.com/office/drawing/2010/main">
                  <a14:imgLayer r:embed="rId4">
                    <a14:imgEffect>
                      <a14:brightnessContrast bright="14000"/>
                    </a14:imgEffect>
                  </a14:imgLayer>
                </a14:imgProps>
              </a:ext>
              <a:ext uri="{28A0092B-C50C-407E-A947-70E740481C1C}">
                <a14:useLocalDpi xmlns:a14="http://schemas.microsoft.com/office/drawing/2010/main" val="0"/>
              </a:ext>
            </a:extLst>
          </a:blip>
          <a:srcRect l="253" t="-55" r="208" b="1021"/>
          <a:stretch>
            <a:fillRect/>
          </a:stretch>
        </p:blipFill>
        <p:spPr bwMode="auto">
          <a:xfrm>
            <a:off x="2893036" y="702391"/>
            <a:ext cx="5925347" cy="3320969"/>
          </a:xfrm>
          <a:prstGeom prst="rect">
            <a:avLst/>
          </a:prstGeom>
          <a:noFill/>
        </p:spPr>
      </p:pic>
      <p:sp>
        <p:nvSpPr>
          <p:cNvPr id="5" name="Title 4">
            <a:extLst>
              <a:ext uri="{FF2B5EF4-FFF2-40B4-BE49-F238E27FC236}">
                <a16:creationId xmlns:a16="http://schemas.microsoft.com/office/drawing/2014/main" id="{CAFB8080-A1D6-E525-CB5E-EEEBBE1880EF}"/>
              </a:ext>
            </a:extLst>
          </p:cNvPr>
          <p:cNvSpPr>
            <a:spLocks noGrp="1"/>
          </p:cNvSpPr>
          <p:nvPr>
            <p:ph type="title"/>
          </p:nvPr>
        </p:nvSpPr>
        <p:spPr>
          <a:xfrm>
            <a:off x="1" y="0"/>
            <a:ext cx="8804366" cy="653143"/>
          </a:xfrm>
        </p:spPr>
        <p:txBody>
          <a:bodyPr/>
          <a:lstStyle/>
          <a:p>
            <a:r>
              <a:rPr lang="en-US" sz="1800" dirty="0"/>
              <a:t>Video Logging with Data Overlay</a:t>
            </a:r>
          </a:p>
        </p:txBody>
      </p:sp>
      <p:sp>
        <p:nvSpPr>
          <p:cNvPr id="6" name="Text Placeholder 5">
            <a:extLst>
              <a:ext uri="{FF2B5EF4-FFF2-40B4-BE49-F238E27FC236}">
                <a16:creationId xmlns:a16="http://schemas.microsoft.com/office/drawing/2014/main" id="{702D95E0-AF72-3026-60C4-A4056576D304}"/>
              </a:ext>
            </a:extLst>
          </p:cNvPr>
          <p:cNvSpPr>
            <a:spLocks noGrp="1"/>
          </p:cNvSpPr>
          <p:nvPr>
            <p:ph type="body" sz="quarter" idx="10"/>
          </p:nvPr>
        </p:nvSpPr>
        <p:spPr>
          <a:xfrm>
            <a:off x="341622" y="2963340"/>
            <a:ext cx="2281933" cy="653144"/>
          </a:xfrm>
        </p:spPr>
        <p:txBody>
          <a:bodyPr/>
          <a:lstStyle/>
          <a:p>
            <a:pPr algn="l">
              <a:lnSpc>
                <a:spcPct val="100000"/>
              </a:lnSpc>
              <a:spcAft>
                <a:spcPts val="600"/>
              </a:spcAft>
            </a:pPr>
            <a:r>
              <a:rPr lang="en-US" dirty="0">
                <a:solidFill>
                  <a:schemeClr val="tx1"/>
                </a:solidFill>
              </a:rPr>
              <a:t>Graphics are fully customizable to show any relevant logos, names, or test details</a:t>
            </a:r>
          </a:p>
        </p:txBody>
      </p:sp>
      <p:sp>
        <p:nvSpPr>
          <p:cNvPr id="8" name="Picture Placeholder 6">
            <a:extLst>
              <a:ext uri="{FF2B5EF4-FFF2-40B4-BE49-F238E27FC236}">
                <a16:creationId xmlns:a16="http://schemas.microsoft.com/office/drawing/2014/main" id="{6CF401BC-34FF-F1AE-9F1F-B3E77EFE58C5}"/>
              </a:ext>
            </a:extLst>
          </p:cNvPr>
          <p:cNvSpPr txBox="1">
            <a:spLocks/>
          </p:cNvSpPr>
          <p:nvPr/>
        </p:nvSpPr>
        <p:spPr>
          <a:xfrm>
            <a:off x="384578" y="2060814"/>
            <a:ext cx="3970589" cy="2801556"/>
          </a:xfrm>
          <a:prstGeom prst="rect">
            <a:avLst/>
          </a:prstGeom>
        </p:spPr>
        <p:txBody>
          <a:bodyPr/>
          <a:lstStyle>
            <a:lvl1pPr marL="0" indent="0" algn="l" defTabSz="685766" rtl="0" eaLnBrk="1" latinLnBrk="0" hangingPunct="1">
              <a:lnSpc>
                <a:spcPct val="90000"/>
              </a:lnSpc>
              <a:spcBef>
                <a:spcPts val="750"/>
              </a:spcBef>
              <a:buFontTx/>
              <a:buNone/>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dirty="0"/>
          </a:p>
        </p:txBody>
      </p:sp>
      <p:pic>
        <p:nvPicPr>
          <p:cNvPr id="9" name="Picture 8" descr="A car driving on a highway&#10;&#10;Description automatically generated">
            <a:extLst>
              <a:ext uri="{FF2B5EF4-FFF2-40B4-BE49-F238E27FC236}">
                <a16:creationId xmlns:a16="http://schemas.microsoft.com/office/drawing/2014/main" id="{F6FA1775-4756-C294-9B64-C23E17ACB34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95" y="701754"/>
            <a:ext cx="2886891" cy="2023792"/>
          </a:xfrm>
          <a:prstGeom prst="rect">
            <a:avLst/>
          </a:prstGeom>
          <a:noFill/>
        </p:spPr>
      </p:pic>
      <p:sp>
        <p:nvSpPr>
          <p:cNvPr id="2" name="Text Placeholder 5">
            <a:extLst>
              <a:ext uri="{FF2B5EF4-FFF2-40B4-BE49-F238E27FC236}">
                <a16:creationId xmlns:a16="http://schemas.microsoft.com/office/drawing/2014/main" id="{00898DC6-0A7D-ABD7-A9B0-EDC56EE3CB75}"/>
              </a:ext>
            </a:extLst>
          </p:cNvPr>
          <p:cNvSpPr txBox="1">
            <a:spLocks/>
          </p:cNvSpPr>
          <p:nvPr/>
        </p:nvSpPr>
        <p:spPr>
          <a:xfrm>
            <a:off x="887104" y="4254983"/>
            <a:ext cx="6851177" cy="561702"/>
          </a:xfrm>
          <a:prstGeom prst="rect">
            <a:avLst/>
          </a:prstGeom>
        </p:spPr>
        <p:txBody>
          <a:bodyPr lIns="0" tIns="0" rIns="0" bIns="0" anchor="ctr"/>
          <a:lstStyle>
            <a:lvl1pPr marL="0" indent="0" algn="ctr" defTabSz="685766" rtl="0" eaLnBrk="1" latinLnBrk="0" hangingPunct="1">
              <a:lnSpc>
                <a:spcPct val="110000"/>
              </a:lnSpc>
              <a:spcBef>
                <a:spcPts val="0"/>
              </a:spcBef>
              <a:spcAft>
                <a:spcPts val="900"/>
              </a:spcAft>
              <a:buFontTx/>
              <a:buNone/>
              <a:defRPr sz="1400" b="0" i="0" kern="1200">
                <a:solidFill>
                  <a:schemeClr val="bg1"/>
                </a:solidFill>
                <a:latin typeface="Verdana" panose="020B0604030504040204" pitchFamily="34" charset="0"/>
                <a:ea typeface="+mn-ea"/>
                <a:cs typeface="+mn-cs"/>
              </a:defRPr>
            </a:lvl1pPr>
            <a:lvl2pPr marL="342883" indent="0" algn="l" defTabSz="685766" rtl="0" eaLnBrk="1" latinLnBrk="0" hangingPunct="1">
              <a:lnSpc>
                <a:spcPct val="100000"/>
              </a:lnSpc>
              <a:spcBef>
                <a:spcPts val="375"/>
              </a:spcBef>
              <a:buFontTx/>
              <a:buNone/>
              <a:defRPr sz="1800" b="0" i="0" kern="1200">
                <a:solidFill>
                  <a:schemeClr val="accent1"/>
                </a:solidFill>
                <a:latin typeface="Verdana" panose="020B0604030504040204" pitchFamily="34" charset="0"/>
                <a:ea typeface="+mn-ea"/>
                <a:cs typeface="+mn-cs"/>
              </a:defRPr>
            </a:lvl2pPr>
            <a:lvl3pPr marL="685765" indent="0" algn="l" defTabSz="685766" rtl="0" eaLnBrk="1" latinLnBrk="0" hangingPunct="1">
              <a:lnSpc>
                <a:spcPct val="100000"/>
              </a:lnSpc>
              <a:spcBef>
                <a:spcPts val="375"/>
              </a:spcBef>
              <a:buFontTx/>
              <a:buNone/>
              <a:defRPr sz="1500" b="0" i="0" kern="1200">
                <a:solidFill>
                  <a:schemeClr val="accent1"/>
                </a:solidFill>
                <a:latin typeface="Verdana" panose="020B0604030504040204" pitchFamily="34" charset="0"/>
                <a:ea typeface="+mn-ea"/>
                <a:cs typeface="+mn-cs"/>
              </a:defRPr>
            </a:lvl3pPr>
            <a:lvl4pPr marL="1028648" indent="0" algn="l" defTabSz="685766" rtl="0" eaLnBrk="1" latinLnBrk="0" hangingPunct="1">
              <a:lnSpc>
                <a:spcPct val="100000"/>
              </a:lnSpc>
              <a:spcBef>
                <a:spcPts val="375"/>
              </a:spcBef>
              <a:buFontTx/>
              <a:buNone/>
              <a:defRPr sz="1350" b="0" i="0" kern="1200">
                <a:solidFill>
                  <a:schemeClr val="accent1"/>
                </a:solidFill>
                <a:latin typeface="Verdana" panose="020B0604030504040204" pitchFamily="34" charset="0"/>
                <a:ea typeface="+mn-ea"/>
                <a:cs typeface="+mn-cs"/>
              </a:defRPr>
            </a:lvl4pPr>
            <a:lvl5pPr marL="1371532" indent="0" algn="l" defTabSz="685766" rtl="0" eaLnBrk="1" latinLnBrk="0" hangingPunct="1">
              <a:lnSpc>
                <a:spcPct val="100000"/>
              </a:lnSpc>
              <a:spcBef>
                <a:spcPts val="375"/>
              </a:spcBef>
              <a:buFontTx/>
              <a:buNone/>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600"/>
              </a:spcAft>
            </a:pPr>
            <a:r>
              <a:rPr lang="en-US" b="1" dirty="0">
                <a:solidFill>
                  <a:schemeClr val="bg2">
                    <a:lumMod val="40000"/>
                    <a:lumOff val="60000"/>
                  </a:schemeClr>
                </a:solidFill>
              </a:rPr>
              <a:t>Users can choose text, bar graphs, gauges, and more to represent values from GNSS, IMU, ADAS Sensors, and vehicle CAN bus signals.</a:t>
            </a:r>
          </a:p>
        </p:txBody>
      </p:sp>
    </p:spTree>
    <p:extLst>
      <p:ext uri="{BB962C8B-B14F-4D97-AF65-F5344CB8AC3E}">
        <p14:creationId xmlns:p14="http://schemas.microsoft.com/office/powerpoint/2010/main" val="653074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build="p"/>
      <p:bldP spid="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9F1659-A578-45D6-A658-05545C0DCF2E}"/>
              </a:ext>
            </a:extLst>
          </p:cNvPr>
          <p:cNvSpPr>
            <a:spLocks noGrp="1"/>
          </p:cNvSpPr>
          <p:nvPr>
            <p:ph type="title"/>
          </p:nvPr>
        </p:nvSpPr>
        <p:spPr/>
        <p:txBody>
          <a:bodyPr/>
          <a:lstStyle/>
          <a:p>
            <a:r>
              <a:rPr lang="en-US" dirty="0"/>
              <a:t>Vehicle CAN Bus Data</a:t>
            </a:r>
          </a:p>
        </p:txBody>
      </p:sp>
      <p:sp>
        <p:nvSpPr>
          <p:cNvPr id="6" name="Text Placeholder 5">
            <a:extLst>
              <a:ext uri="{FF2B5EF4-FFF2-40B4-BE49-F238E27FC236}">
                <a16:creationId xmlns:a16="http://schemas.microsoft.com/office/drawing/2014/main" id="{17D8201B-CDA4-F74A-7648-8A70A28DCC04}"/>
              </a:ext>
            </a:extLst>
          </p:cNvPr>
          <p:cNvSpPr>
            <a:spLocks noGrp="1"/>
          </p:cNvSpPr>
          <p:nvPr>
            <p:ph type="body" sz="quarter" idx="10"/>
          </p:nvPr>
        </p:nvSpPr>
        <p:spPr>
          <a:xfrm>
            <a:off x="381965" y="1101582"/>
            <a:ext cx="4628947" cy="3760787"/>
          </a:xfrm>
        </p:spPr>
        <p:txBody>
          <a:bodyPr anchor="ctr"/>
          <a:lstStyle/>
          <a:p>
            <a:pPr marL="0" indent="0">
              <a:buNone/>
            </a:pPr>
            <a:r>
              <a:rPr lang="en-US" sz="1200" b="1" dirty="0">
                <a:solidFill>
                  <a:schemeClr val="bg2">
                    <a:lumMod val="40000"/>
                    <a:lumOff val="60000"/>
                  </a:schemeClr>
                </a:solidFill>
              </a:rPr>
              <a:t>By accessing the vehicle CAN bus, we can record data from the vehicle’s onboard system synchronized with GNSS and IMU data. </a:t>
            </a:r>
            <a:r>
              <a:rPr lang="en-US" sz="1200" dirty="0"/>
              <a:t>This can include steering wheel angle, accelerator and brake pedal positions, gearshift selector position, and much more. For ADAS testing, this can include ACC gap setting, and even active alerts like Forward Collision Warning and Lane Keeping. Not all signals are available on all vehicles.</a:t>
            </a:r>
          </a:p>
          <a:p>
            <a:pPr marL="0" indent="0">
              <a:buNone/>
            </a:pPr>
            <a:r>
              <a:rPr lang="en-US" sz="1200" dirty="0"/>
              <a:t>The VBOX 4 has two CAN buses that can log complete vehicle CAN buses, and another that can parse this data </a:t>
            </a:r>
            <a:br>
              <a:rPr lang="en-US" sz="1200" dirty="0"/>
            </a:br>
            <a:r>
              <a:rPr lang="en-US" sz="1200" dirty="0"/>
              <a:t>in real-time.</a:t>
            </a:r>
          </a:p>
          <a:p>
            <a:endParaRPr lang="en-US" sz="1200" dirty="0"/>
          </a:p>
        </p:txBody>
      </p:sp>
      <p:pic>
        <p:nvPicPr>
          <p:cNvPr id="2" name="Picture 1">
            <a:extLst>
              <a:ext uri="{FF2B5EF4-FFF2-40B4-BE49-F238E27FC236}">
                <a16:creationId xmlns:a16="http://schemas.microsoft.com/office/drawing/2014/main" id="{650C4497-AC67-F0EE-4059-311FDCA5695F}"/>
              </a:ext>
            </a:extLst>
          </p:cNvPr>
          <p:cNvPicPr>
            <a:picLocks noChangeAspect="1"/>
          </p:cNvPicPr>
          <p:nvPr/>
        </p:nvPicPr>
        <p:blipFill>
          <a:blip r:embed="rId2"/>
          <a:srcRect l="-10371" t="-4118" r="-11431" b="-3571"/>
          <a:stretch>
            <a:fillRect/>
          </a:stretch>
        </p:blipFill>
        <p:spPr>
          <a:xfrm>
            <a:off x="6061145" y="759717"/>
            <a:ext cx="1937734" cy="4102652"/>
          </a:xfrm>
          <a:prstGeom prst="rect">
            <a:avLst/>
          </a:prstGeom>
          <a:solidFill>
            <a:schemeClr val="bg1"/>
          </a:solidFill>
          <a:ln w="6350">
            <a:solidFill>
              <a:schemeClr val="tx1"/>
            </a:solidFill>
          </a:ln>
        </p:spPr>
      </p:pic>
    </p:spTree>
    <p:extLst>
      <p:ext uri="{BB962C8B-B14F-4D97-AF65-F5344CB8AC3E}">
        <p14:creationId xmlns:p14="http://schemas.microsoft.com/office/powerpoint/2010/main" val="313018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BB4CF3BF-822F-41C7-FBBE-C69DB89E172B}"/>
            </a:ext>
          </a:extLst>
        </p:cNvPr>
        <p:cNvGrpSpPr/>
        <p:nvPr/>
      </p:nvGrpSpPr>
      <p:grpSpPr>
        <a:xfrm>
          <a:off x="0" y="0"/>
          <a:ext cx="0" cy="0"/>
          <a:chOff x="0" y="0"/>
          <a:chExt cx="0" cy="0"/>
        </a:xfrm>
      </p:grpSpPr>
      <p:pic>
        <p:nvPicPr>
          <p:cNvPr id="7" name="Picture 6" descr="A car with a grid on it&#10;&#10;AI-generated content may be incorrect.">
            <a:extLst>
              <a:ext uri="{FF2B5EF4-FFF2-40B4-BE49-F238E27FC236}">
                <a16:creationId xmlns:a16="http://schemas.microsoft.com/office/drawing/2014/main" id="{219CFB4C-24CF-71C4-3C3A-90E55A7C7050}"/>
              </a:ext>
            </a:extLst>
          </p:cNvPr>
          <p:cNvPicPr>
            <a:picLocks noChangeAspect="1"/>
          </p:cNvPicPr>
          <p:nvPr/>
        </p:nvPicPr>
        <p:blipFill>
          <a:blip r:embed="rId2">
            <a:alphaModFix amt="77000"/>
            <a:extLst>
              <a:ext uri="{28A0092B-C50C-407E-A947-70E740481C1C}">
                <a14:useLocalDpi xmlns:a14="http://schemas.microsoft.com/office/drawing/2010/main" val="0"/>
              </a:ext>
            </a:extLst>
          </a:blip>
          <a:srcRect l="5870" r="3844"/>
          <a:stretch/>
        </p:blipFill>
        <p:spPr>
          <a:xfrm>
            <a:off x="4229" y="1"/>
            <a:ext cx="8820873" cy="5143500"/>
          </a:xfrm>
          <a:prstGeom prst="rect">
            <a:avLst/>
          </a:prstGeom>
        </p:spPr>
      </p:pic>
      <p:sp>
        <p:nvSpPr>
          <p:cNvPr id="2" name="Rectangle 1">
            <a:extLst>
              <a:ext uri="{FF2B5EF4-FFF2-40B4-BE49-F238E27FC236}">
                <a16:creationId xmlns:a16="http://schemas.microsoft.com/office/drawing/2014/main" id="{06B6669F-7147-6E61-DF02-246CF3DECC3E}"/>
              </a:ext>
            </a:extLst>
          </p:cNvPr>
          <p:cNvSpPr/>
          <p:nvPr/>
        </p:nvSpPr>
        <p:spPr>
          <a:xfrm>
            <a:off x="2298265" y="1"/>
            <a:ext cx="4263254" cy="5143500"/>
          </a:xfrm>
          <a:prstGeom prst="rect">
            <a:avLst/>
          </a:prstGeom>
          <a:solidFill>
            <a:schemeClr val="accent1">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4" name="Title 1">
            <a:extLst>
              <a:ext uri="{FF2B5EF4-FFF2-40B4-BE49-F238E27FC236}">
                <a16:creationId xmlns:a16="http://schemas.microsoft.com/office/drawing/2014/main" id="{489BCC05-3F15-061E-D79E-912E1A1D31C5}"/>
              </a:ext>
            </a:extLst>
          </p:cNvPr>
          <p:cNvSpPr txBox="1">
            <a:spLocks/>
          </p:cNvSpPr>
          <p:nvPr/>
        </p:nvSpPr>
        <p:spPr>
          <a:xfrm>
            <a:off x="2370772" y="613508"/>
            <a:ext cx="4106228" cy="936053"/>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lnSpc>
                <a:spcPct val="100000"/>
              </a:lnSpc>
            </a:pPr>
            <a:r>
              <a:rPr lang="en-US" sz="1898" b="1" dirty="0">
                <a:solidFill>
                  <a:schemeClr val="bg2">
                    <a:lumMod val="60000"/>
                    <a:lumOff val="40000"/>
                  </a:schemeClr>
                </a:solidFill>
              </a:rPr>
              <a:t>Overview of CAN Data</a:t>
            </a:r>
          </a:p>
        </p:txBody>
      </p:sp>
      <p:sp>
        <p:nvSpPr>
          <p:cNvPr id="6" name="Text Placeholder 2">
            <a:extLst>
              <a:ext uri="{FF2B5EF4-FFF2-40B4-BE49-F238E27FC236}">
                <a16:creationId xmlns:a16="http://schemas.microsoft.com/office/drawing/2014/main" id="{AE02F626-D643-E456-DD07-799F9933FA69}"/>
              </a:ext>
            </a:extLst>
          </p:cNvPr>
          <p:cNvSpPr txBox="1">
            <a:spLocks/>
          </p:cNvSpPr>
          <p:nvPr/>
        </p:nvSpPr>
        <p:spPr>
          <a:xfrm>
            <a:off x="2652889" y="1480255"/>
            <a:ext cx="3496475" cy="2856089"/>
          </a:xfrm>
          <a:prstGeom prst="rect">
            <a:avLst/>
          </a:prstGeom>
        </p:spPr>
        <p:txBody>
          <a:bodyPr lIns="0" tIns="0" rIns="0" bIns="0" anchor="ctr"/>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spcAft>
                <a:spcPts val="599"/>
              </a:spcAft>
            </a:pPr>
            <a:r>
              <a:rPr lang="en-US" dirty="0">
                <a:solidFill>
                  <a:schemeClr val="bg1"/>
                </a:solidFill>
              </a:rPr>
              <a:t>The purpose of this module is to learn how to find and use data from a vehicle CAN bus to aid in ADAS </a:t>
            </a:r>
            <a:br>
              <a:rPr lang="en-US" dirty="0">
                <a:solidFill>
                  <a:schemeClr val="bg1"/>
                </a:solidFill>
              </a:rPr>
            </a:br>
            <a:r>
              <a:rPr lang="en-US" dirty="0">
                <a:solidFill>
                  <a:schemeClr val="bg1"/>
                </a:solidFill>
              </a:rPr>
              <a:t>and other vehicle testing.</a:t>
            </a:r>
          </a:p>
          <a:p>
            <a:pPr algn="ctr">
              <a:spcAft>
                <a:spcPts val="599"/>
              </a:spcAft>
            </a:pPr>
            <a:r>
              <a:rPr lang="en-US" dirty="0">
                <a:solidFill>
                  <a:schemeClr val="bg1"/>
                </a:solidFill>
              </a:rPr>
              <a:t>Vehicles already have hundreds </a:t>
            </a:r>
            <a:br>
              <a:rPr lang="en-US" dirty="0">
                <a:solidFill>
                  <a:schemeClr val="bg1"/>
                </a:solidFill>
              </a:rPr>
            </a:br>
            <a:r>
              <a:rPr lang="en-US" dirty="0">
                <a:solidFill>
                  <a:schemeClr val="bg1"/>
                </a:solidFill>
              </a:rPr>
              <a:t>of onboard sensors.</a:t>
            </a:r>
          </a:p>
          <a:p>
            <a:pPr algn="ctr">
              <a:spcAft>
                <a:spcPts val="599"/>
              </a:spcAft>
            </a:pPr>
            <a:r>
              <a:rPr lang="en-US" dirty="0">
                <a:solidFill>
                  <a:schemeClr val="bg1"/>
                </a:solidFill>
              </a:rPr>
              <a:t>Logging data from a vehicle’s CAN is an effective way to add that data to ground truth speed, position, and ADAS data from a logger.</a:t>
            </a:r>
          </a:p>
        </p:txBody>
      </p:sp>
    </p:spTree>
    <p:extLst>
      <p:ext uri="{BB962C8B-B14F-4D97-AF65-F5344CB8AC3E}">
        <p14:creationId xmlns:p14="http://schemas.microsoft.com/office/powerpoint/2010/main" val="70747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电动汽车总线技术 | 人人都懂物联网">
            <a:extLst>
              <a:ext uri="{FF2B5EF4-FFF2-40B4-BE49-F238E27FC236}">
                <a16:creationId xmlns:a16="http://schemas.microsoft.com/office/drawing/2014/main" id="{E298BF14-BBD8-FBCA-9B26-DB69423DD476}"/>
              </a:ext>
            </a:extLst>
          </p:cNvPr>
          <p:cNvPicPr>
            <a:picLocks noGrp="1" noChangeAspect="1" noChangeArrowheads="1"/>
          </p:cNvPicPr>
          <p:nvPr>
            <p:ph type="pic" sz="quarter" idx="4294967295"/>
          </p:nvPr>
        </p:nvPicPr>
        <p:blipFill rotWithShape="1">
          <a:blip r:embed="rId3">
            <a:extLst>
              <a:ext uri="{28A0092B-C50C-407E-A947-70E740481C1C}">
                <a14:useLocalDpi xmlns:a14="http://schemas.microsoft.com/office/drawing/2010/main" val="0"/>
              </a:ext>
            </a:extLst>
          </a:blip>
          <a:srcRect l="5616" t="21837" r="5381" b="21326"/>
          <a:stretch>
            <a:fillRect/>
          </a:stretch>
        </p:blipFill>
        <p:spPr bwMode="auto">
          <a:xfrm>
            <a:off x="927100" y="508000"/>
            <a:ext cx="6752625" cy="24257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8B1F738D-7296-ADE2-3063-FCED61E9176A}"/>
              </a:ext>
            </a:extLst>
          </p:cNvPr>
          <p:cNvSpPr>
            <a:spLocks noGrp="1"/>
          </p:cNvSpPr>
          <p:nvPr>
            <p:ph type="title"/>
          </p:nvPr>
        </p:nvSpPr>
        <p:spPr/>
        <p:txBody>
          <a:bodyPr/>
          <a:lstStyle/>
          <a:p>
            <a:r>
              <a:rPr lang="en-US" sz="1900" dirty="0"/>
              <a:t>CAN: </a:t>
            </a:r>
            <a:r>
              <a:rPr lang="en-US" sz="1900" b="0" i="1" dirty="0"/>
              <a:t>Definitions</a:t>
            </a:r>
          </a:p>
        </p:txBody>
      </p:sp>
      <p:sp>
        <p:nvSpPr>
          <p:cNvPr id="6" name="Text Placeholder 5">
            <a:extLst>
              <a:ext uri="{FF2B5EF4-FFF2-40B4-BE49-F238E27FC236}">
                <a16:creationId xmlns:a16="http://schemas.microsoft.com/office/drawing/2014/main" id="{8279B670-A41D-757D-9495-E13E797AE79D}"/>
              </a:ext>
            </a:extLst>
          </p:cNvPr>
          <p:cNvSpPr>
            <a:spLocks noGrp="1"/>
          </p:cNvSpPr>
          <p:nvPr>
            <p:ph type="body" sz="quarter" idx="10"/>
          </p:nvPr>
        </p:nvSpPr>
        <p:spPr>
          <a:xfrm>
            <a:off x="342900" y="3962400"/>
            <a:ext cx="8153400" cy="965200"/>
          </a:xfrm>
        </p:spPr>
        <p:txBody>
          <a:bodyPr anchor="ctr"/>
          <a:lstStyle/>
          <a:p>
            <a:pPr>
              <a:lnSpc>
                <a:spcPct val="100000"/>
              </a:lnSpc>
              <a:spcAft>
                <a:spcPts val="600"/>
              </a:spcAft>
            </a:pPr>
            <a:r>
              <a:rPr lang="en-US" b="1" dirty="0">
                <a:solidFill>
                  <a:schemeClr val="bg2">
                    <a:lumMod val="40000"/>
                    <a:lumOff val="60000"/>
                  </a:schemeClr>
                </a:solidFill>
              </a:rPr>
              <a:t>CAN stands for Controller Area Network</a:t>
            </a:r>
            <a:endParaRPr lang="en-US" dirty="0"/>
          </a:p>
          <a:p>
            <a:pPr>
              <a:lnSpc>
                <a:spcPct val="100000"/>
              </a:lnSpc>
            </a:pPr>
            <a:r>
              <a:rPr lang="en-US" sz="1300" dirty="0"/>
              <a:t>Like a LAN for a network of computers, this system </a:t>
            </a:r>
            <a:r>
              <a:rPr lang="en-US" sz="1200" dirty="0"/>
              <a:t>allows multiple sensors and modules around a vehicle to communicate over a shared bus rather than through individual wires.</a:t>
            </a:r>
            <a:endParaRPr lang="en-US" sz="1300" dirty="0"/>
          </a:p>
        </p:txBody>
      </p:sp>
    </p:spTree>
    <p:extLst>
      <p:ext uri="{BB962C8B-B14F-4D97-AF65-F5344CB8AC3E}">
        <p14:creationId xmlns:p14="http://schemas.microsoft.com/office/powerpoint/2010/main" val="4134815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23DDC4-68F1-5821-A579-C77220122201}"/>
              </a:ext>
            </a:extLst>
          </p:cNvPr>
          <p:cNvSpPr>
            <a:spLocks noGrp="1"/>
          </p:cNvSpPr>
          <p:nvPr>
            <p:ph type="title"/>
          </p:nvPr>
        </p:nvSpPr>
        <p:spPr/>
        <p:txBody>
          <a:bodyPr/>
          <a:lstStyle/>
          <a:p>
            <a:r>
              <a:rPr lang="en-US" dirty="0"/>
              <a:t>Diagnostic CAN</a:t>
            </a:r>
          </a:p>
        </p:txBody>
      </p:sp>
      <p:sp>
        <p:nvSpPr>
          <p:cNvPr id="6" name="Text Placeholder 5">
            <a:extLst>
              <a:ext uri="{FF2B5EF4-FFF2-40B4-BE49-F238E27FC236}">
                <a16:creationId xmlns:a16="http://schemas.microsoft.com/office/drawing/2014/main" id="{6B10C716-7478-0432-BA22-52FAF6DA8F22}"/>
              </a:ext>
            </a:extLst>
          </p:cNvPr>
          <p:cNvSpPr>
            <a:spLocks noGrp="1"/>
          </p:cNvSpPr>
          <p:nvPr>
            <p:ph type="body" sz="quarter" idx="10"/>
          </p:nvPr>
        </p:nvSpPr>
        <p:spPr>
          <a:xfrm>
            <a:off x="381965" y="762000"/>
            <a:ext cx="3859835" cy="4100369"/>
          </a:xfrm>
        </p:spPr>
        <p:txBody>
          <a:bodyPr anchor="ctr"/>
          <a:lstStyle/>
          <a:p>
            <a:r>
              <a:rPr lang="en-US" sz="1300" b="1" dirty="0"/>
              <a:t>Diagnostic CAN or PID-CAN is a protocol where a device sends a request to the vehicle, and it sends a reply. </a:t>
            </a:r>
            <a:r>
              <a:rPr lang="en-US" sz="1300" dirty="0"/>
              <a:t>This is used </a:t>
            </a:r>
            <a:br>
              <a:rPr lang="en-US" sz="1300" dirty="0"/>
            </a:br>
            <a:r>
              <a:rPr lang="en-US" sz="1300" dirty="0"/>
              <a:t>for emissions testing and OEM-specific devices like Techstream.</a:t>
            </a:r>
          </a:p>
          <a:p>
            <a:r>
              <a:rPr lang="en-US" sz="1300" dirty="0"/>
              <a:t>Diagnostic modes have limited bandwidth and response time and are not typically used for vehicle testing.</a:t>
            </a:r>
          </a:p>
          <a:p>
            <a:r>
              <a:rPr lang="en-US" sz="1300" dirty="0"/>
              <a:t>They are generally focused on engine data, </a:t>
            </a:r>
            <a:br>
              <a:rPr lang="en-US" sz="1300" dirty="0"/>
            </a:br>
            <a:r>
              <a:rPr lang="en-US" sz="1300" dirty="0"/>
              <a:t>so data like steering angle, wheel speeds, brake pressure, or ADAS settings may not </a:t>
            </a:r>
            <a:br>
              <a:rPr lang="en-US" sz="1300" dirty="0"/>
            </a:br>
            <a:r>
              <a:rPr lang="en-US" sz="1300" dirty="0"/>
              <a:t>be available.</a:t>
            </a:r>
          </a:p>
        </p:txBody>
      </p:sp>
      <p:pic>
        <p:nvPicPr>
          <p:cNvPr id="7" name="Picture 6">
            <a:extLst>
              <a:ext uri="{FF2B5EF4-FFF2-40B4-BE49-F238E27FC236}">
                <a16:creationId xmlns:a16="http://schemas.microsoft.com/office/drawing/2014/main" id="{AAF449E4-44B2-C10B-5DD9-A95C851D79E8}"/>
              </a:ext>
            </a:extLst>
          </p:cNvPr>
          <p:cNvPicPr>
            <a:picLocks noChangeAspect="1"/>
          </p:cNvPicPr>
          <p:nvPr/>
        </p:nvPicPr>
        <p:blipFill>
          <a:blip r:embed="rId2">
            <a:alphaModFix amt="98000"/>
            <a:extLst>
              <a:ext uri="{BEBA8EAE-BF5A-486C-A8C5-ECC9F3942E4B}">
                <a14:imgProps xmlns:a14="http://schemas.microsoft.com/office/drawing/2010/main">
                  <a14:imgLayer r:embed="rId3">
                    <a14:imgEffect>
                      <a14:brightnessContrast bright="14000"/>
                    </a14:imgEffect>
                  </a14:imgLayer>
                </a14:imgProps>
              </a:ext>
            </a:extLst>
          </a:blip>
          <a:srcRect b="4509"/>
          <a:stretch>
            <a:fillRect/>
          </a:stretch>
        </p:blipFill>
        <p:spPr>
          <a:xfrm>
            <a:off x="4807186" y="697216"/>
            <a:ext cx="3857172" cy="4285845"/>
          </a:xfrm>
          <a:prstGeom prst="rect">
            <a:avLst/>
          </a:prstGeom>
        </p:spPr>
      </p:pic>
    </p:spTree>
    <p:extLst>
      <p:ext uri="{BB962C8B-B14F-4D97-AF65-F5344CB8AC3E}">
        <p14:creationId xmlns:p14="http://schemas.microsoft.com/office/powerpoint/2010/main" val="3270350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23DDC4-68F1-5821-A579-C77220122201}"/>
              </a:ext>
            </a:extLst>
          </p:cNvPr>
          <p:cNvSpPr>
            <a:spLocks noGrp="1"/>
          </p:cNvSpPr>
          <p:nvPr>
            <p:ph type="title"/>
          </p:nvPr>
        </p:nvSpPr>
        <p:spPr/>
        <p:txBody>
          <a:bodyPr/>
          <a:lstStyle/>
          <a:p>
            <a:r>
              <a:rPr lang="en-US" dirty="0"/>
              <a:t>High-Speed CAN</a:t>
            </a:r>
          </a:p>
        </p:txBody>
      </p:sp>
      <p:sp>
        <p:nvSpPr>
          <p:cNvPr id="3" name="Text Placeholder 2">
            <a:extLst>
              <a:ext uri="{FF2B5EF4-FFF2-40B4-BE49-F238E27FC236}">
                <a16:creationId xmlns:a16="http://schemas.microsoft.com/office/drawing/2014/main" id="{E0FE043D-F078-E417-4739-253C91F89CD2}"/>
              </a:ext>
            </a:extLst>
          </p:cNvPr>
          <p:cNvSpPr>
            <a:spLocks noGrp="1"/>
          </p:cNvSpPr>
          <p:nvPr>
            <p:ph type="body" sz="quarter" idx="10"/>
          </p:nvPr>
        </p:nvSpPr>
        <p:spPr>
          <a:xfrm>
            <a:off x="420065" y="736600"/>
            <a:ext cx="3351835" cy="4125769"/>
          </a:xfrm>
        </p:spPr>
        <p:txBody>
          <a:bodyPr anchor="ctr"/>
          <a:lstStyle/>
          <a:p>
            <a:r>
              <a:rPr lang="en-US" b="1" dirty="0"/>
              <a:t>High-speed CAN </a:t>
            </a:r>
            <a:r>
              <a:rPr lang="en-US" dirty="0"/>
              <a:t>is the standard functionality where a specific module like the ABS controller transmits wheel speed data onto the vehicle’s CAN bus constantly and at a high rate. Often this is between 20 and 100 Hz. This is what is used for testing, as the data logger can read these signals as quickly as the vehicle’s onboard systems.</a:t>
            </a:r>
          </a:p>
        </p:txBody>
      </p:sp>
      <p:pic>
        <p:nvPicPr>
          <p:cNvPr id="4" name="Picture 3" descr="A graph with a line going up&#10;&#10;Description automatically generated">
            <a:extLst>
              <a:ext uri="{FF2B5EF4-FFF2-40B4-BE49-F238E27FC236}">
                <a16:creationId xmlns:a16="http://schemas.microsoft.com/office/drawing/2014/main" id="{1B36DE83-FBC7-862E-EC30-B1F18410F42A}"/>
              </a:ext>
            </a:extLst>
          </p:cNvPr>
          <p:cNvPicPr>
            <a:picLocks noChangeAspect="1"/>
          </p:cNvPicPr>
          <p:nvPr/>
        </p:nvPicPr>
        <p:blipFill rotWithShape="1">
          <a:blip r:embed="rId2">
            <a:extLst>
              <a:ext uri="{28A0092B-C50C-407E-A947-70E740481C1C}">
                <a14:useLocalDpi xmlns:a14="http://schemas.microsoft.com/office/drawing/2010/main" val="0"/>
              </a:ext>
            </a:extLst>
          </a:blip>
          <a:srcRect l="38247" r="18880"/>
          <a:stretch/>
        </p:blipFill>
        <p:spPr bwMode="auto">
          <a:xfrm>
            <a:off x="4432300" y="926530"/>
            <a:ext cx="3803118" cy="386759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4598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19CFA5-5D6C-E6A4-338F-B90F77741504}"/>
              </a:ext>
            </a:extLst>
          </p:cNvPr>
          <p:cNvSpPr>
            <a:spLocks noGrp="1"/>
          </p:cNvSpPr>
          <p:nvPr>
            <p:ph type="title"/>
          </p:nvPr>
        </p:nvSpPr>
        <p:spPr/>
        <p:txBody>
          <a:bodyPr/>
          <a:lstStyle/>
          <a:p>
            <a:r>
              <a:rPr lang="en-US" dirty="0"/>
              <a:t>Where to Access the CAN Bus:</a:t>
            </a:r>
          </a:p>
        </p:txBody>
      </p:sp>
      <p:sp>
        <p:nvSpPr>
          <p:cNvPr id="6" name="Text Placeholder 5">
            <a:extLst>
              <a:ext uri="{FF2B5EF4-FFF2-40B4-BE49-F238E27FC236}">
                <a16:creationId xmlns:a16="http://schemas.microsoft.com/office/drawing/2014/main" id="{E63E2159-B796-E082-833D-71C2470BE1F7}"/>
              </a:ext>
            </a:extLst>
          </p:cNvPr>
          <p:cNvSpPr>
            <a:spLocks noGrp="1"/>
          </p:cNvSpPr>
          <p:nvPr>
            <p:ph type="body" sz="quarter" idx="10"/>
          </p:nvPr>
        </p:nvSpPr>
        <p:spPr>
          <a:xfrm>
            <a:off x="415832" y="699911"/>
            <a:ext cx="4138227" cy="4289777"/>
          </a:xfrm>
        </p:spPr>
        <p:txBody>
          <a:bodyPr anchor="ctr"/>
          <a:lstStyle/>
          <a:p>
            <a:pPr>
              <a:spcAft>
                <a:spcPts val="300"/>
              </a:spcAft>
            </a:pPr>
            <a:r>
              <a:rPr lang="en-US" b="1" dirty="0"/>
              <a:t>OBD Port</a:t>
            </a:r>
          </a:p>
          <a:p>
            <a:pPr marL="182880" indent="-182880">
              <a:lnSpc>
                <a:spcPct val="100000"/>
              </a:lnSpc>
              <a:spcBef>
                <a:spcPts val="600"/>
              </a:spcBef>
              <a:buFont typeface="Arial" panose="020B0604020202020204" pitchFamily="34" charset="0"/>
              <a:buChar char="•"/>
            </a:pPr>
            <a:r>
              <a:rPr lang="en-US" dirty="0"/>
              <a:t>Best chance for success on American </a:t>
            </a:r>
            <a:br>
              <a:rPr lang="en-US" dirty="0"/>
            </a:br>
            <a:r>
              <a:rPr lang="en-US" dirty="0"/>
              <a:t>and Asian vehicles ~2004-2018</a:t>
            </a:r>
          </a:p>
          <a:p>
            <a:pPr marL="182880" indent="-182880">
              <a:lnSpc>
                <a:spcPct val="100000"/>
              </a:lnSpc>
              <a:spcBef>
                <a:spcPts val="600"/>
              </a:spcBef>
              <a:buFont typeface="Arial" panose="020B0604020202020204" pitchFamily="34" charset="0"/>
              <a:buChar char="•"/>
            </a:pPr>
            <a:r>
              <a:rPr lang="en-US" dirty="0"/>
              <a:t>Never used by BMW or VW/Audi/Porsche vehicles</a:t>
            </a:r>
          </a:p>
          <a:p>
            <a:pPr marL="182880" indent="-182880">
              <a:lnSpc>
                <a:spcPct val="100000"/>
              </a:lnSpc>
              <a:spcBef>
                <a:spcPts val="600"/>
              </a:spcBef>
              <a:buFont typeface="Arial" panose="020B0604020202020204" pitchFamily="34" charset="0"/>
              <a:buChar char="•"/>
            </a:pPr>
            <a:r>
              <a:rPr lang="en-US" dirty="0"/>
              <a:t>No longer available in many vehicles starting in model year 2018 due to increased security requirements</a:t>
            </a:r>
          </a:p>
          <a:p>
            <a:endParaRPr lang="en-US" dirty="0"/>
          </a:p>
        </p:txBody>
      </p:sp>
      <p:pic>
        <p:nvPicPr>
          <p:cNvPr id="7" name="Picture 6">
            <a:extLst>
              <a:ext uri="{FF2B5EF4-FFF2-40B4-BE49-F238E27FC236}">
                <a16:creationId xmlns:a16="http://schemas.microsoft.com/office/drawing/2014/main" id="{0901FE09-6A88-76E1-5E2C-E8C430C43524}"/>
              </a:ext>
            </a:extLst>
          </p:cNvPr>
          <p:cNvPicPr>
            <a:picLocks noChangeAspect="1"/>
          </p:cNvPicPr>
          <p:nvPr/>
        </p:nvPicPr>
        <p:blipFill>
          <a:blip r:embed="rId2">
            <a:alphaModFix amt="95000"/>
            <a:extLst>
              <a:ext uri="{BEBA8EAE-BF5A-486C-A8C5-ECC9F3942E4B}">
                <a14:imgProps xmlns:a14="http://schemas.microsoft.com/office/drawing/2010/main">
                  <a14:imgLayer r:embed="rId3">
                    <a14:imgEffect>
                      <a14:saturation sat="77000"/>
                    </a14:imgEffect>
                    <a14:imgEffect>
                      <a14:brightnessContrast bright="4000"/>
                    </a14:imgEffect>
                  </a14:imgLayer>
                </a14:imgProps>
              </a:ext>
            </a:extLst>
          </a:blip>
          <a:srcRect l="5748" t="1843" b="11008"/>
          <a:stretch>
            <a:fillRect/>
          </a:stretch>
        </p:blipFill>
        <p:spPr>
          <a:xfrm>
            <a:off x="4654295" y="692727"/>
            <a:ext cx="4014691" cy="4286847"/>
          </a:xfrm>
          <a:prstGeom prst="rect">
            <a:avLst/>
          </a:prstGeom>
        </p:spPr>
      </p:pic>
    </p:spTree>
    <p:extLst>
      <p:ext uri="{BB962C8B-B14F-4D97-AF65-F5344CB8AC3E}">
        <p14:creationId xmlns:p14="http://schemas.microsoft.com/office/powerpoint/2010/main" val="3452491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19CFA5-5D6C-E6A4-338F-B90F77741504}"/>
              </a:ext>
            </a:extLst>
          </p:cNvPr>
          <p:cNvSpPr>
            <a:spLocks noGrp="1"/>
          </p:cNvSpPr>
          <p:nvPr>
            <p:ph type="title"/>
          </p:nvPr>
        </p:nvSpPr>
        <p:spPr/>
        <p:txBody>
          <a:bodyPr/>
          <a:lstStyle/>
          <a:p>
            <a:r>
              <a:rPr lang="en-US" dirty="0"/>
              <a:t>Where to Access the CAN Bus:</a:t>
            </a:r>
          </a:p>
        </p:txBody>
      </p:sp>
      <p:sp>
        <p:nvSpPr>
          <p:cNvPr id="6" name="Text Placeholder 5">
            <a:extLst>
              <a:ext uri="{FF2B5EF4-FFF2-40B4-BE49-F238E27FC236}">
                <a16:creationId xmlns:a16="http://schemas.microsoft.com/office/drawing/2014/main" id="{E63E2159-B796-E082-833D-71C2470BE1F7}"/>
              </a:ext>
            </a:extLst>
          </p:cNvPr>
          <p:cNvSpPr>
            <a:spLocks noGrp="1"/>
          </p:cNvSpPr>
          <p:nvPr>
            <p:ph type="body" sz="quarter" idx="10"/>
          </p:nvPr>
        </p:nvSpPr>
        <p:spPr>
          <a:xfrm>
            <a:off x="381966" y="824090"/>
            <a:ext cx="3761056" cy="4038280"/>
          </a:xfrm>
        </p:spPr>
        <p:txBody>
          <a:bodyPr anchor="ctr"/>
          <a:lstStyle/>
          <a:p>
            <a:pPr marL="0" indent="0">
              <a:buNone/>
            </a:pPr>
            <a:r>
              <a:rPr lang="en-US" b="1" dirty="0"/>
              <a:t>Twisted Pairs</a:t>
            </a:r>
          </a:p>
          <a:p>
            <a:pPr marL="182880" indent="-182880">
              <a:lnSpc>
                <a:spcPct val="100000"/>
              </a:lnSpc>
              <a:spcBef>
                <a:spcPts val="900"/>
              </a:spcBef>
              <a:buFont typeface="Arial" panose="020B0604020202020204" pitchFamily="34" charset="0"/>
              <a:buChar char="•"/>
            </a:pPr>
            <a:r>
              <a:rPr lang="en-US" dirty="0"/>
              <a:t>Even with no useful data on the OBD port, almost all modern vehicles use CAN bus, and it can be accessed by tapping directly into vehicle wiring.</a:t>
            </a:r>
          </a:p>
          <a:p>
            <a:pPr marL="182880" indent="-182880">
              <a:lnSpc>
                <a:spcPct val="100000"/>
              </a:lnSpc>
              <a:spcBef>
                <a:spcPts val="900"/>
              </a:spcBef>
              <a:buFont typeface="Arial" panose="020B0604020202020204" pitchFamily="34" charset="0"/>
              <a:buChar char="•"/>
            </a:pPr>
            <a:r>
              <a:rPr lang="en-US" dirty="0"/>
              <a:t>To find the wiring, start in an area where a lot of vehicle wiring comes together, and it is easy to access like the base of the A-pillar on the passenger side of a vehicle.</a:t>
            </a:r>
          </a:p>
          <a:p>
            <a:endParaRPr lang="en-US" dirty="0"/>
          </a:p>
        </p:txBody>
      </p:sp>
      <p:pic>
        <p:nvPicPr>
          <p:cNvPr id="2" name="Picture 2" descr="VBOX Automotive - Vehicle CAN Data (.REF)">
            <a:extLst>
              <a:ext uri="{FF2B5EF4-FFF2-40B4-BE49-F238E27FC236}">
                <a16:creationId xmlns:a16="http://schemas.microsoft.com/office/drawing/2014/main" id="{5BD5373F-9B67-3D80-C1F2-F30476FD1C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449" r="2387"/>
          <a:stretch>
            <a:fillRect/>
          </a:stretch>
        </p:blipFill>
        <p:spPr bwMode="auto">
          <a:xfrm>
            <a:off x="4318124" y="692524"/>
            <a:ext cx="4345120" cy="4289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6976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3A7B6B-13C1-82D7-B587-C9224DA1DD76}"/>
              </a:ext>
            </a:extLst>
          </p:cNvPr>
          <p:cNvPicPr>
            <a:picLocks noChangeAspect="1"/>
          </p:cNvPicPr>
          <p:nvPr/>
        </p:nvPicPr>
        <p:blipFill>
          <a:blip r:embed="rId3">
            <a:extLst>
              <a:ext uri="{28A0092B-C50C-407E-A947-70E740481C1C}">
                <a14:useLocalDpi xmlns:a14="http://schemas.microsoft.com/office/drawing/2010/main" val="0"/>
              </a:ext>
            </a:extLst>
          </a:blip>
          <a:srcRect t="21375" b="20458"/>
          <a:stretch>
            <a:fillRect/>
          </a:stretch>
        </p:blipFill>
        <p:spPr bwMode="auto">
          <a:xfrm>
            <a:off x="905490" y="2901318"/>
            <a:ext cx="3169799" cy="1659394"/>
          </a:xfrm>
          <a:prstGeom prst="rect">
            <a:avLst/>
          </a:prstGeom>
          <a:noFill/>
          <a:ln>
            <a:noFill/>
          </a:ln>
        </p:spPr>
      </p:pic>
      <p:sp>
        <p:nvSpPr>
          <p:cNvPr id="5" name="Title 4">
            <a:extLst>
              <a:ext uri="{FF2B5EF4-FFF2-40B4-BE49-F238E27FC236}">
                <a16:creationId xmlns:a16="http://schemas.microsoft.com/office/drawing/2014/main" id="{790B78DB-25CD-2155-C520-A2C1928A05E7}"/>
              </a:ext>
            </a:extLst>
          </p:cNvPr>
          <p:cNvSpPr>
            <a:spLocks noGrp="1"/>
          </p:cNvSpPr>
          <p:nvPr>
            <p:ph type="title"/>
          </p:nvPr>
        </p:nvSpPr>
        <p:spPr/>
        <p:txBody>
          <a:bodyPr/>
          <a:lstStyle/>
          <a:p>
            <a:r>
              <a:rPr lang="en-US" dirty="0"/>
              <a:t>Tools: </a:t>
            </a:r>
            <a:r>
              <a:rPr lang="en-US" b="0" i="1" dirty="0"/>
              <a:t>Pomona Probes</a:t>
            </a:r>
          </a:p>
        </p:txBody>
      </p:sp>
      <p:sp>
        <p:nvSpPr>
          <p:cNvPr id="6" name="Text Placeholder 5">
            <a:extLst>
              <a:ext uri="{FF2B5EF4-FFF2-40B4-BE49-F238E27FC236}">
                <a16:creationId xmlns:a16="http://schemas.microsoft.com/office/drawing/2014/main" id="{45D1E0C2-3358-C6E9-11C2-ED0AC013BCAC}"/>
              </a:ext>
            </a:extLst>
          </p:cNvPr>
          <p:cNvSpPr>
            <a:spLocks noGrp="1"/>
          </p:cNvSpPr>
          <p:nvPr>
            <p:ph type="body" sz="quarter" idx="10"/>
          </p:nvPr>
        </p:nvSpPr>
        <p:spPr>
          <a:xfrm>
            <a:off x="427121" y="1022560"/>
            <a:ext cx="4138227" cy="1427129"/>
          </a:xfrm>
        </p:spPr>
        <p:txBody>
          <a:bodyPr/>
          <a:lstStyle/>
          <a:p>
            <a:pPr marL="0" indent="0">
              <a:spcBef>
                <a:spcPts val="600"/>
              </a:spcBef>
              <a:spcAft>
                <a:spcPts val="600"/>
              </a:spcAft>
              <a:buNone/>
            </a:pPr>
            <a:r>
              <a:rPr lang="en-US" b="1" dirty="0">
                <a:solidFill>
                  <a:schemeClr val="bg2">
                    <a:lumMod val="75000"/>
                  </a:schemeClr>
                </a:solidFill>
                <a:hlinkClick r:id="rId4">
                  <a:extLst>
                    <a:ext uri="{A12FA001-AC4F-418D-AE19-62706E023703}">
                      <ahyp:hlinkClr xmlns:ahyp="http://schemas.microsoft.com/office/drawing/2018/hyperlinkcolor" val="tx"/>
                    </a:ext>
                  </a:extLst>
                </a:hlinkClick>
              </a:rPr>
              <a:t>Pomona Insulation Piercing Clip Set</a:t>
            </a:r>
            <a:endParaRPr lang="en-US" b="1" dirty="0">
              <a:solidFill>
                <a:schemeClr val="bg2">
                  <a:lumMod val="75000"/>
                </a:schemeClr>
              </a:solidFill>
            </a:endParaRPr>
          </a:p>
          <a:p>
            <a:pPr marL="182880" indent="-182880">
              <a:spcBef>
                <a:spcPts val="600"/>
              </a:spcBef>
              <a:buFont typeface="Arial" panose="020B0604020202020204" pitchFamily="34" charset="0"/>
              <a:buChar char="•"/>
            </a:pPr>
            <a:r>
              <a:rPr lang="en-US" sz="1300" dirty="0"/>
              <a:t>Quickly probe twisted pairs to find vehicle </a:t>
            </a:r>
            <a:br>
              <a:rPr lang="en-US" sz="1300" dirty="0"/>
            </a:br>
            <a:r>
              <a:rPr lang="en-US" sz="1300" dirty="0"/>
              <a:t>CAN buses</a:t>
            </a:r>
          </a:p>
          <a:p>
            <a:pPr marL="182880" indent="-182880">
              <a:spcBef>
                <a:spcPts val="600"/>
              </a:spcBef>
              <a:buFont typeface="Arial" panose="020B0604020202020204" pitchFamily="34" charset="0"/>
              <a:buChar char="•"/>
            </a:pPr>
            <a:r>
              <a:rPr lang="en-US" sz="1300" dirty="0"/>
              <a:t>Banana connector on back to connect to </a:t>
            </a:r>
            <a:br>
              <a:rPr lang="en-US" sz="1300" dirty="0"/>
            </a:br>
            <a:r>
              <a:rPr lang="en-US" sz="1300" dirty="0"/>
              <a:t>CAN interface</a:t>
            </a:r>
          </a:p>
          <a:p>
            <a:pPr>
              <a:spcBef>
                <a:spcPts val="600"/>
              </a:spcBef>
            </a:pPr>
            <a:endParaRPr lang="en-US" dirty="0"/>
          </a:p>
        </p:txBody>
      </p:sp>
      <p:pic>
        <p:nvPicPr>
          <p:cNvPr id="2" name="Picture 1" descr="A computer with wires connected to it&#10;&#10;Description automatically generated">
            <a:extLst>
              <a:ext uri="{FF2B5EF4-FFF2-40B4-BE49-F238E27FC236}">
                <a16:creationId xmlns:a16="http://schemas.microsoft.com/office/drawing/2014/main" id="{AC66476E-2367-2CFE-EFB5-D9D6F51F275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23557" y="692201"/>
            <a:ext cx="3636200" cy="4287779"/>
          </a:xfrm>
          <a:prstGeom prst="rect">
            <a:avLst/>
          </a:prstGeom>
        </p:spPr>
      </p:pic>
    </p:spTree>
    <p:extLst>
      <p:ext uri="{BB962C8B-B14F-4D97-AF65-F5344CB8AC3E}">
        <p14:creationId xmlns:p14="http://schemas.microsoft.com/office/powerpoint/2010/main" val="1977731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everal different types of electrical connectors&#10;&#10;Description automatically generated">
            <a:extLst>
              <a:ext uri="{FF2B5EF4-FFF2-40B4-BE49-F238E27FC236}">
                <a16:creationId xmlns:a16="http://schemas.microsoft.com/office/drawing/2014/main" id="{EEBD1DC1-6C2F-6CD5-5DB5-40FB13D03CE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81778" y="1230489"/>
            <a:ext cx="4635222" cy="3479790"/>
          </a:xfrm>
          <a:prstGeom prst="rect">
            <a:avLst/>
          </a:prstGeom>
          <a:noFill/>
          <a:ln>
            <a:noFill/>
          </a:ln>
        </p:spPr>
      </p:pic>
      <p:sp>
        <p:nvSpPr>
          <p:cNvPr id="5" name="Title 4">
            <a:extLst>
              <a:ext uri="{FF2B5EF4-FFF2-40B4-BE49-F238E27FC236}">
                <a16:creationId xmlns:a16="http://schemas.microsoft.com/office/drawing/2014/main" id="{790B78DB-25CD-2155-C520-A2C1928A05E7}"/>
              </a:ext>
            </a:extLst>
          </p:cNvPr>
          <p:cNvSpPr>
            <a:spLocks noGrp="1"/>
          </p:cNvSpPr>
          <p:nvPr>
            <p:ph type="title"/>
          </p:nvPr>
        </p:nvSpPr>
        <p:spPr/>
        <p:txBody>
          <a:bodyPr/>
          <a:lstStyle/>
          <a:p>
            <a:r>
              <a:rPr lang="en-US" dirty="0"/>
              <a:t>Tools: </a:t>
            </a:r>
            <a:r>
              <a:rPr lang="en-US" b="0" i="1" dirty="0"/>
              <a:t>Posi-Tap Connectors</a:t>
            </a:r>
          </a:p>
        </p:txBody>
      </p:sp>
      <p:sp>
        <p:nvSpPr>
          <p:cNvPr id="6" name="Text Placeholder 5">
            <a:extLst>
              <a:ext uri="{FF2B5EF4-FFF2-40B4-BE49-F238E27FC236}">
                <a16:creationId xmlns:a16="http://schemas.microsoft.com/office/drawing/2014/main" id="{45D1E0C2-3358-C6E9-11C2-ED0AC013BCAC}"/>
              </a:ext>
            </a:extLst>
          </p:cNvPr>
          <p:cNvSpPr>
            <a:spLocks noGrp="1"/>
          </p:cNvSpPr>
          <p:nvPr>
            <p:ph type="body" sz="quarter" idx="10"/>
          </p:nvPr>
        </p:nvSpPr>
        <p:spPr>
          <a:xfrm>
            <a:off x="415832" y="1016000"/>
            <a:ext cx="4138227" cy="3733481"/>
          </a:xfrm>
        </p:spPr>
        <p:txBody>
          <a:bodyPr/>
          <a:lstStyle/>
          <a:p>
            <a:pPr marL="0" indent="0">
              <a:lnSpc>
                <a:spcPct val="100000"/>
              </a:lnSpc>
              <a:spcBef>
                <a:spcPts val="900"/>
              </a:spcBef>
              <a:buNone/>
            </a:pPr>
            <a:r>
              <a:rPr lang="en-US" b="1" dirty="0">
                <a:solidFill>
                  <a:schemeClr val="bg2">
                    <a:lumMod val="75000"/>
                  </a:schemeClr>
                </a:solidFill>
                <a:hlinkClick r:id="rId3">
                  <a:extLst>
                    <a:ext uri="{A12FA001-AC4F-418D-AE19-62706E023703}">
                      <ahyp:hlinkClr xmlns:ahyp="http://schemas.microsoft.com/office/drawing/2018/hyperlinkcolor" val="tx"/>
                    </a:ext>
                  </a:extLst>
                </a:hlinkClick>
              </a:rPr>
              <a:t>Posi-Tap- No Crimp Tap</a:t>
            </a:r>
            <a:r>
              <a:rPr lang="en-US" b="1" dirty="0">
                <a:solidFill>
                  <a:schemeClr val="bg2">
                    <a:lumMod val="75000"/>
                  </a:schemeClr>
                </a:solidFill>
              </a:rPr>
              <a:t> </a:t>
            </a:r>
            <a:r>
              <a:rPr lang="en-US" dirty="0"/>
              <a:t>(20-gauge size)</a:t>
            </a:r>
          </a:p>
          <a:p>
            <a:pPr>
              <a:lnSpc>
                <a:spcPct val="100000"/>
              </a:lnSpc>
              <a:spcBef>
                <a:spcPts val="900"/>
              </a:spcBef>
            </a:pPr>
            <a:r>
              <a:rPr lang="en-US" dirty="0"/>
              <a:t>This tap holds each wire in place, and a needle point is screwed into the wire to penetrate the insulation and contact the </a:t>
            </a:r>
            <a:br>
              <a:rPr lang="en-US" dirty="0"/>
            </a:br>
            <a:r>
              <a:rPr lang="en-US" dirty="0"/>
              <a:t>wire inside.</a:t>
            </a:r>
          </a:p>
          <a:p>
            <a:pPr>
              <a:lnSpc>
                <a:spcPct val="100000"/>
              </a:lnSpc>
              <a:spcBef>
                <a:spcPts val="900"/>
              </a:spcBef>
            </a:pPr>
            <a:r>
              <a:rPr lang="en-US" dirty="0"/>
              <a:t>A new wire can be connected to the </a:t>
            </a:r>
            <a:br>
              <a:rPr lang="en-US" dirty="0"/>
            </a:br>
            <a:r>
              <a:rPr lang="en-US" dirty="0"/>
              <a:t>back of the tap to feed CAN bus data </a:t>
            </a:r>
            <a:br>
              <a:rPr lang="en-US" dirty="0"/>
            </a:br>
            <a:r>
              <a:rPr lang="en-US" dirty="0"/>
              <a:t>to the CAN bus reader or data logger.</a:t>
            </a:r>
          </a:p>
          <a:p>
            <a:pPr>
              <a:lnSpc>
                <a:spcPct val="100000"/>
              </a:lnSpc>
              <a:spcBef>
                <a:spcPts val="900"/>
              </a:spcBef>
            </a:pPr>
            <a:r>
              <a:rPr lang="en-US" dirty="0"/>
              <a:t>When removed, only leaves a tiny </a:t>
            </a:r>
            <a:br>
              <a:rPr lang="en-US" dirty="0"/>
            </a:br>
            <a:r>
              <a:rPr lang="en-US" dirty="0"/>
              <a:t>hole in the wire insulation.</a:t>
            </a:r>
          </a:p>
          <a:p>
            <a:pPr>
              <a:lnSpc>
                <a:spcPct val="100000"/>
              </a:lnSpc>
              <a:spcBef>
                <a:spcPts val="900"/>
              </a:spcBef>
            </a:pPr>
            <a:endParaRPr lang="en-US" dirty="0"/>
          </a:p>
        </p:txBody>
      </p:sp>
    </p:spTree>
    <p:extLst>
      <p:ext uri="{BB962C8B-B14F-4D97-AF65-F5344CB8AC3E}">
        <p14:creationId xmlns:p14="http://schemas.microsoft.com/office/powerpoint/2010/main" val="2788749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ED3A1247-C0E9-E465-C08F-7A6FF8D03C07}"/>
              </a:ext>
            </a:extLst>
          </p:cNvPr>
          <p:cNvSpPr txBox="1">
            <a:spLocks/>
          </p:cNvSpPr>
          <p:nvPr/>
        </p:nvSpPr>
        <p:spPr>
          <a:xfrm>
            <a:off x="577439" y="2571750"/>
            <a:ext cx="7989122" cy="3967513"/>
          </a:xfrm>
        </p:spPr>
        <p:txBody>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400" dirty="0"/>
          </a:p>
        </p:txBody>
      </p:sp>
      <p:sp>
        <p:nvSpPr>
          <p:cNvPr id="15" name="Text Placeholder 8">
            <a:extLst>
              <a:ext uri="{FF2B5EF4-FFF2-40B4-BE49-F238E27FC236}">
                <a16:creationId xmlns:a16="http://schemas.microsoft.com/office/drawing/2014/main" id="{51B1A0F6-3918-6D6A-C392-BE9835749AA1}"/>
              </a:ext>
            </a:extLst>
          </p:cNvPr>
          <p:cNvSpPr txBox="1">
            <a:spLocks/>
          </p:cNvSpPr>
          <p:nvPr/>
        </p:nvSpPr>
        <p:spPr>
          <a:xfrm>
            <a:off x="422618" y="1337467"/>
            <a:ext cx="4081649" cy="1579302"/>
          </a:xfrm>
          <a:prstGeom prst="rect">
            <a:avLst/>
          </a:prstGeom>
        </p:spPr>
        <p:txBody>
          <a:bodyPr/>
          <a:lstStyle>
            <a:lvl1pPr marL="0" indent="0" algn="l" defTabSz="914400" rtl="0" eaLnBrk="1" latinLnBrk="0" hangingPunct="1">
              <a:lnSpc>
                <a:spcPct val="110000"/>
              </a:lnSpc>
              <a:spcBef>
                <a:spcPts val="0"/>
              </a:spcBef>
              <a:spcAft>
                <a:spcPts val="600"/>
              </a:spcAft>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90000"/>
              </a:lnSpc>
              <a:spcBef>
                <a:spcPts val="500"/>
              </a:spcBef>
              <a:buFontTx/>
              <a:buNone/>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indent="-182880">
              <a:lnSpc>
                <a:spcPct val="100000"/>
              </a:lnSpc>
              <a:spcAft>
                <a:spcPts val="900"/>
              </a:spcAft>
              <a:buFont typeface="Arial" panose="020B0604020202020204" pitchFamily="34" charset="0"/>
              <a:buChar char="•"/>
            </a:pPr>
            <a:r>
              <a:rPr lang="en-US" sz="1300" dirty="0">
                <a:solidFill>
                  <a:schemeClr val="bg1"/>
                </a:solidFill>
              </a:rPr>
              <a:t>Avoid transmitting data onto a vehicle </a:t>
            </a:r>
            <a:br>
              <a:rPr lang="en-US" sz="1300" dirty="0">
                <a:solidFill>
                  <a:schemeClr val="bg1"/>
                </a:solidFill>
              </a:rPr>
            </a:br>
            <a:r>
              <a:rPr lang="en-US" sz="1300" dirty="0">
                <a:solidFill>
                  <a:schemeClr val="bg1"/>
                </a:solidFill>
              </a:rPr>
              <a:t>CAN bus</a:t>
            </a:r>
          </a:p>
          <a:p>
            <a:pPr marL="182880" indent="-182880">
              <a:lnSpc>
                <a:spcPct val="100000"/>
              </a:lnSpc>
              <a:spcAft>
                <a:spcPts val="900"/>
              </a:spcAft>
              <a:buFont typeface="Arial" panose="020B0604020202020204" pitchFamily="34" charset="0"/>
              <a:buChar char="•"/>
            </a:pPr>
            <a:r>
              <a:rPr lang="en-US" sz="1300" dirty="0">
                <a:solidFill>
                  <a:schemeClr val="bg1"/>
                </a:solidFill>
              </a:rPr>
              <a:t>If the vehicle’s onboard systems are working properly, then its CAN bus is complete, and all nodes are communicating properly</a:t>
            </a:r>
          </a:p>
          <a:p>
            <a:pPr marL="182880" indent="-182880">
              <a:lnSpc>
                <a:spcPct val="100000"/>
              </a:lnSpc>
              <a:spcAft>
                <a:spcPts val="900"/>
              </a:spcAft>
              <a:buFont typeface="Arial" panose="020B0604020202020204" pitchFamily="34" charset="0"/>
              <a:buChar char="•"/>
            </a:pPr>
            <a:r>
              <a:rPr lang="en-US" sz="1300" dirty="0">
                <a:solidFill>
                  <a:schemeClr val="bg1"/>
                </a:solidFill>
              </a:rPr>
              <a:t>Connecting a device at a different baud </a:t>
            </a:r>
            <a:br>
              <a:rPr lang="en-US" sz="1300" dirty="0">
                <a:solidFill>
                  <a:schemeClr val="bg1"/>
                </a:solidFill>
              </a:rPr>
            </a:br>
            <a:r>
              <a:rPr lang="en-US" sz="1300" dirty="0">
                <a:solidFill>
                  <a:schemeClr val="bg1"/>
                </a:solidFill>
              </a:rPr>
              <a:t>rate or adding additional traffic to the CAN bus can cause communication errors and “confuse” the vehicle’s systems</a:t>
            </a:r>
          </a:p>
          <a:p>
            <a:pPr marL="182880" indent="-182880">
              <a:lnSpc>
                <a:spcPct val="100000"/>
              </a:lnSpc>
              <a:spcAft>
                <a:spcPts val="900"/>
              </a:spcAft>
              <a:buFont typeface="Arial" panose="020B0604020202020204" pitchFamily="34" charset="0"/>
              <a:buChar char="•"/>
            </a:pPr>
            <a:r>
              <a:rPr lang="en-US" sz="1300" dirty="0">
                <a:solidFill>
                  <a:schemeClr val="bg1"/>
                </a:solidFill>
              </a:rPr>
              <a:t>Disconnecting CAN wiring within the vehicle’s CAN network can also cause onboard systems to fail</a:t>
            </a:r>
          </a:p>
          <a:p>
            <a:pPr marL="182880" indent="-182880">
              <a:lnSpc>
                <a:spcPct val="100000"/>
              </a:lnSpc>
              <a:buFont typeface="Arial" panose="020B0604020202020204" pitchFamily="34" charset="0"/>
              <a:buChar char="•"/>
            </a:pPr>
            <a:endParaRPr lang="en-US" sz="1300" dirty="0">
              <a:solidFill>
                <a:schemeClr val="bg1"/>
              </a:solidFill>
            </a:endParaRPr>
          </a:p>
        </p:txBody>
      </p:sp>
      <p:sp>
        <p:nvSpPr>
          <p:cNvPr id="16" name="Title 4">
            <a:extLst>
              <a:ext uri="{FF2B5EF4-FFF2-40B4-BE49-F238E27FC236}">
                <a16:creationId xmlns:a16="http://schemas.microsoft.com/office/drawing/2014/main" id="{C3D90F48-D431-2AC1-0D48-00EA95EE02F3}"/>
              </a:ext>
            </a:extLst>
          </p:cNvPr>
          <p:cNvSpPr txBox="1">
            <a:spLocks/>
          </p:cNvSpPr>
          <p:nvPr/>
        </p:nvSpPr>
        <p:spPr>
          <a:xfrm>
            <a:off x="422619" y="713465"/>
            <a:ext cx="3793783" cy="312417"/>
          </a:xfrm>
          <a:prstGeom prst="rect">
            <a:avLst/>
          </a:prstGeom>
        </p:spPr>
        <p:txBody>
          <a:bodyPr/>
          <a:lstStyle>
            <a:lvl1pPr algn="l" defTabSz="914400" rtl="0" eaLnBrk="1" latinLnBrk="0" hangingPunct="1">
              <a:lnSpc>
                <a:spcPct val="90000"/>
              </a:lnSpc>
              <a:spcBef>
                <a:spcPct val="0"/>
              </a:spcBef>
              <a:buNone/>
              <a:defRPr sz="2000" b="1" i="0" kern="1200">
                <a:solidFill>
                  <a:schemeClr val="bg1"/>
                </a:solidFill>
                <a:latin typeface="Verdana" panose="020B0604030504040204" pitchFamily="34" charset="0"/>
                <a:ea typeface="Verdana" panose="020B0604030504040204" pitchFamily="34" charset="0"/>
                <a:cs typeface="Arial" panose="020B0604020202020204" pitchFamily="34" charset="0"/>
              </a:defRPr>
            </a:lvl1pPr>
          </a:lstStyle>
          <a:p>
            <a:r>
              <a:rPr lang="en-US" sz="2100" dirty="0"/>
              <a:t>Notes of Caution</a:t>
            </a:r>
          </a:p>
        </p:txBody>
      </p:sp>
    </p:spTree>
    <p:extLst>
      <p:ext uri="{BB962C8B-B14F-4D97-AF65-F5344CB8AC3E}">
        <p14:creationId xmlns:p14="http://schemas.microsoft.com/office/powerpoint/2010/main" val="2978383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E0893A-7DEB-AB45-3B46-B2BDE43941C5}"/>
              </a:ext>
            </a:extLst>
          </p:cNvPr>
          <p:cNvSpPr>
            <a:spLocks noGrp="1"/>
          </p:cNvSpPr>
          <p:nvPr>
            <p:ph type="title"/>
          </p:nvPr>
        </p:nvSpPr>
        <p:spPr/>
        <p:txBody>
          <a:bodyPr/>
          <a:lstStyle/>
          <a:p>
            <a:r>
              <a:rPr lang="en-US" dirty="0"/>
              <a:t>Ready to Test!</a:t>
            </a:r>
          </a:p>
        </p:txBody>
      </p:sp>
      <p:sp>
        <p:nvSpPr>
          <p:cNvPr id="6" name="Text Placeholder 5">
            <a:extLst>
              <a:ext uri="{FF2B5EF4-FFF2-40B4-BE49-F238E27FC236}">
                <a16:creationId xmlns:a16="http://schemas.microsoft.com/office/drawing/2014/main" id="{69A6F0BF-3F56-FAA1-A907-11EA29ECEA69}"/>
              </a:ext>
            </a:extLst>
          </p:cNvPr>
          <p:cNvSpPr>
            <a:spLocks noGrp="1"/>
          </p:cNvSpPr>
          <p:nvPr>
            <p:ph type="body" sz="quarter" idx="10"/>
          </p:nvPr>
        </p:nvSpPr>
        <p:spPr>
          <a:xfrm>
            <a:off x="460987" y="1038578"/>
            <a:ext cx="3275635" cy="3823791"/>
          </a:xfrm>
        </p:spPr>
        <p:txBody>
          <a:bodyPr anchor="ctr"/>
          <a:lstStyle/>
          <a:p>
            <a:pPr marL="0" indent="0">
              <a:buNone/>
            </a:pPr>
            <a:r>
              <a:rPr lang="en-US" dirty="0"/>
              <a:t>We can view data by removing the memory cards from VBOX 4 ADAS and VBOX Video HD2 and opening them in VBOX Test Suite software.</a:t>
            </a:r>
          </a:p>
          <a:p>
            <a:pPr marL="0" indent="0">
              <a:buNone/>
            </a:pPr>
            <a:r>
              <a:rPr lang="en-US" dirty="0"/>
              <a:t>More details on the data analysis and report generation can be found in the module </a:t>
            </a:r>
            <a:r>
              <a:rPr lang="en-US" b="1" dirty="0"/>
              <a:t>Overview of VBOX Test Suite for analysis</a:t>
            </a:r>
            <a:r>
              <a:rPr lang="en-US" dirty="0"/>
              <a:t>.</a:t>
            </a:r>
          </a:p>
        </p:txBody>
      </p:sp>
      <p:pic>
        <p:nvPicPr>
          <p:cNvPr id="7" name="Picture 2">
            <a:extLst>
              <a:ext uri="{FF2B5EF4-FFF2-40B4-BE49-F238E27FC236}">
                <a16:creationId xmlns:a16="http://schemas.microsoft.com/office/drawing/2014/main" id="{821117DD-1DCE-6371-EAA5-ECD1FFE78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0608" y="1716808"/>
            <a:ext cx="4321414" cy="2364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672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481CB-1529-1396-CC6A-7AAB073BC97B}"/>
              </a:ext>
            </a:extLst>
          </p:cNvPr>
          <p:cNvSpPr>
            <a:spLocks noGrp="1"/>
          </p:cNvSpPr>
          <p:nvPr>
            <p:ph type="title"/>
          </p:nvPr>
        </p:nvSpPr>
        <p:spPr/>
        <p:txBody>
          <a:bodyPr/>
          <a:lstStyle/>
          <a:p>
            <a:r>
              <a:rPr lang="en-US" dirty="0">
                <a:solidFill>
                  <a:schemeClr val="bg1"/>
                </a:solidFill>
              </a:rPr>
              <a:t>Any Questions?</a:t>
            </a:r>
          </a:p>
        </p:txBody>
      </p:sp>
    </p:spTree>
    <p:extLst>
      <p:ext uri="{BB962C8B-B14F-4D97-AF65-F5344CB8AC3E}">
        <p14:creationId xmlns:p14="http://schemas.microsoft.com/office/powerpoint/2010/main" val="1302934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AAB0A7D-EB68-04DA-3A1A-49D7457493FF}"/>
              </a:ext>
            </a:extLst>
          </p:cNvPr>
          <p:cNvSpPr>
            <a:spLocks noGrp="1" noRot="1" noMove="1" noResize="1" noEditPoints="1" noAdjustHandles="1" noChangeArrowheads="1" noChangeShapeType="1"/>
          </p:cNvSpPr>
          <p:nvPr/>
        </p:nvSpPr>
        <p:spPr>
          <a:xfrm>
            <a:off x="0" y="0"/>
            <a:ext cx="8825113" cy="5143500"/>
          </a:xfrm>
          <a:prstGeom prst="rect">
            <a:avLst/>
          </a:prstGeom>
          <a:solidFill>
            <a:srgbClr val="0965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pic>
        <p:nvPicPr>
          <p:cNvPr id="12" name="Picture 11" descr="A teacher explaining to students&#10;&#10;Description automatically generated">
            <a:extLst>
              <a:ext uri="{FF2B5EF4-FFF2-40B4-BE49-F238E27FC236}">
                <a16:creationId xmlns:a16="http://schemas.microsoft.com/office/drawing/2014/main" id="{61432124-EA4D-31FD-39F7-2E888055CB0A}"/>
              </a:ext>
            </a:extLst>
          </p:cNvPr>
          <p:cNvPicPr>
            <a:picLocks noGrp="1" noRot="1" noChangeAspect="1" noMove="1" noResize="1" noEditPoints="1" noAdjustHandles="1" noChangeArrowheads="1" noChangeShapeType="1" noCrop="1"/>
          </p:cNvPicPr>
          <p:nvPr/>
        </p:nvPicPr>
        <p:blipFill>
          <a:blip r:embed="rId3" cstate="print">
            <a:alphaModFix amt="60000"/>
            <a:extLst>
              <a:ext uri="{28A0092B-C50C-407E-A947-70E740481C1C}">
                <a14:useLocalDpi xmlns:a14="http://schemas.microsoft.com/office/drawing/2010/main" val="0"/>
              </a:ext>
            </a:extLst>
          </a:blip>
          <a:srcRect t="24798" r="23129" b="7985"/>
          <a:stretch/>
        </p:blipFill>
        <p:spPr>
          <a:xfrm>
            <a:off x="1" y="-1"/>
            <a:ext cx="8825112" cy="5143501"/>
          </a:xfrm>
          <a:prstGeom prst="rect">
            <a:avLst/>
          </a:prstGeom>
        </p:spPr>
      </p:pic>
      <p:sp>
        <p:nvSpPr>
          <p:cNvPr id="13" name="Round Same Side Corner Rectangle 12">
            <a:extLst>
              <a:ext uri="{FF2B5EF4-FFF2-40B4-BE49-F238E27FC236}">
                <a16:creationId xmlns:a16="http://schemas.microsoft.com/office/drawing/2014/main" id="{1C3968B7-0748-2A1D-6568-9320FF900638}"/>
              </a:ext>
            </a:extLst>
          </p:cNvPr>
          <p:cNvSpPr/>
          <p:nvPr/>
        </p:nvSpPr>
        <p:spPr>
          <a:xfrm rot="5400000">
            <a:off x="1555312" y="-96843"/>
            <a:ext cx="3283524" cy="6407452"/>
          </a:xfrm>
          <a:prstGeom prst="round2SameRect">
            <a:avLst>
              <a:gd name="adj1" fmla="val 50000"/>
              <a:gd name="adj2" fmla="val 0"/>
            </a:avLst>
          </a:prstGeom>
          <a:solidFill>
            <a:schemeClr val="tx1">
              <a:alpha val="8934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19" name="Title 18">
            <a:extLst>
              <a:ext uri="{FF2B5EF4-FFF2-40B4-BE49-F238E27FC236}">
                <a16:creationId xmlns:a16="http://schemas.microsoft.com/office/drawing/2014/main" id="{6683183E-5585-6FE2-BA78-A4BADF45FB9E}"/>
              </a:ext>
            </a:extLst>
          </p:cNvPr>
          <p:cNvSpPr>
            <a:spLocks noGrp="1"/>
          </p:cNvSpPr>
          <p:nvPr>
            <p:ph type="title"/>
          </p:nvPr>
        </p:nvSpPr>
        <p:spPr>
          <a:xfrm>
            <a:off x="419829" y="1650201"/>
            <a:ext cx="3974316" cy="566417"/>
          </a:xfrm>
        </p:spPr>
        <p:txBody>
          <a:bodyPr/>
          <a:lstStyle/>
          <a:p>
            <a:r>
              <a:rPr lang="en-US" b="1" dirty="0"/>
              <a:t>Module Summary</a:t>
            </a:r>
          </a:p>
        </p:txBody>
      </p:sp>
      <p:sp>
        <p:nvSpPr>
          <p:cNvPr id="2" name="Text Placeholder 19">
            <a:extLst>
              <a:ext uri="{FF2B5EF4-FFF2-40B4-BE49-F238E27FC236}">
                <a16:creationId xmlns:a16="http://schemas.microsoft.com/office/drawing/2014/main" id="{5590281E-E98E-3965-CF59-AE3D5AE9FB90}"/>
              </a:ext>
            </a:extLst>
          </p:cNvPr>
          <p:cNvSpPr txBox="1">
            <a:spLocks/>
          </p:cNvSpPr>
          <p:nvPr/>
        </p:nvSpPr>
        <p:spPr>
          <a:xfrm>
            <a:off x="439707" y="2337588"/>
            <a:ext cx="5191262" cy="1996068"/>
          </a:xfrm>
          <a:prstGeom prst="rect">
            <a:avLst/>
          </a:prstGeom>
        </p:spPr>
        <p:txBody>
          <a:bodyPr lIns="0" tIns="0" rIns="0" bIns="0"/>
          <a:lstStyle>
            <a:lvl1pPr marL="230188" indent="-230188" algn="l" defTabSz="685766" rtl="0" eaLnBrk="1" latinLnBrk="0" hangingPunct="1">
              <a:lnSpc>
                <a:spcPct val="110000"/>
              </a:lnSpc>
              <a:spcBef>
                <a:spcPts val="500"/>
              </a:spcBef>
              <a:spcAft>
                <a:spcPts val="0"/>
              </a:spcAft>
              <a:buFont typeface="Arial" panose="020B0604020202020204" pitchFamily="34" charset="0"/>
              <a:buChar char="•"/>
              <a:tabLst/>
              <a:defRPr sz="1300" b="0" i="0" kern="120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300"/>
              </a:spcAft>
            </a:pPr>
            <a:r>
              <a:rPr lang="en-US" sz="1200" dirty="0"/>
              <a:t>List the steps involved in collecting Advanced Driver Assistance Systems (ADAS) test data, including instrumenting vehicles and logging data to a memory card for further analysis.​</a:t>
            </a:r>
          </a:p>
          <a:p>
            <a:pPr>
              <a:spcAft>
                <a:spcPts val="300"/>
              </a:spcAft>
            </a:pPr>
            <a:r>
              <a:rPr lang="en-US" sz="1200" dirty="0"/>
              <a:t>Recognize technologies such as GNSS, RTK, and IMU used in vehicle data acquisition, including the capabilities and configurations of the VBOX 4 and associated sensors.​</a:t>
            </a:r>
          </a:p>
          <a:p>
            <a:pPr>
              <a:spcAft>
                <a:spcPts val="300"/>
              </a:spcAft>
            </a:pPr>
            <a:r>
              <a:rPr lang="en-US" sz="1200" dirty="0"/>
              <a:t>Describe how to set up the equipment and integrate data from vehicle CAN bus, GNSS, and other sensors to facilitate accurate testing and analysis, including video logging with data overlay.​</a:t>
            </a:r>
          </a:p>
        </p:txBody>
      </p:sp>
    </p:spTree>
    <p:extLst>
      <p:ext uri="{BB962C8B-B14F-4D97-AF65-F5344CB8AC3E}">
        <p14:creationId xmlns:p14="http://schemas.microsoft.com/office/powerpoint/2010/main" val="2131940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1000" fill="hold"/>
                                        <p:tgtEl>
                                          <p:spTgt spid="13"/>
                                        </p:tgtEl>
                                        <p:attrNameLst>
                                          <p:attrName>ppt_x</p:attrName>
                                        </p:attrNameLst>
                                      </p:cBhvr>
                                      <p:tavLst>
                                        <p:tav tm="0">
                                          <p:val>
                                            <p:strVal val="0-#ppt_w/2"/>
                                          </p:val>
                                        </p:tav>
                                        <p:tav tm="100000">
                                          <p:val>
                                            <p:strVal val="#ppt_x"/>
                                          </p:val>
                                        </p:tav>
                                      </p:tavLst>
                                    </p:anim>
                                    <p:anim calcmode="lin" valueType="num">
                                      <p:cBhvr additive="base">
                                        <p:cTn id="8" dur="10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grpId="0"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1000" fill="hold"/>
                                        <p:tgtEl>
                                          <p:spTgt spid="19"/>
                                        </p:tgtEl>
                                        <p:attrNameLst>
                                          <p:attrName>ppt_x</p:attrName>
                                        </p:attrNameLst>
                                      </p:cBhvr>
                                      <p:tavLst>
                                        <p:tav tm="0">
                                          <p:val>
                                            <p:strVal val="0-#ppt_w/2"/>
                                          </p:val>
                                        </p:tav>
                                        <p:tav tm="100000">
                                          <p:val>
                                            <p:strVal val="#ppt_x"/>
                                          </p:val>
                                        </p:tav>
                                      </p:tavLst>
                                    </p:anim>
                                    <p:anim calcmode="lin" valueType="num">
                                      <p:cBhvr additive="base">
                                        <p:cTn id="13" dur="1000" fill="hold"/>
                                        <p:tgtEl>
                                          <p:spTgt spid="19"/>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10"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9" grpId="0"/>
      <p:bldP spid="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481CB-1529-1396-CC6A-7AAB073BC97B}"/>
              </a:ext>
            </a:extLst>
          </p:cNvPr>
          <p:cNvSpPr>
            <a:spLocks noGrp="1"/>
          </p:cNvSpPr>
          <p:nvPr>
            <p:ph type="title"/>
          </p:nvPr>
        </p:nvSpPr>
        <p:spPr>
          <a:xfrm>
            <a:off x="525780" y="4100811"/>
            <a:ext cx="6640830" cy="349616"/>
          </a:xfrm>
        </p:spPr>
        <p:txBody>
          <a:bodyPr/>
          <a:lstStyle/>
          <a:p>
            <a:r>
              <a:rPr lang="en-US" dirty="0">
                <a:solidFill>
                  <a:schemeClr val="bg1"/>
                </a:solidFill>
              </a:rPr>
              <a:t>Any Questions?</a:t>
            </a:r>
          </a:p>
        </p:txBody>
      </p:sp>
    </p:spTree>
    <p:extLst>
      <p:ext uri="{BB962C8B-B14F-4D97-AF65-F5344CB8AC3E}">
        <p14:creationId xmlns:p14="http://schemas.microsoft.com/office/powerpoint/2010/main" val="300015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1928A-0995-5B21-7AE4-075A1A4EC3EC}"/>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ECE73533-2ED7-5012-864D-7EF848920BA1}"/>
              </a:ext>
            </a:extLst>
          </p:cNvPr>
          <p:cNvPicPr>
            <a:picLocks noGrp="1" noChangeAspect="1"/>
          </p:cNvPicPr>
          <p:nvPr>
            <p:ph type="pic" sz="quarter" idx="12"/>
          </p:nvPr>
        </p:nvPicPr>
        <p:blipFill>
          <a:blip r:embed="rId3" cstate="print">
            <a:alphaModFix amt="50000"/>
            <a:extLst>
              <a:ext uri="{28A0092B-C50C-407E-A947-70E740481C1C}">
                <a14:useLocalDpi xmlns:a14="http://schemas.microsoft.com/office/drawing/2010/main" val="0"/>
              </a:ext>
            </a:extLst>
          </a:blip>
          <a:srcRect t="5000" b="5000"/>
          <a:stretch/>
        </p:blipFill>
        <p:spPr/>
      </p:pic>
      <p:sp>
        <p:nvSpPr>
          <p:cNvPr id="2" name="Title 1">
            <a:extLst>
              <a:ext uri="{FF2B5EF4-FFF2-40B4-BE49-F238E27FC236}">
                <a16:creationId xmlns:a16="http://schemas.microsoft.com/office/drawing/2014/main" id="{1A3B8E4B-6945-5DE3-77B1-396CF7E6B0D7}"/>
              </a:ext>
            </a:extLst>
          </p:cNvPr>
          <p:cNvSpPr>
            <a:spLocks noGrp="1"/>
          </p:cNvSpPr>
          <p:nvPr>
            <p:ph type="title"/>
          </p:nvPr>
        </p:nvSpPr>
        <p:spPr>
          <a:xfrm>
            <a:off x="607219" y="3557464"/>
            <a:ext cx="7886700" cy="557214"/>
          </a:xfrm>
        </p:spPr>
        <p:txBody>
          <a:bodyPr/>
          <a:lstStyle/>
          <a:p>
            <a:r>
              <a:rPr lang="en-US" dirty="0"/>
              <a:t>Module 4</a:t>
            </a:r>
          </a:p>
        </p:txBody>
      </p:sp>
      <p:sp>
        <p:nvSpPr>
          <p:cNvPr id="19" name="Rectangle 18">
            <a:extLst>
              <a:ext uri="{FF2B5EF4-FFF2-40B4-BE49-F238E27FC236}">
                <a16:creationId xmlns:a16="http://schemas.microsoft.com/office/drawing/2014/main" id="{485829EB-1979-0591-6483-8A19C32B1C0D}"/>
              </a:ext>
            </a:extLst>
          </p:cNvPr>
          <p:cNvSpPr>
            <a:spLocks noGrp="1" noRot="1" noMove="1" noResize="1" noEditPoints="1" noAdjustHandles="1" noChangeArrowheads="1" noChangeShapeType="1"/>
          </p:cNvSpPr>
          <p:nvPr/>
        </p:nvSpPr>
        <p:spPr>
          <a:xfrm>
            <a:off x="0" y="4003288"/>
            <a:ext cx="9144000" cy="568712"/>
          </a:xfrm>
          <a:prstGeom prst="rect">
            <a:avLst/>
          </a:prstGeom>
          <a:solidFill>
            <a:schemeClr val="tx1">
              <a:alpha val="8471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Verdana" panose="020B0604030504040204" pitchFamily="34" charset="0"/>
            </a:endParaRPr>
          </a:p>
        </p:txBody>
      </p:sp>
      <p:sp>
        <p:nvSpPr>
          <p:cNvPr id="3" name="Text Placeholder 2">
            <a:extLst>
              <a:ext uri="{FF2B5EF4-FFF2-40B4-BE49-F238E27FC236}">
                <a16:creationId xmlns:a16="http://schemas.microsoft.com/office/drawing/2014/main" id="{D4AA6DDF-108C-5AFA-525E-2E6B12AE8D83}"/>
              </a:ext>
            </a:extLst>
          </p:cNvPr>
          <p:cNvSpPr>
            <a:spLocks noGrp="1"/>
          </p:cNvSpPr>
          <p:nvPr>
            <p:ph type="body" sz="quarter" idx="11"/>
          </p:nvPr>
        </p:nvSpPr>
        <p:spPr/>
        <p:txBody>
          <a:bodyPr/>
          <a:lstStyle/>
          <a:p>
            <a:r>
              <a:rPr lang="en-US" dirty="0">
                <a:latin typeface="Verdana" panose="020B0604030504040204" pitchFamily="34" charset="0"/>
              </a:rPr>
              <a:t>Overview of VBOX Test Suite for Data Analysis</a:t>
            </a:r>
          </a:p>
        </p:txBody>
      </p:sp>
      <p:pic>
        <p:nvPicPr>
          <p:cNvPr id="20" name="Picture 19">
            <a:extLst>
              <a:ext uri="{FF2B5EF4-FFF2-40B4-BE49-F238E27FC236}">
                <a16:creationId xmlns:a16="http://schemas.microsoft.com/office/drawing/2014/main" id="{6905A638-63A4-46FC-EBF9-FACAC297D35D}"/>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p:blipFill>
        <p:spPr>
          <a:xfrm>
            <a:off x="7939746" y="143843"/>
            <a:ext cx="1090140" cy="837792"/>
          </a:xfrm>
          <a:prstGeom prst="rect">
            <a:avLst/>
          </a:prstGeom>
          <a:effectLst>
            <a:outerShdw blurRad="50800" dist="50800" dir="5400000" algn="ctr" rotWithShape="0">
              <a:schemeClr val="tx1">
                <a:alpha val="45660"/>
              </a:schemeClr>
            </a:outerShdw>
          </a:effectLst>
        </p:spPr>
      </p:pic>
    </p:spTree>
    <p:extLst>
      <p:ext uri="{BB962C8B-B14F-4D97-AF65-F5344CB8AC3E}">
        <p14:creationId xmlns:p14="http://schemas.microsoft.com/office/powerpoint/2010/main" val="2435015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2000"/>
                                        <p:tgtEl>
                                          <p:spTgt spid="20"/>
                                        </p:tgtEl>
                                      </p:cBhvr>
                                    </p:animEffect>
                                  </p:childTnLst>
                                </p:cTn>
                              </p:par>
                              <p:par>
                                <p:cTn id="12" presetID="6" presetClass="emph" presetSubtype="0" fill="hold" nodeType="withEffect">
                                  <p:stCondLst>
                                    <p:cond delay="0"/>
                                  </p:stCondLst>
                                  <p:childTnLst>
                                    <p:animScale>
                                      <p:cBhvr>
                                        <p:cTn id="13" dur="5000"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B36A189-0FB5-A1E8-B7CE-1B1F56B857B5}"/>
              </a:ext>
            </a:extLst>
          </p:cNvPr>
          <p:cNvSpPr>
            <a:spLocks noGrp="1"/>
          </p:cNvSpPr>
          <p:nvPr>
            <p:ph type="title"/>
          </p:nvPr>
        </p:nvSpPr>
        <p:spPr/>
        <p:txBody>
          <a:bodyPr/>
          <a:lstStyle/>
          <a:p>
            <a:r>
              <a:rPr lang="en-US" dirty="0">
                <a:solidFill>
                  <a:schemeClr val="bg1"/>
                </a:solidFill>
              </a:rPr>
              <a:t>Module 4 Objectives</a:t>
            </a:r>
          </a:p>
        </p:txBody>
      </p:sp>
      <p:sp>
        <p:nvSpPr>
          <p:cNvPr id="3" name="Text Placeholder 2">
            <a:extLst>
              <a:ext uri="{FF2B5EF4-FFF2-40B4-BE49-F238E27FC236}">
                <a16:creationId xmlns:a16="http://schemas.microsoft.com/office/drawing/2014/main" id="{362CF236-921E-2561-6BB7-388515A062B1}"/>
              </a:ext>
            </a:extLst>
          </p:cNvPr>
          <p:cNvSpPr>
            <a:spLocks noGrp="1"/>
          </p:cNvSpPr>
          <p:nvPr>
            <p:ph type="body" sz="quarter" idx="10"/>
          </p:nvPr>
        </p:nvSpPr>
        <p:spPr>
          <a:xfrm>
            <a:off x="419829" y="1307830"/>
            <a:ext cx="4152172" cy="3573148"/>
          </a:xfrm>
        </p:spPr>
        <p:txBody>
          <a:bodyPr/>
          <a:lstStyle/>
          <a:p>
            <a:r>
              <a:rPr lang="en-US" sz="1300" dirty="0"/>
              <a:t>Utilize the VBOX Test Suite software for analyzing ADAS test data collected with </a:t>
            </a:r>
            <a:br>
              <a:rPr lang="en-US" sz="1300" dirty="0"/>
            </a:br>
            <a:r>
              <a:rPr lang="en-US" sz="1300" dirty="0"/>
              <a:t>VBOX loggers, including live viewing and </a:t>
            </a:r>
            <a:br>
              <a:rPr lang="en-US" sz="1300" dirty="0"/>
            </a:br>
            <a:r>
              <a:rPr lang="en-US" sz="1300" dirty="0"/>
              <a:t>post-processing of data files.​</a:t>
            </a:r>
          </a:p>
          <a:p>
            <a:r>
              <a:rPr lang="en-US" sz="1300" dirty="0"/>
              <a:t>Create, configure, and analyze custom tests using the software, defining start and end conditions for repeatable data analysis to obtain meaningful test results.​</a:t>
            </a:r>
          </a:p>
          <a:p>
            <a:r>
              <a:rPr lang="en-US" sz="1300" dirty="0"/>
              <a:t>Demonstrate how to export test results and raw data into CSV or text files for further analysis and integrate the findings into spreadsheets to build comprehensive </a:t>
            </a:r>
            <a:br>
              <a:rPr lang="en-US" sz="1300" dirty="0"/>
            </a:br>
            <a:r>
              <a:rPr lang="en-US" sz="1300" dirty="0"/>
              <a:t>reports​​.</a:t>
            </a:r>
          </a:p>
        </p:txBody>
      </p:sp>
    </p:spTree>
    <p:extLst>
      <p:ext uri="{BB962C8B-B14F-4D97-AF65-F5344CB8AC3E}">
        <p14:creationId xmlns:p14="http://schemas.microsoft.com/office/powerpoint/2010/main" val="340588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build="p" bldLvl="4"/>
    </p:bld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6A16ED73-8B74-CDFE-67AD-D715D078ABBA}"/>
            </a:ext>
          </a:extLst>
        </p:cNvPr>
        <p:cNvGrpSpPr/>
        <p:nvPr/>
      </p:nvGrpSpPr>
      <p:grpSpPr>
        <a:xfrm>
          <a:off x="0" y="0"/>
          <a:ext cx="0" cy="0"/>
          <a:chOff x="0" y="0"/>
          <a:chExt cx="0" cy="0"/>
        </a:xfrm>
      </p:grpSpPr>
      <p:pic>
        <p:nvPicPr>
          <p:cNvPr id="7" name="Picture 6" descr="A car with a grid on it&#10;&#10;AI-generated content may be incorrect.">
            <a:extLst>
              <a:ext uri="{FF2B5EF4-FFF2-40B4-BE49-F238E27FC236}">
                <a16:creationId xmlns:a16="http://schemas.microsoft.com/office/drawing/2014/main" id="{9E6F2775-6852-C89A-96AF-047D8357DC07}"/>
              </a:ext>
            </a:extLst>
          </p:cNvPr>
          <p:cNvPicPr>
            <a:picLocks noChangeAspect="1"/>
          </p:cNvPicPr>
          <p:nvPr/>
        </p:nvPicPr>
        <p:blipFill>
          <a:blip r:embed="rId2">
            <a:alphaModFix amt="77000"/>
            <a:extLst>
              <a:ext uri="{28A0092B-C50C-407E-A947-70E740481C1C}">
                <a14:useLocalDpi xmlns:a14="http://schemas.microsoft.com/office/drawing/2010/main" val="0"/>
              </a:ext>
            </a:extLst>
          </a:blip>
          <a:srcRect l="5870" r="3844"/>
          <a:stretch/>
        </p:blipFill>
        <p:spPr>
          <a:xfrm>
            <a:off x="4229" y="1"/>
            <a:ext cx="8820873" cy="5143500"/>
          </a:xfrm>
          <a:prstGeom prst="rect">
            <a:avLst/>
          </a:prstGeom>
        </p:spPr>
      </p:pic>
      <p:sp>
        <p:nvSpPr>
          <p:cNvPr id="2" name="Rectangle 1">
            <a:extLst>
              <a:ext uri="{FF2B5EF4-FFF2-40B4-BE49-F238E27FC236}">
                <a16:creationId xmlns:a16="http://schemas.microsoft.com/office/drawing/2014/main" id="{95030D87-474F-955B-19F6-54F4E05F645E}"/>
              </a:ext>
            </a:extLst>
          </p:cNvPr>
          <p:cNvSpPr/>
          <p:nvPr/>
        </p:nvSpPr>
        <p:spPr>
          <a:xfrm>
            <a:off x="2298265" y="1"/>
            <a:ext cx="4263254" cy="5143500"/>
          </a:xfrm>
          <a:prstGeom prst="rect">
            <a:avLst/>
          </a:prstGeom>
          <a:solidFill>
            <a:schemeClr val="accent1">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4" name="Title 1">
            <a:extLst>
              <a:ext uri="{FF2B5EF4-FFF2-40B4-BE49-F238E27FC236}">
                <a16:creationId xmlns:a16="http://schemas.microsoft.com/office/drawing/2014/main" id="{1E79D55A-096E-A80D-D91B-7310E8421B69}"/>
              </a:ext>
            </a:extLst>
          </p:cNvPr>
          <p:cNvSpPr txBox="1">
            <a:spLocks/>
          </p:cNvSpPr>
          <p:nvPr/>
        </p:nvSpPr>
        <p:spPr>
          <a:xfrm>
            <a:off x="2370772" y="1058008"/>
            <a:ext cx="4012386" cy="936053"/>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lnSpc>
                <a:spcPct val="100000"/>
              </a:lnSpc>
            </a:pPr>
            <a:r>
              <a:rPr lang="en-US" sz="1898" b="1" dirty="0">
                <a:solidFill>
                  <a:schemeClr val="bg2">
                    <a:lumMod val="60000"/>
                    <a:lumOff val="40000"/>
                  </a:schemeClr>
                </a:solidFill>
              </a:rPr>
              <a:t>Overview of VBOX </a:t>
            </a:r>
            <a:br>
              <a:rPr lang="en-US" sz="1898" b="1" dirty="0">
                <a:solidFill>
                  <a:schemeClr val="bg2">
                    <a:lumMod val="60000"/>
                    <a:lumOff val="40000"/>
                  </a:schemeClr>
                </a:solidFill>
              </a:rPr>
            </a:br>
            <a:r>
              <a:rPr lang="en-US" sz="1898" b="1" dirty="0">
                <a:solidFill>
                  <a:schemeClr val="bg2">
                    <a:lumMod val="60000"/>
                    <a:lumOff val="40000"/>
                  </a:schemeClr>
                </a:solidFill>
              </a:rPr>
              <a:t>Test Suite for Analysis</a:t>
            </a:r>
          </a:p>
        </p:txBody>
      </p:sp>
      <p:sp>
        <p:nvSpPr>
          <p:cNvPr id="6" name="Text Placeholder 2">
            <a:extLst>
              <a:ext uri="{FF2B5EF4-FFF2-40B4-BE49-F238E27FC236}">
                <a16:creationId xmlns:a16="http://schemas.microsoft.com/office/drawing/2014/main" id="{E9DE3201-EA1A-CA9C-B6FA-20EEEB9D767A}"/>
              </a:ext>
            </a:extLst>
          </p:cNvPr>
          <p:cNvSpPr txBox="1">
            <a:spLocks/>
          </p:cNvSpPr>
          <p:nvPr/>
        </p:nvSpPr>
        <p:spPr>
          <a:xfrm>
            <a:off x="2652889" y="1670755"/>
            <a:ext cx="3496475" cy="2856089"/>
          </a:xfrm>
          <a:prstGeom prst="rect">
            <a:avLst/>
          </a:prstGeom>
        </p:spPr>
        <p:txBody>
          <a:bodyPr lIns="0" tIns="0" rIns="0" bIns="0" anchor="ctr"/>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spcAft>
                <a:spcPts val="599"/>
              </a:spcAft>
            </a:pPr>
            <a:r>
              <a:rPr lang="en-US" dirty="0">
                <a:solidFill>
                  <a:schemeClr val="bg1"/>
                </a:solidFill>
              </a:rPr>
              <a:t>This module is for analyzing ADAS </a:t>
            </a:r>
            <a:br>
              <a:rPr lang="en-US" dirty="0">
                <a:solidFill>
                  <a:schemeClr val="bg1"/>
                </a:solidFill>
              </a:rPr>
            </a:br>
            <a:r>
              <a:rPr lang="en-US" dirty="0">
                <a:solidFill>
                  <a:schemeClr val="bg1"/>
                </a:solidFill>
              </a:rPr>
              <a:t>test data collected with a VBOX logger using VBOX Test Suite software.</a:t>
            </a:r>
          </a:p>
          <a:p>
            <a:pPr algn="ctr">
              <a:spcAft>
                <a:spcPts val="599"/>
              </a:spcAft>
            </a:pPr>
            <a:r>
              <a:rPr lang="en-US" dirty="0">
                <a:solidFill>
                  <a:schemeClr val="bg1"/>
                </a:solidFill>
              </a:rPr>
              <a:t>We start with one or more memory cards with files and end with useful test reports in a spreadsheet or </a:t>
            </a:r>
            <a:br>
              <a:rPr lang="en-US" dirty="0">
                <a:solidFill>
                  <a:schemeClr val="bg1"/>
                </a:solidFill>
              </a:rPr>
            </a:br>
            <a:r>
              <a:rPr lang="en-US" dirty="0">
                <a:solidFill>
                  <a:schemeClr val="bg1"/>
                </a:solidFill>
              </a:rPr>
              <a:t>a similar format.</a:t>
            </a:r>
          </a:p>
        </p:txBody>
      </p:sp>
    </p:spTree>
    <p:extLst>
      <p:ext uri="{BB962C8B-B14F-4D97-AF65-F5344CB8AC3E}">
        <p14:creationId xmlns:p14="http://schemas.microsoft.com/office/powerpoint/2010/main" val="2157206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37891BC-6617-00C2-FA18-B0F56BEDBB59}"/>
              </a:ext>
            </a:extLst>
          </p:cNvPr>
          <p:cNvSpPr>
            <a:spLocks noGrp="1"/>
          </p:cNvSpPr>
          <p:nvPr>
            <p:ph type="title"/>
          </p:nvPr>
        </p:nvSpPr>
        <p:spPr/>
        <p:txBody>
          <a:bodyPr/>
          <a:lstStyle/>
          <a:p>
            <a:r>
              <a:rPr lang="en-US" dirty="0"/>
              <a:t>VBOX Test Suite</a:t>
            </a:r>
          </a:p>
        </p:txBody>
      </p:sp>
      <p:sp>
        <p:nvSpPr>
          <p:cNvPr id="6" name="Text Placeholder 5">
            <a:extLst>
              <a:ext uri="{FF2B5EF4-FFF2-40B4-BE49-F238E27FC236}">
                <a16:creationId xmlns:a16="http://schemas.microsoft.com/office/drawing/2014/main" id="{6501651A-44B4-DE1E-4A89-1DC955C97E48}"/>
              </a:ext>
            </a:extLst>
          </p:cNvPr>
          <p:cNvSpPr>
            <a:spLocks noGrp="1"/>
          </p:cNvSpPr>
          <p:nvPr>
            <p:ph type="body" sz="quarter" idx="10"/>
          </p:nvPr>
        </p:nvSpPr>
        <p:spPr>
          <a:xfrm>
            <a:off x="451556" y="1101582"/>
            <a:ext cx="3206044" cy="3760787"/>
          </a:xfrm>
        </p:spPr>
        <p:txBody>
          <a:bodyPr anchor="ctr"/>
          <a:lstStyle/>
          <a:p>
            <a:pPr marL="0" marR="0" indent="0">
              <a:lnSpc>
                <a:spcPct val="107000"/>
              </a:lnSpc>
              <a:spcBef>
                <a:spcPts val="300"/>
              </a:spcBef>
              <a:spcAft>
                <a:spcPts val="800"/>
              </a:spcAft>
              <a:buNone/>
            </a:pPr>
            <a:r>
              <a:rPr lang="en-US" sz="1350" kern="100" dirty="0">
                <a:effectLst/>
                <a:ea typeface="Verdana" panose="020B0604030504040204" pitchFamily="34" charset="0"/>
                <a:cs typeface="Times New Roman" panose="02020603050405020304" pitchFamily="18" charset="0"/>
              </a:rPr>
              <a:t>VBOX Test Suite is available as a </a:t>
            </a:r>
            <a:br>
              <a:rPr lang="en-US" sz="1350" kern="100" dirty="0">
                <a:effectLst/>
                <a:ea typeface="Verdana" panose="020B0604030504040204" pitchFamily="34" charset="0"/>
                <a:cs typeface="Times New Roman" panose="02020603050405020304" pitchFamily="18" charset="0"/>
              </a:rPr>
            </a:br>
            <a:r>
              <a:rPr lang="en-US" sz="1350" kern="100" dirty="0">
                <a:effectLst/>
                <a:ea typeface="Verdana" panose="020B0604030504040204" pitchFamily="34" charset="0"/>
                <a:cs typeface="Times New Roman" panose="02020603050405020304" pitchFamily="18" charset="0"/>
              </a:rPr>
              <a:t>free download from </a:t>
            </a:r>
            <a:r>
              <a:rPr lang="en-US" sz="1350" b="1" kern="100" dirty="0">
                <a:solidFill>
                  <a:schemeClr val="bg2">
                    <a:lumMod val="40000"/>
                    <a:lumOff val="60000"/>
                  </a:schemeClr>
                </a:solidFill>
                <a:effectLst/>
                <a:ea typeface="Verdana" panose="020B060403050404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Racelogic</a:t>
            </a:r>
            <a:r>
              <a:rPr lang="en-US" sz="1350" dirty="0"/>
              <a:t>.</a:t>
            </a:r>
          </a:p>
          <a:p>
            <a:pPr marL="0" marR="0" indent="0">
              <a:lnSpc>
                <a:spcPct val="107000"/>
              </a:lnSpc>
              <a:spcBef>
                <a:spcPts val="300"/>
              </a:spcBef>
              <a:spcAft>
                <a:spcPts val="800"/>
              </a:spcAft>
              <a:buNone/>
            </a:pPr>
            <a:r>
              <a:rPr lang="en-US" sz="1350" dirty="0"/>
              <a:t>There is no cost to use the software, or restrictions on the number of users. It is designed to be used </a:t>
            </a:r>
            <a:br>
              <a:rPr lang="en-US" sz="1350" dirty="0"/>
            </a:br>
            <a:r>
              <a:rPr lang="en-US" sz="1350" dirty="0"/>
              <a:t>with data files collected from VBOX loggers.</a:t>
            </a:r>
          </a:p>
          <a:p>
            <a:pPr>
              <a:spcBef>
                <a:spcPts val="300"/>
              </a:spcBef>
            </a:pPr>
            <a:r>
              <a:rPr lang="en-US" sz="1350" dirty="0"/>
              <a:t>The tool is used for live viewing </a:t>
            </a:r>
            <a:br>
              <a:rPr lang="en-US" sz="1350" dirty="0"/>
            </a:br>
            <a:r>
              <a:rPr lang="en-US" sz="1350" dirty="0"/>
              <a:t>and post-processing.</a:t>
            </a:r>
          </a:p>
          <a:p>
            <a:pPr>
              <a:spcBef>
                <a:spcPts val="300"/>
              </a:spcBef>
            </a:pPr>
            <a:endParaRPr lang="en-US" sz="1350" dirty="0"/>
          </a:p>
        </p:txBody>
      </p:sp>
      <p:pic>
        <p:nvPicPr>
          <p:cNvPr id="7" name="Picture 2">
            <a:extLst>
              <a:ext uri="{FF2B5EF4-FFF2-40B4-BE49-F238E27FC236}">
                <a16:creationId xmlns:a16="http://schemas.microsoft.com/office/drawing/2014/main" id="{E9937167-52DC-85C8-D58F-8FCBB7E38C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915"/>
          <a:stretch>
            <a:fillRect/>
          </a:stretch>
        </p:blipFill>
        <p:spPr bwMode="auto">
          <a:xfrm>
            <a:off x="4233334" y="1399590"/>
            <a:ext cx="4422887" cy="2708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9559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4710DAD7-6455-5B8C-9EE0-B1889B0CD8FB}"/>
            </a:ext>
          </a:extLst>
        </p:cNvPr>
        <p:cNvGrpSpPr/>
        <p:nvPr/>
      </p:nvGrpSpPr>
      <p:grpSpPr>
        <a:xfrm>
          <a:off x="0" y="0"/>
          <a:ext cx="0" cy="0"/>
          <a:chOff x="0" y="0"/>
          <a:chExt cx="0" cy="0"/>
        </a:xfrm>
      </p:grpSpPr>
      <p:pic>
        <p:nvPicPr>
          <p:cNvPr id="7" name="Picture 6" descr="A car with a grid on it&#10;&#10;AI-generated content may be incorrect.">
            <a:extLst>
              <a:ext uri="{FF2B5EF4-FFF2-40B4-BE49-F238E27FC236}">
                <a16:creationId xmlns:a16="http://schemas.microsoft.com/office/drawing/2014/main" id="{90CE1662-B4F0-5232-AD28-1C1AF3F435C7}"/>
              </a:ext>
            </a:extLst>
          </p:cNvPr>
          <p:cNvPicPr>
            <a:picLocks noChangeAspect="1"/>
          </p:cNvPicPr>
          <p:nvPr/>
        </p:nvPicPr>
        <p:blipFill>
          <a:blip r:embed="rId2">
            <a:alphaModFix amt="77000"/>
            <a:extLst>
              <a:ext uri="{28A0092B-C50C-407E-A947-70E740481C1C}">
                <a14:useLocalDpi xmlns:a14="http://schemas.microsoft.com/office/drawing/2010/main" val="0"/>
              </a:ext>
            </a:extLst>
          </a:blip>
          <a:srcRect l="5870" r="3844"/>
          <a:stretch/>
        </p:blipFill>
        <p:spPr>
          <a:xfrm>
            <a:off x="4229" y="1"/>
            <a:ext cx="8820873" cy="5143500"/>
          </a:xfrm>
          <a:prstGeom prst="rect">
            <a:avLst/>
          </a:prstGeom>
        </p:spPr>
      </p:pic>
      <p:sp>
        <p:nvSpPr>
          <p:cNvPr id="2" name="Rectangle 1">
            <a:extLst>
              <a:ext uri="{FF2B5EF4-FFF2-40B4-BE49-F238E27FC236}">
                <a16:creationId xmlns:a16="http://schemas.microsoft.com/office/drawing/2014/main" id="{3C827235-E5CF-4D96-D8DE-06A0151982CE}"/>
              </a:ext>
            </a:extLst>
          </p:cNvPr>
          <p:cNvSpPr/>
          <p:nvPr/>
        </p:nvSpPr>
        <p:spPr>
          <a:xfrm>
            <a:off x="2298265" y="1"/>
            <a:ext cx="4263254" cy="5143500"/>
          </a:xfrm>
          <a:prstGeom prst="rect">
            <a:avLst/>
          </a:prstGeom>
          <a:solidFill>
            <a:schemeClr val="accent1">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4" name="Title 1">
            <a:extLst>
              <a:ext uri="{FF2B5EF4-FFF2-40B4-BE49-F238E27FC236}">
                <a16:creationId xmlns:a16="http://schemas.microsoft.com/office/drawing/2014/main" id="{EEE974FB-252F-14F9-864C-ACDF278F9FD4}"/>
              </a:ext>
            </a:extLst>
          </p:cNvPr>
          <p:cNvSpPr txBox="1">
            <a:spLocks/>
          </p:cNvSpPr>
          <p:nvPr/>
        </p:nvSpPr>
        <p:spPr>
          <a:xfrm>
            <a:off x="2370772" y="606452"/>
            <a:ext cx="4012386" cy="936053"/>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lnSpc>
                <a:spcPct val="100000"/>
              </a:lnSpc>
            </a:pPr>
            <a:r>
              <a:rPr lang="en-US" sz="1898" b="1" dirty="0"/>
              <a:t>Data File Organization</a:t>
            </a:r>
          </a:p>
        </p:txBody>
      </p:sp>
      <p:sp>
        <p:nvSpPr>
          <p:cNvPr id="6" name="Text Placeholder 2">
            <a:extLst>
              <a:ext uri="{FF2B5EF4-FFF2-40B4-BE49-F238E27FC236}">
                <a16:creationId xmlns:a16="http://schemas.microsoft.com/office/drawing/2014/main" id="{1D800B7F-AE23-660D-0385-C1533B4FB707}"/>
              </a:ext>
            </a:extLst>
          </p:cNvPr>
          <p:cNvSpPr txBox="1">
            <a:spLocks/>
          </p:cNvSpPr>
          <p:nvPr/>
        </p:nvSpPr>
        <p:spPr>
          <a:xfrm>
            <a:off x="2652889" y="1569155"/>
            <a:ext cx="3496475" cy="2856089"/>
          </a:xfrm>
          <a:prstGeom prst="rect">
            <a:avLst/>
          </a:prstGeom>
        </p:spPr>
        <p:txBody>
          <a:bodyPr lIns="0" tIns="0" rIns="0" bIns="0" anchor="ctr"/>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spcAft>
                <a:spcPts val="900"/>
              </a:spcAft>
            </a:pPr>
            <a:r>
              <a:rPr lang="en-US" sz="1300" b="1" dirty="0">
                <a:solidFill>
                  <a:schemeClr val="bg2">
                    <a:lumMod val="40000"/>
                    <a:lumOff val="60000"/>
                  </a:schemeClr>
                </a:solidFill>
              </a:rPr>
              <a:t>Before loading files for analysis, they should be organized to avoid errors.</a:t>
            </a:r>
          </a:p>
          <a:p>
            <a:pPr algn="ctr">
              <a:spcAft>
                <a:spcPts val="900"/>
              </a:spcAft>
            </a:pPr>
            <a:r>
              <a:rPr lang="en-US" sz="1300" dirty="0">
                <a:solidFill>
                  <a:schemeClr val="bg1"/>
                </a:solidFill>
              </a:rPr>
              <a:t>The VBOX data file includes details like the unit serial number, date and time recorded, and speed and position data, but does not reflect what vehicle it was in, who was driving, or what test was intended to be recorded.</a:t>
            </a:r>
          </a:p>
          <a:p>
            <a:pPr algn="ctr">
              <a:spcAft>
                <a:spcPts val="900"/>
              </a:spcAft>
            </a:pPr>
            <a:r>
              <a:rPr lang="en-US" sz="1300" dirty="0">
                <a:solidFill>
                  <a:schemeClr val="bg1"/>
                </a:solidFill>
              </a:rPr>
              <a:t>Taking notes of the file name during </a:t>
            </a:r>
            <a:br>
              <a:rPr lang="en-US" sz="1300" dirty="0">
                <a:solidFill>
                  <a:schemeClr val="bg1"/>
                </a:solidFill>
              </a:rPr>
            </a:br>
            <a:r>
              <a:rPr lang="en-US" sz="1300" dirty="0">
                <a:solidFill>
                  <a:schemeClr val="bg1"/>
                </a:solidFill>
              </a:rPr>
              <a:t>the testing will help streamline file organization and analysis.</a:t>
            </a:r>
          </a:p>
        </p:txBody>
      </p:sp>
    </p:spTree>
    <p:extLst>
      <p:ext uri="{BB962C8B-B14F-4D97-AF65-F5344CB8AC3E}">
        <p14:creationId xmlns:p14="http://schemas.microsoft.com/office/powerpoint/2010/main" val="3959435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6" grpId="0"/>
    </p:bld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F8FE8C37-3B56-020B-0B71-2811BA4FB8A3}"/>
            </a:ext>
          </a:extLst>
        </p:cNvPr>
        <p:cNvGrpSpPr/>
        <p:nvPr/>
      </p:nvGrpSpPr>
      <p:grpSpPr>
        <a:xfrm>
          <a:off x="0" y="0"/>
          <a:ext cx="0" cy="0"/>
          <a:chOff x="0" y="0"/>
          <a:chExt cx="0" cy="0"/>
        </a:xfrm>
      </p:grpSpPr>
      <p:pic>
        <p:nvPicPr>
          <p:cNvPr id="7" name="Picture 6" descr="A car with a grid on it&#10;&#10;AI-generated content may be incorrect.">
            <a:extLst>
              <a:ext uri="{FF2B5EF4-FFF2-40B4-BE49-F238E27FC236}">
                <a16:creationId xmlns:a16="http://schemas.microsoft.com/office/drawing/2014/main" id="{530E245B-883E-B3CE-A7DE-AA2266FC7DF7}"/>
              </a:ext>
            </a:extLst>
          </p:cNvPr>
          <p:cNvPicPr>
            <a:picLocks noChangeAspect="1"/>
          </p:cNvPicPr>
          <p:nvPr/>
        </p:nvPicPr>
        <p:blipFill>
          <a:blip r:embed="rId2">
            <a:alphaModFix amt="77000"/>
            <a:extLst>
              <a:ext uri="{28A0092B-C50C-407E-A947-70E740481C1C}">
                <a14:useLocalDpi xmlns:a14="http://schemas.microsoft.com/office/drawing/2010/main" val="0"/>
              </a:ext>
            </a:extLst>
          </a:blip>
          <a:srcRect l="5870" r="3844"/>
          <a:stretch/>
        </p:blipFill>
        <p:spPr>
          <a:xfrm>
            <a:off x="4229" y="1"/>
            <a:ext cx="8820873" cy="5143500"/>
          </a:xfrm>
          <a:prstGeom prst="rect">
            <a:avLst/>
          </a:prstGeom>
        </p:spPr>
      </p:pic>
      <p:sp>
        <p:nvSpPr>
          <p:cNvPr id="2" name="Rectangle 1">
            <a:extLst>
              <a:ext uri="{FF2B5EF4-FFF2-40B4-BE49-F238E27FC236}">
                <a16:creationId xmlns:a16="http://schemas.microsoft.com/office/drawing/2014/main" id="{FABC32FC-847E-C2E6-E027-2498A64E8F6E}"/>
              </a:ext>
            </a:extLst>
          </p:cNvPr>
          <p:cNvSpPr/>
          <p:nvPr/>
        </p:nvSpPr>
        <p:spPr>
          <a:xfrm>
            <a:off x="2065866" y="1"/>
            <a:ext cx="4786489" cy="5143500"/>
          </a:xfrm>
          <a:prstGeom prst="rect">
            <a:avLst/>
          </a:prstGeom>
          <a:solidFill>
            <a:schemeClr val="accent1">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4" name="Title 1">
            <a:extLst>
              <a:ext uri="{FF2B5EF4-FFF2-40B4-BE49-F238E27FC236}">
                <a16:creationId xmlns:a16="http://schemas.microsoft.com/office/drawing/2014/main" id="{55F92944-591F-7DD2-8F13-6F9A624A0B5D}"/>
              </a:ext>
            </a:extLst>
          </p:cNvPr>
          <p:cNvSpPr txBox="1">
            <a:spLocks/>
          </p:cNvSpPr>
          <p:nvPr/>
        </p:nvSpPr>
        <p:spPr>
          <a:xfrm>
            <a:off x="2370772" y="222630"/>
            <a:ext cx="4012386" cy="936053"/>
          </a:xfrm>
          <a:prstGeom prst="rect">
            <a:avLst/>
          </a:prstGeom>
        </p:spPr>
        <p:txBody>
          <a:bodyPr lIns="0" tIns="0" rIns="0" bIns="0" anchor="ctr"/>
          <a:lstStyle>
            <a:lvl1pPr algn="l" defTabSz="685800" rtl="0" eaLnBrk="1" latinLnBrk="0" hangingPunct="1">
              <a:lnSpc>
                <a:spcPct val="90000"/>
              </a:lnSpc>
              <a:spcBef>
                <a:spcPct val="0"/>
              </a:spcBef>
              <a:buNone/>
              <a:defRPr sz="3300" b="0" i="0" kern="1200">
                <a:solidFill>
                  <a:schemeClr val="bg1"/>
                </a:solidFill>
                <a:latin typeface="+mn-lt"/>
                <a:ea typeface="+mj-ea"/>
                <a:cs typeface="+mj-cs"/>
              </a:defRPr>
            </a:lvl1pPr>
          </a:lstStyle>
          <a:p>
            <a:pPr algn="ctr">
              <a:lnSpc>
                <a:spcPct val="100000"/>
              </a:lnSpc>
            </a:pPr>
            <a:r>
              <a:rPr lang="en-US" sz="1898" b="1" dirty="0"/>
              <a:t>Data File Organization</a:t>
            </a:r>
          </a:p>
        </p:txBody>
      </p:sp>
      <p:sp>
        <p:nvSpPr>
          <p:cNvPr id="6" name="Text Placeholder 2">
            <a:extLst>
              <a:ext uri="{FF2B5EF4-FFF2-40B4-BE49-F238E27FC236}">
                <a16:creationId xmlns:a16="http://schemas.microsoft.com/office/drawing/2014/main" id="{448203D6-B977-4228-E88C-FF859A73288F}"/>
              </a:ext>
            </a:extLst>
          </p:cNvPr>
          <p:cNvSpPr txBox="1">
            <a:spLocks/>
          </p:cNvSpPr>
          <p:nvPr/>
        </p:nvSpPr>
        <p:spPr>
          <a:xfrm>
            <a:off x="2460978" y="1456266"/>
            <a:ext cx="4075289" cy="2856089"/>
          </a:xfrm>
          <a:prstGeom prst="rect">
            <a:avLst/>
          </a:prstGeom>
        </p:spPr>
        <p:txBody>
          <a:bodyPr lIns="0" tIns="0" rIns="0" bIns="0" anchor="ctr"/>
          <a:lstStyle>
            <a:lvl1pPr marL="0" indent="0" algn="l" defTabSz="685766" rtl="0" eaLnBrk="1" latinLnBrk="0" hangingPunct="1">
              <a:lnSpc>
                <a:spcPct val="110000"/>
              </a:lnSpc>
              <a:spcBef>
                <a:spcPts val="500"/>
              </a:spcBef>
              <a:spcAft>
                <a:spcPts val="0"/>
              </a:spcAft>
              <a:buFontTx/>
              <a:buNone/>
              <a:tabLst/>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spcAft>
                <a:spcPts val="900"/>
              </a:spcAft>
            </a:pPr>
            <a:r>
              <a:rPr lang="en-US" b="1" dirty="0">
                <a:solidFill>
                  <a:schemeClr val="bg2">
                    <a:lumMod val="40000"/>
                    <a:lumOff val="60000"/>
                  </a:schemeClr>
                </a:solidFill>
              </a:rPr>
              <a:t>My recommendation: </a:t>
            </a:r>
            <a:r>
              <a:rPr lang="en-US" b="1" i="1" dirty="0">
                <a:solidFill>
                  <a:schemeClr val="bg2">
                    <a:lumMod val="40000"/>
                    <a:lumOff val="60000"/>
                  </a:schemeClr>
                </a:solidFill>
              </a:rPr>
              <a:t>folder for the project, subfolders for test sets.</a:t>
            </a:r>
          </a:p>
          <a:p>
            <a:pPr algn="ctr">
              <a:spcAft>
                <a:spcPts val="900"/>
              </a:spcAft>
            </a:pPr>
            <a:r>
              <a:rPr lang="en-US" sz="1200" dirty="0">
                <a:solidFill>
                  <a:schemeClr val="bg1"/>
                </a:solidFill>
              </a:rPr>
              <a:t>For Video Synchronization, VBOX Test Suite requires that the VBOX 4 VBB data file, VBOX Video VBO data file, and MP4 video file are in the same folder. Data files can be renamed but video files cannot.</a:t>
            </a:r>
          </a:p>
          <a:p>
            <a:pPr algn="ctr">
              <a:spcAft>
                <a:spcPts val="900"/>
              </a:spcAft>
            </a:pPr>
            <a:r>
              <a:rPr lang="en-US" sz="1200" dirty="0">
                <a:solidFill>
                  <a:schemeClr val="bg1"/>
                </a:solidFill>
              </a:rPr>
              <a:t>The video file is a standard mpeg-4 format and </a:t>
            </a:r>
            <a:br>
              <a:rPr lang="en-US" sz="1200" dirty="0">
                <a:solidFill>
                  <a:schemeClr val="bg1"/>
                </a:solidFill>
              </a:rPr>
            </a:br>
            <a:r>
              <a:rPr lang="en-US" sz="1200" dirty="0">
                <a:solidFill>
                  <a:schemeClr val="bg1"/>
                </a:solidFill>
              </a:rPr>
              <a:t>can be used in presentations, online sites, or brought into a video editing tool to be combined with other video content. No specific software </a:t>
            </a:r>
            <a:br>
              <a:rPr lang="en-US" sz="1200" dirty="0">
                <a:solidFill>
                  <a:schemeClr val="bg1"/>
                </a:solidFill>
              </a:rPr>
            </a:br>
            <a:r>
              <a:rPr lang="en-US" sz="1200" dirty="0">
                <a:solidFill>
                  <a:schemeClr val="bg1"/>
                </a:solidFill>
              </a:rPr>
              <a:t>is needed to use the video file.</a:t>
            </a:r>
          </a:p>
          <a:p>
            <a:pPr algn="ctr">
              <a:spcAft>
                <a:spcPts val="900"/>
              </a:spcAft>
            </a:pPr>
            <a:r>
              <a:rPr lang="en-US" sz="1200" dirty="0">
                <a:solidFill>
                  <a:schemeClr val="bg1"/>
                </a:solidFill>
              </a:rPr>
              <a:t>The data files are designed to be used specifically with VBOX software tools but can be converted </a:t>
            </a:r>
            <a:br>
              <a:rPr lang="en-US" sz="1200" dirty="0">
                <a:solidFill>
                  <a:schemeClr val="bg1"/>
                </a:solidFill>
              </a:rPr>
            </a:br>
            <a:r>
              <a:rPr lang="en-US" sz="1200" dirty="0">
                <a:solidFill>
                  <a:schemeClr val="bg1"/>
                </a:solidFill>
              </a:rPr>
              <a:t>to CSV or imported to MatLab.</a:t>
            </a:r>
          </a:p>
        </p:txBody>
      </p:sp>
    </p:spTree>
    <p:extLst>
      <p:ext uri="{BB962C8B-B14F-4D97-AF65-F5344CB8AC3E}">
        <p14:creationId xmlns:p14="http://schemas.microsoft.com/office/powerpoint/2010/main" val="602959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6"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0F4451-FDB2-87CA-3DCF-5D0DB5E7F50A}"/>
              </a:ext>
            </a:extLst>
          </p:cNvPr>
          <p:cNvSpPr>
            <a:spLocks noGrp="1"/>
          </p:cNvSpPr>
          <p:nvPr>
            <p:ph type="title"/>
          </p:nvPr>
        </p:nvSpPr>
        <p:spPr/>
        <p:txBody>
          <a:bodyPr/>
          <a:lstStyle/>
          <a:p>
            <a:r>
              <a:rPr lang="en-US" dirty="0"/>
              <a:t>Workspace</a:t>
            </a:r>
          </a:p>
        </p:txBody>
      </p:sp>
      <p:sp>
        <p:nvSpPr>
          <p:cNvPr id="6" name="Text Placeholder 5">
            <a:extLst>
              <a:ext uri="{FF2B5EF4-FFF2-40B4-BE49-F238E27FC236}">
                <a16:creationId xmlns:a16="http://schemas.microsoft.com/office/drawing/2014/main" id="{01C33AF6-D89C-72DE-43FC-5EFAD8AE9B72}"/>
              </a:ext>
            </a:extLst>
          </p:cNvPr>
          <p:cNvSpPr>
            <a:spLocks noGrp="1"/>
          </p:cNvSpPr>
          <p:nvPr>
            <p:ph type="body" sz="quarter" idx="10"/>
          </p:nvPr>
        </p:nvSpPr>
        <p:spPr>
          <a:xfrm>
            <a:off x="406400" y="801512"/>
            <a:ext cx="3149600" cy="4060858"/>
          </a:xfrm>
        </p:spPr>
        <p:txBody>
          <a:bodyPr anchor="ctr"/>
          <a:lstStyle/>
          <a:p>
            <a:pPr marL="0" indent="0">
              <a:buNone/>
            </a:pPr>
            <a:r>
              <a:rPr lang="en-US" sz="1300" dirty="0"/>
              <a:t>Load a file into </a:t>
            </a:r>
            <a:r>
              <a:rPr lang="en-US" sz="1300" b="1" dirty="0">
                <a:solidFill>
                  <a:schemeClr val="bg2">
                    <a:lumMod val="40000"/>
                    <a:lumOff val="60000"/>
                  </a:schemeClr>
                </a:solidFill>
              </a:rPr>
              <a:t>VBOX Test Suite</a:t>
            </a:r>
            <a:r>
              <a:rPr lang="en-US" sz="1300" dirty="0">
                <a:solidFill>
                  <a:schemeClr val="bg2">
                    <a:lumMod val="40000"/>
                    <a:lumOff val="60000"/>
                  </a:schemeClr>
                </a:solidFill>
              </a:rPr>
              <a:t>. </a:t>
            </a:r>
            <a:r>
              <a:rPr lang="en-US" sz="1300" dirty="0"/>
              <a:t>Start with the primary file, usually from the VBOX 4 ADAS. This will show the file in a Workspace view.</a:t>
            </a:r>
          </a:p>
          <a:p>
            <a:pPr marL="0" indent="0">
              <a:buNone/>
            </a:pPr>
            <a:r>
              <a:rPr lang="en-US" sz="1300" dirty="0"/>
              <a:t>This view shows the dashboard across the top, with large displays of speed, satellites, and UTC time by default. These can be customized for live viewing when used “online” with the VBOX.</a:t>
            </a:r>
          </a:p>
        </p:txBody>
      </p:sp>
      <p:pic>
        <p:nvPicPr>
          <p:cNvPr id="8" name="Picture 7" descr="A screenshot of a computer&#10;&#10;Description automatically generated">
            <a:extLst>
              <a:ext uri="{FF2B5EF4-FFF2-40B4-BE49-F238E27FC236}">
                <a16:creationId xmlns:a16="http://schemas.microsoft.com/office/drawing/2014/main" id="{6382E001-E9E5-7CF3-4496-9B7C37451892}"/>
              </a:ext>
            </a:extLst>
          </p:cNvPr>
          <p:cNvPicPr>
            <a:picLocks noChangeAspect="1"/>
          </p:cNvPicPr>
          <p:nvPr/>
        </p:nvPicPr>
        <p:blipFill>
          <a:blip r:embed="rId2"/>
          <a:stretch>
            <a:fillRect/>
          </a:stretch>
        </p:blipFill>
        <p:spPr>
          <a:xfrm>
            <a:off x="4348108" y="1307476"/>
            <a:ext cx="3937935" cy="2940409"/>
          </a:xfrm>
          <a:prstGeom prst="rect">
            <a:avLst/>
          </a:prstGeom>
        </p:spPr>
      </p:pic>
    </p:spTree>
    <p:extLst>
      <p:ext uri="{BB962C8B-B14F-4D97-AF65-F5344CB8AC3E}">
        <p14:creationId xmlns:p14="http://schemas.microsoft.com/office/powerpoint/2010/main" val="1526646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0F4451-FDB2-87CA-3DCF-5D0DB5E7F50A}"/>
              </a:ext>
            </a:extLst>
          </p:cNvPr>
          <p:cNvSpPr>
            <a:spLocks noGrp="1"/>
          </p:cNvSpPr>
          <p:nvPr>
            <p:ph type="title"/>
          </p:nvPr>
        </p:nvSpPr>
        <p:spPr/>
        <p:txBody>
          <a:bodyPr/>
          <a:lstStyle/>
          <a:p>
            <a:r>
              <a:rPr lang="en-US" dirty="0"/>
              <a:t>Workspace: </a:t>
            </a:r>
            <a:r>
              <a:rPr lang="en-US" b="0" i="1" dirty="0"/>
              <a:t>Map</a:t>
            </a:r>
          </a:p>
        </p:txBody>
      </p:sp>
      <p:sp>
        <p:nvSpPr>
          <p:cNvPr id="6" name="Text Placeholder 5">
            <a:extLst>
              <a:ext uri="{FF2B5EF4-FFF2-40B4-BE49-F238E27FC236}">
                <a16:creationId xmlns:a16="http://schemas.microsoft.com/office/drawing/2014/main" id="{01C33AF6-D89C-72DE-43FC-5EFAD8AE9B72}"/>
              </a:ext>
            </a:extLst>
          </p:cNvPr>
          <p:cNvSpPr>
            <a:spLocks noGrp="1"/>
          </p:cNvSpPr>
          <p:nvPr>
            <p:ph type="body" sz="quarter" idx="10"/>
          </p:nvPr>
        </p:nvSpPr>
        <p:spPr>
          <a:xfrm>
            <a:off x="381965" y="812800"/>
            <a:ext cx="3320791" cy="4049569"/>
          </a:xfrm>
        </p:spPr>
        <p:txBody>
          <a:bodyPr anchor="ctr"/>
          <a:lstStyle/>
          <a:p>
            <a:r>
              <a:rPr lang="en-US" sz="1300" dirty="0"/>
              <a:t>For post-processing data, the dashboard can be closed to give </a:t>
            </a:r>
            <a:br>
              <a:rPr lang="en-US" sz="1300" dirty="0"/>
            </a:br>
            <a:r>
              <a:rPr lang="en-US" sz="1300" dirty="0"/>
              <a:t>more room to show the chart and </a:t>
            </a:r>
            <a:br>
              <a:rPr lang="en-US" sz="1300" dirty="0"/>
            </a:br>
            <a:r>
              <a:rPr lang="en-US" sz="1300" b="1" dirty="0">
                <a:solidFill>
                  <a:schemeClr val="bg2">
                    <a:lumMod val="40000"/>
                    <a:lumOff val="60000"/>
                  </a:schemeClr>
                </a:solidFill>
              </a:rPr>
              <a:t>map</a:t>
            </a:r>
            <a:r>
              <a:rPr lang="en-US" sz="1300" dirty="0"/>
              <a:t> views.</a:t>
            </a:r>
          </a:p>
          <a:p>
            <a:r>
              <a:rPr lang="en-US" sz="1300" dirty="0"/>
              <a:t>The map shows a north-up view of </a:t>
            </a:r>
            <a:br>
              <a:rPr lang="en-US" sz="1300" dirty="0"/>
            </a:br>
            <a:r>
              <a:rPr lang="en-US" sz="1300" dirty="0"/>
              <a:t>the path the vehicle followed, and the background can be replaced with an aerial image or map view using tools </a:t>
            </a:r>
            <a:br>
              <a:rPr lang="en-US" sz="1300" dirty="0"/>
            </a:br>
            <a:r>
              <a:rPr lang="en-US" sz="1300" dirty="0"/>
              <a:t>in the Map tab.</a:t>
            </a:r>
          </a:p>
        </p:txBody>
      </p:sp>
      <p:pic>
        <p:nvPicPr>
          <p:cNvPr id="2" name="Picture 1" descr="A screenshot of a computer&#10;&#10;Description automatically generated">
            <a:extLst>
              <a:ext uri="{FF2B5EF4-FFF2-40B4-BE49-F238E27FC236}">
                <a16:creationId xmlns:a16="http://schemas.microsoft.com/office/drawing/2014/main" id="{E046F909-821D-75FE-7B9E-293E13D79ABB}"/>
              </a:ext>
            </a:extLst>
          </p:cNvPr>
          <p:cNvPicPr>
            <a:picLocks noChangeAspect="1"/>
          </p:cNvPicPr>
          <p:nvPr/>
        </p:nvPicPr>
        <p:blipFill>
          <a:blip r:embed="rId2"/>
          <a:stretch>
            <a:fillRect/>
          </a:stretch>
        </p:blipFill>
        <p:spPr>
          <a:xfrm>
            <a:off x="4267200" y="1327380"/>
            <a:ext cx="4008501" cy="2993100"/>
          </a:xfrm>
          <a:prstGeom prst="rect">
            <a:avLst/>
          </a:prstGeom>
        </p:spPr>
      </p:pic>
    </p:spTree>
    <p:extLst>
      <p:ext uri="{BB962C8B-B14F-4D97-AF65-F5344CB8AC3E}">
        <p14:creationId xmlns:p14="http://schemas.microsoft.com/office/powerpoint/2010/main" val="1531786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0F4451-FDB2-87CA-3DCF-5D0DB5E7F50A}"/>
              </a:ext>
            </a:extLst>
          </p:cNvPr>
          <p:cNvSpPr>
            <a:spLocks noGrp="1"/>
          </p:cNvSpPr>
          <p:nvPr>
            <p:ph type="title"/>
          </p:nvPr>
        </p:nvSpPr>
        <p:spPr/>
        <p:txBody>
          <a:bodyPr/>
          <a:lstStyle/>
          <a:p>
            <a:r>
              <a:rPr lang="en-US" dirty="0"/>
              <a:t>Workspace: </a:t>
            </a:r>
            <a:r>
              <a:rPr lang="en-US" b="0" i="1" dirty="0"/>
              <a:t>Chart</a:t>
            </a:r>
          </a:p>
        </p:txBody>
      </p:sp>
      <p:sp>
        <p:nvSpPr>
          <p:cNvPr id="6" name="Text Placeholder 5">
            <a:extLst>
              <a:ext uri="{FF2B5EF4-FFF2-40B4-BE49-F238E27FC236}">
                <a16:creationId xmlns:a16="http://schemas.microsoft.com/office/drawing/2014/main" id="{01C33AF6-D89C-72DE-43FC-5EFAD8AE9B72}"/>
              </a:ext>
            </a:extLst>
          </p:cNvPr>
          <p:cNvSpPr>
            <a:spLocks noGrp="1"/>
          </p:cNvSpPr>
          <p:nvPr>
            <p:ph type="body" sz="quarter" idx="10"/>
          </p:nvPr>
        </p:nvSpPr>
        <p:spPr>
          <a:xfrm>
            <a:off x="383822" y="790222"/>
            <a:ext cx="3262490" cy="4072147"/>
          </a:xfrm>
        </p:spPr>
        <p:txBody>
          <a:bodyPr anchor="ctr"/>
          <a:lstStyle/>
          <a:p>
            <a:r>
              <a:rPr lang="en-US" sz="1300" dirty="0"/>
              <a:t>The display shows speed by default. Additional channels can be added using tools in the </a:t>
            </a:r>
            <a:r>
              <a:rPr lang="en-US" sz="1300" b="1" dirty="0">
                <a:solidFill>
                  <a:schemeClr val="bg2">
                    <a:lumMod val="40000"/>
                    <a:lumOff val="60000"/>
                  </a:schemeClr>
                </a:solidFill>
              </a:rPr>
              <a:t>Chart tab</a:t>
            </a:r>
            <a:r>
              <a:rPr lang="en-US" sz="1300" dirty="0"/>
              <a:t>.</a:t>
            </a:r>
          </a:p>
          <a:p>
            <a:pPr marL="0" indent="0">
              <a:buNone/>
            </a:pPr>
            <a:r>
              <a:rPr lang="en-US" sz="1300" dirty="0"/>
              <a:t>This example shows speed, longitudinal acceleration, and </a:t>
            </a:r>
            <a:br>
              <a:rPr lang="en-US" sz="1300" dirty="0"/>
            </a:br>
            <a:r>
              <a:rPr lang="en-US" sz="1300" dirty="0"/>
              <a:t>distance from the subject vehicle to target for a pedestrian AEB test.</a:t>
            </a:r>
          </a:p>
          <a:p>
            <a:endParaRPr lang="en-US" sz="1300" dirty="0"/>
          </a:p>
        </p:txBody>
      </p:sp>
      <p:pic>
        <p:nvPicPr>
          <p:cNvPr id="3" name="Picture 2">
            <a:extLst>
              <a:ext uri="{FF2B5EF4-FFF2-40B4-BE49-F238E27FC236}">
                <a16:creationId xmlns:a16="http://schemas.microsoft.com/office/drawing/2014/main" id="{5F162BC8-0C8E-968D-D498-E3FADA0155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64856" y="1419555"/>
            <a:ext cx="4064099" cy="3034528"/>
          </a:xfrm>
          <a:prstGeom prst="rect">
            <a:avLst/>
          </a:prstGeom>
        </p:spPr>
      </p:pic>
    </p:spTree>
    <p:extLst>
      <p:ext uri="{BB962C8B-B14F-4D97-AF65-F5344CB8AC3E}">
        <p14:creationId xmlns:p14="http://schemas.microsoft.com/office/powerpoint/2010/main" val="1081906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0F4451-FDB2-87CA-3DCF-5D0DB5E7F50A}"/>
              </a:ext>
            </a:extLst>
          </p:cNvPr>
          <p:cNvSpPr>
            <a:spLocks noGrp="1"/>
          </p:cNvSpPr>
          <p:nvPr>
            <p:ph type="title"/>
          </p:nvPr>
        </p:nvSpPr>
        <p:spPr/>
        <p:txBody>
          <a:bodyPr/>
          <a:lstStyle/>
          <a:p>
            <a:r>
              <a:rPr lang="en-US" dirty="0"/>
              <a:t>Workspace: </a:t>
            </a:r>
            <a:r>
              <a:rPr lang="en-US" b="0" i="1" dirty="0"/>
              <a:t>Video Sync</a:t>
            </a:r>
          </a:p>
        </p:txBody>
      </p:sp>
      <p:sp>
        <p:nvSpPr>
          <p:cNvPr id="6" name="Text Placeholder 5">
            <a:extLst>
              <a:ext uri="{FF2B5EF4-FFF2-40B4-BE49-F238E27FC236}">
                <a16:creationId xmlns:a16="http://schemas.microsoft.com/office/drawing/2014/main" id="{01C33AF6-D89C-72DE-43FC-5EFAD8AE9B72}"/>
              </a:ext>
            </a:extLst>
          </p:cNvPr>
          <p:cNvSpPr>
            <a:spLocks noGrp="1"/>
          </p:cNvSpPr>
          <p:nvPr>
            <p:ph type="body" sz="quarter" idx="10"/>
          </p:nvPr>
        </p:nvSpPr>
        <p:spPr>
          <a:xfrm>
            <a:off x="440266" y="1101582"/>
            <a:ext cx="2449690" cy="3760787"/>
          </a:xfrm>
        </p:spPr>
        <p:txBody>
          <a:bodyPr anchor="ctr"/>
          <a:lstStyle/>
          <a:p>
            <a:pPr marL="0" indent="0">
              <a:buNone/>
            </a:pPr>
            <a:r>
              <a:rPr lang="en-US" dirty="0"/>
              <a:t>If data is recorded alongside synchronized video using a VBOX Video, we can use the </a:t>
            </a:r>
            <a:r>
              <a:rPr lang="en-US" b="1" dirty="0">
                <a:solidFill>
                  <a:schemeClr val="bg2">
                    <a:lumMod val="40000"/>
                    <a:lumOff val="60000"/>
                  </a:schemeClr>
                </a:solidFill>
              </a:rPr>
              <a:t>“Video Sync” </a:t>
            </a:r>
            <a:r>
              <a:rPr lang="en-US" dirty="0"/>
              <a:t>option in the File menu to bring that in as well.</a:t>
            </a:r>
          </a:p>
          <a:p>
            <a:endParaRPr lang="en-US" dirty="0"/>
          </a:p>
        </p:txBody>
      </p:sp>
      <p:pic>
        <p:nvPicPr>
          <p:cNvPr id="2" name="Picture 1">
            <a:extLst>
              <a:ext uri="{FF2B5EF4-FFF2-40B4-BE49-F238E27FC236}">
                <a16:creationId xmlns:a16="http://schemas.microsoft.com/office/drawing/2014/main" id="{AFD30507-BF6E-94F4-1792-7FCC008F19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996217" y="1341177"/>
            <a:ext cx="4117811" cy="3074633"/>
          </a:xfrm>
          <a:prstGeom prst="rect">
            <a:avLst/>
          </a:prstGeom>
        </p:spPr>
      </p:pic>
    </p:spTree>
    <p:extLst>
      <p:ext uri="{BB962C8B-B14F-4D97-AF65-F5344CB8AC3E}">
        <p14:creationId xmlns:p14="http://schemas.microsoft.com/office/powerpoint/2010/main" val="320201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0F4451-FDB2-87CA-3DCF-5D0DB5E7F50A}"/>
              </a:ext>
            </a:extLst>
          </p:cNvPr>
          <p:cNvSpPr>
            <a:spLocks noGrp="1"/>
          </p:cNvSpPr>
          <p:nvPr>
            <p:ph type="title"/>
          </p:nvPr>
        </p:nvSpPr>
        <p:spPr/>
        <p:txBody>
          <a:bodyPr/>
          <a:lstStyle/>
          <a:p>
            <a:r>
              <a:rPr lang="en-US" dirty="0"/>
              <a:t>Workspace: </a:t>
            </a:r>
            <a:r>
              <a:rPr lang="en-US" b="0" i="1" dirty="0"/>
              <a:t>Video Sync</a:t>
            </a:r>
          </a:p>
        </p:txBody>
      </p:sp>
      <p:sp>
        <p:nvSpPr>
          <p:cNvPr id="6" name="Text Placeholder 5">
            <a:extLst>
              <a:ext uri="{FF2B5EF4-FFF2-40B4-BE49-F238E27FC236}">
                <a16:creationId xmlns:a16="http://schemas.microsoft.com/office/drawing/2014/main" id="{01C33AF6-D89C-72DE-43FC-5EFAD8AE9B72}"/>
              </a:ext>
            </a:extLst>
          </p:cNvPr>
          <p:cNvSpPr>
            <a:spLocks noGrp="1"/>
          </p:cNvSpPr>
          <p:nvPr>
            <p:ph type="body" sz="quarter" idx="10"/>
          </p:nvPr>
        </p:nvSpPr>
        <p:spPr>
          <a:xfrm>
            <a:off x="440266" y="1101582"/>
            <a:ext cx="3206045" cy="3760787"/>
          </a:xfrm>
        </p:spPr>
        <p:txBody>
          <a:bodyPr anchor="ctr"/>
          <a:lstStyle/>
          <a:p>
            <a:pPr marL="0" indent="0">
              <a:buNone/>
            </a:pPr>
            <a:r>
              <a:rPr lang="en-US" sz="1200" b="1" dirty="0">
                <a:solidFill>
                  <a:schemeClr val="bg2">
                    <a:lumMod val="40000"/>
                    <a:lumOff val="60000"/>
                  </a:schemeClr>
                </a:solidFill>
              </a:rPr>
              <a:t>This prompts us to choose the VBO file taken at the same time as the VBOX 4 data.</a:t>
            </a:r>
          </a:p>
          <a:p>
            <a:pPr marL="0" indent="0">
              <a:buNone/>
            </a:pPr>
            <a:r>
              <a:rPr lang="en-US" sz="1200" dirty="0"/>
              <a:t>Since both devices have GNSS engines, accurate time stamps are shown here, and the speed data is graphed together to confirm that this data was from the same vehicle at the same time.</a:t>
            </a:r>
          </a:p>
          <a:p>
            <a:pPr marL="0" indent="0">
              <a:buNone/>
            </a:pPr>
            <a:r>
              <a:rPr lang="en-US" sz="1200" dirty="0"/>
              <a:t>The files do not need to start and stop </a:t>
            </a:r>
            <a:br>
              <a:rPr lang="en-US" sz="1200" dirty="0"/>
            </a:br>
            <a:r>
              <a:rPr lang="en-US" sz="1200" dirty="0"/>
              <a:t>at the same time, but there must be overlap in the recordings to use Video Sync.</a:t>
            </a:r>
          </a:p>
          <a:p>
            <a:endParaRPr lang="en-US" sz="1200" dirty="0"/>
          </a:p>
        </p:txBody>
      </p:sp>
      <p:pic>
        <p:nvPicPr>
          <p:cNvPr id="3" name="Picture 2">
            <a:extLst>
              <a:ext uri="{FF2B5EF4-FFF2-40B4-BE49-F238E27FC236}">
                <a16:creationId xmlns:a16="http://schemas.microsoft.com/office/drawing/2014/main" id="{C0CAC59A-6FC6-F5DF-5257-BFB99DF017E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44621" y="1261719"/>
            <a:ext cx="4091465" cy="3127261"/>
          </a:xfrm>
          <a:prstGeom prst="rect">
            <a:avLst/>
          </a:prstGeom>
        </p:spPr>
      </p:pic>
    </p:spTree>
    <p:extLst>
      <p:ext uri="{BB962C8B-B14F-4D97-AF65-F5344CB8AC3E}">
        <p14:creationId xmlns:p14="http://schemas.microsoft.com/office/powerpoint/2010/main" val="175127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0F4451-FDB2-87CA-3DCF-5D0DB5E7F50A}"/>
              </a:ext>
            </a:extLst>
          </p:cNvPr>
          <p:cNvSpPr>
            <a:spLocks noGrp="1"/>
          </p:cNvSpPr>
          <p:nvPr>
            <p:ph type="title"/>
          </p:nvPr>
        </p:nvSpPr>
        <p:spPr/>
        <p:txBody>
          <a:bodyPr/>
          <a:lstStyle/>
          <a:p>
            <a:r>
              <a:rPr lang="en-US" dirty="0"/>
              <a:t>Workspace: </a:t>
            </a:r>
            <a:r>
              <a:rPr lang="en-US" b="0" i="1" dirty="0"/>
              <a:t>Video Sync</a:t>
            </a:r>
          </a:p>
        </p:txBody>
      </p:sp>
      <p:sp>
        <p:nvSpPr>
          <p:cNvPr id="6" name="Text Placeholder 5">
            <a:extLst>
              <a:ext uri="{FF2B5EF4-FFF2-40B4-BE49-F238E27FC236}">
                <a16:creationId xmlns:a16="http://schemas.microsoft.com/office/drawing/2014/main" id="{01C33AF6-D89C-72DE-43FC-5EFAD8AE9B72}"/>
              </a:ext>
            </a:extLst>
          </p:cNvPr>
          <p:cNvSpPr>
            <a:spLocks noGrp="1"/>
          </p:cNvSpPr>
          <p:nvPr>
            <p:ph type="body" sz="quarter" idx="10"/>
          </p:nvPr>
        </p:nvSpPr>
        <p:spPr>
          <a:xfrm>
            <a:off x="428978" y="756356"/>
            <a:ext cx="3172178" cy="4106013"/>
          </a:xfrm>
        </p:spPr>
        <p:txBody>
          <a:bodyPr anchor="ctr"/>
          <a:lstStyle/>
          <a:p>
            <a:pPr marL="0" indent="0">
              <a:buNone/>
            </a:pPr>
            <a:r>
              <a:rPr lang="en-US" sz="1200" dirty="0"/>
              <a:t>Now the software shows </a:t>
            </a:r>
            <a:r>
              <a:rPr lang="en-US" sz="1200" b="1" dirty="0">
                <a:solidFill>
                  <a:schemeClr val="bg2">
                    <a:lumMod val="40000"/>
                    <a:lumOff val="60000"/>
                  </a:schemeClr>
                </a:solidFill>
              </a:rPr>
              <a:t>100Hz </a:t>
            </a:r>
            <a:br>
              <a:rPr lang="en-US" sz="1200" b="1" dirty="0">
                <a:solidFill>
                  <a:schemeClr val="bg2">
                    <a:lumMod val="40000"/>
                    <a:lumOff val="60000"/>
                  </a:schemeClr>
                </a:solidFill>
              </a:rPr>
            </a:br>
            <a:r>
              <a:rPr lang="en-US" sz="1200" b="1" dirty="0">
                <a:solidFill>
                  <a:schemeClr val="bg2">
                    <a:lumMod val="40000"/>
                    <a:lumOff val="60000"/>
                  </a:schemeClr>
                </a:solidFill>
              </a:rPr>
              <a:t>VBOX ADAS </a:t>
            </a:r>
            <a:r>
              <a:rPr lang="en-US" sz="1200" dirty="0"/>
              <a:t>test data alongside the synchronized video from the HD2. The GNSS data from the HD2 is still available in that VBO file but not used further in this analysis.</a:t>
            </a:r>
          </a:p>
          <a:p>
            <a:pPr marL="0" indent="0">
              <a:buNone/>
            </a:pPr>
            <a:r>
              <a:rPr lang="en-US" sz="1200" dirty="0"/>
              <a:t>As we move the cursor along the chart or click a point on the map, the software shows the corresponding frame of video.</a:t>
            </a:r>
          </a:p>
          <a:p>
            <a:pPr marL="0" indent="0">
              <a:buNone/>
            </a:pPr>
            <a:r>
              <a:rPr lang="en-US" sz="1200" dirty="0"/>
              <a:t>We can also click the video to play it, and the chart and map will follow in </a:t>
            </a:r>
            <a:br>
              <a:rPr lang="en-US" sz="1200" dirty="0"/>
            </a:br>
            <a:r>
              <a:rPr lang="en-US" sz="1200" dirty="0"/>
              <a:t>real-time.</a:t>
            </a:r>
          </a:p>
        </p:txBody>
      </p:sp>
      <p:pic>
        <p:nvPicPr>
          <p:cNvPr id="2" name="Picture 1">
            <a:extLst>
              <a:ext uri="{FF2B5EF4-FFF2-40B4-BE49-F238E27FC236}">
                <a16:creationId xmlns:a16="http://schemas.microsoft.com/office/drawing/2014/main" id="{004568FE-B268-7376-A687-6E6C079A856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29389" y="1305935"/>
            <a:ext cx="4247487" cy="3171457"/>
          </a:xfrm>
          <a:prstGeom prst="rect">
            <a:avLst/>
          </a:prstGeom>
        </p:spPr>
      </p:pic>
    </p:spTree>
    <p:extLst>
      <p:ext uri="{BB962C8B-B14F-4D97-AF65-F5344CB8AC3E}">
        <p14:creationId xmlns:p14="http://schemas.microsoft.com/office/powerpoint/2010/main" val="376724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0F4451-FDB2-87CA-3DCF-5D0DB5E7F50A}"/>
              </a:ext>
            </a:extLst>
          </p:cNvPr>
          <p:cNvSpPr>
            <a:spLocks noGrp="1"/>
          </p:cNvSpPr>
          <p:nvPr>
            <p:ph type="title"/>
          </p:nvPr>
        </p:nvSpPr>
        <p:spPr/>
        <p:txBody>
          <a:bodyPr/>
          <a:lstStyle/>
          <a:p>
            <a:r>
              <a:rPr lang="en-US" dirty="0"/>
              <a:t>Chart: </a:t>
            </a:r>
            <a:r>
              <a:rPr lang="en-US" b="0" i="1" dirty="0"/>
              <a:t>Measure Tool</a:t>
            </a:r>
          </a:p>
        </p:txBody>
      </p:sp>
      <p:sp>
        <p:nvSpPr>
          <p:cNvPr id="6" name="Text Placeholder 5">
            <a:extLst>
              <a:ext uri="{FF2B5EF4-FFF2-40B4-BE49-F238E27FC236}">
                <a16:creationId xmlns:a16="http://schemas.microsoft.com/office/drawing/2014/main" id="{01C33AF6-D89C-72DE-43FC-5EFAD8AE9B72}"/>
              </a:ext>
            </a:extLst>
          </p:cNvPr>
          <p:cNvSpPr>
            <a:spLocks noGrp="1"/>
          </p:cNvSpPr>
          <p:nvPr>
            <p:ph type="body" sz="quarter" idx="10"/>
          </p:nvPr>
        </p:nvSpPr>
        <p:spPr>
          <a:xfrm>
            <a:off x="381965" y="1101582"/>
            <a:ext cx="2666035" cy="3760787"/>
          </a:xfrm>
        </p:spPr>
        <p:txBody>
          <a:bodyPr anchor="ctr"/>
          <a:lstStyle/>
          <a:p>
            <a:pPr marL="0" indent="0">
              <a:buNone/>
            </a:pPr>
            <a:r>
              <a:rPr lang="en-US" sz="1300" dirty="0"/>
              <a:t>Quick measurements can be performed on this data by positioning the cursor at the beginning of an area of interest and clicking </a:t>
            </a:r>
            <a:r>
              <a:rPr lang="en-US" sz="1300" b="1" dirty="0">
                <a:solidFill>
                  <a:schemeClr val="bg2">
                    <a:lumMod val="40000"/>
                    <a:lumOff val="60000"/>
                  </a:schemeClr>
                </a:solidFill>
              </a:rPr>
              <a:t>add marker </a:t>
            </a:r>
            <a:br>
              <a:rPr lang="en-US" sz="1300" b="1" dirty="0">
                <a:solidFill>
                  <a:schemeClr val="bg2">
                    <a:lumMod val="40000"/>
                    <a:lumOff val="60000"/>
                  </a:schemeClr>
                </a:solidFill>
              </a:rPr>
            </a:br>
            <a:r>
              <a:rPr lang="en-US" sz="1300" dirty="0"/>
              <a:t>from the Chart tools. </a:t>
            </a:r>
          </a:p>
          <a:p>
            <a:pPr marL="0" indent="0">
              <a:buNone/>
            </a:pPr>
            <a:r>
              <a:rPr lang="en-US" sz="1300" dirty="0"/>
              <a:t>Then, add a marker at a </a:t>
            </a:r>
            <a:br>
              <a:rPr lang="en-US" sz="1300" dirty="0"/>
            </a:br>
            <a:r>
              <a:rPr lang="en-US" sz="1300" dirty="0"/>
              <a:t>second point and click the </a:t>
            </a:r>
            <a:r>
              <a:rPr lang="en-US" sz="1300" b="1" dirty="0">
                <a:solidFill>
                  <a:schemeClr val="bg2">
                    <a:lumMod val="40000"/>
                    <a:lumOff val="60000"/>
                  </a:schemeClr>
                </a:solidFill>
              </a:rPr>
              <a:t>Measure</a:t>
            </a:r>
            <a:r>
              <a:rPr lang="en-US" sz="1300" dirty="0"/>
              <a:t> tool.</a:t>
            </a:r>
          </a:p>
          <a:p>
            <a:endParaRPr lang="en-US" sz="1300" dirty="0"/>
          </a:p>
        </p:txBody>
      </p:sp>
      <p:pic>
        <p:nvPicPr>
          <p:cNvPr id="3" name="Picture 2">
            <a:extLst>
              <a:ext uri="{FF2B5EF4-FFF2-40B4-BE49-F238E27FC236}">
                <a16:creationId xmlns:a16="http://schemas.microsoft.com/office/drawing/2014/main" id="{AB6DEDE1-5772-08FE-D9D4-0941C80769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785821" y="1215873"/>
            <a:ext cx="4337536" cy="3238694"/>
          </a:xfrm>
          <a:prstGeom prst="rect">
            <a:avLst/>
          </a:prstGeom>
        </p:spPr>
      </p:pic>
    </p:spTree>
    <p:extLst>
      <p:ext uri="{BB962C8B-B14F-4D97-AF65-F5344CB8AC3E}">
        <p14:creationId xmlns:p14="http://schemas.microsoft.com/office/powerpoint/2010/main" val="4117732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0F4451-FDB2-87CA-3DCF-5D0DB5E7F50A}"/>
              </a:ext>
            </a:extLst>
          </p:cNvPr>
          <p:cNvSpPr>
            <a:spLocks noGrp="1"/>
          </p:cNvSpPr>
          <p:nvPr>
            <p:ph type="title"/>
          </p:nvPr>
        </p:nvSpPr>
        <p:spPr/>
        <p:txBody>
          <a:bodyPr/>
          <a:lstStyle/>
          <a:p>
            <a:r>
              <a:rPr lang="en-US" dirty="0"/>
              <a:t>Chart: </a:t>
            </a:r>
            <a:r>
              <a:rPr lang="en-US" b="0" i="1" dirty="0"/>
              <a:t>Measure Tool</a:t>
            </a:r>
          </a:p>
        </p:txBody>
      </p:sp>
      <p:sp>
        <p:nvSpPr>
          <p:cNvPr id="6" name="Text Placeholder 5">
            <a:extLst>
              <a:ext uri="{FF2B5EF4-FFF2-40B4-BE49-F238E27FC236}">
                <a16:creationId xmlns:a16="http://schemas.microsoft.com/office/drawing/2014/main" id="{01C33AF6-D89C-72DE-43FC-5EFAD8AE9B72}"/>
              </a:ext>
            </a:extLst>
          </p:cNvPr>
          <p:cNvSpPr>
            <a:spLocks noGrp="1"/>
          </p:cNvSpPr>
          <p:nvPr>
            <p:ph type="body" sz="quarter" idx="10"/>
          </p:nvPr>
        </p:nvSpPr>
        <p:spPr>
          <a:xfrm>
            <a:off x="427120" y="1101582"/>
            <a:ext cx="3253057" cy="3760787"/>
          </a:xfrm>
        </p:spPr>
        <p:txBody>
          <a:bodyPr anchor="ctr"/>
          <a:lstStyle/>
          <a:p>
            <a:pPr marL="0" indent="0">
              <a:buNone/>
            </a:pPr>
            <a:r>
              <a:rPr lang="en-US" sz="1200" dirty="0"/>
              <a:t>The </a:t>
            </a:r>
            <a:r>
              <a:rPr lang="en-US" sz="1200" b="1" dirty="0">
                <a:solidFill>
                  <a:schemeClr val="bg2">
                    <a:lumMod val="40000"/>
                    <a:lumOff val="60000"/>
                  </a:schemeClr>
                </a:solidFill>
              </a:rPr>
              <a:t>Measure tool </a:t>
            </a:r>
            <a:r>
              <a:rPr lang="en-US" sz="1200" dirty="0"/>
              <a:t>shows the elapsed time, distance, and any other channels that are selected on the chart in a table of data, including values at the start </a:t>
            </a:r>
            <a:br>
              <a:rPr lang="en-US" sz="1200" dirty="0"/>
            </a:br>
            <a:r>
              <a:rPr lang="en-US" sz="1200" dirty="0"/>
              <a:t>and end of the selection, as well as the difference, maximum, minimum, and average values for each channel.</a:t>
            </a:r>
          </a:p>
          <a:p>
            <a:pPr marL="0" indent="0">
              <a:buNone/>
            </a:pPr>
            <a:r>
              <a:rPr lang="en-US" sz="1200" dirty="0"/>
              <a:t>This is a useful way to quickly open a </a:t>
            </a:r>
            <a:br>
              <a:rPr lang="en-US" sz="1200" dirty="0"/>
            </a:br>
            <a:r>
              <a:rPr lang="en-US" sz="1200" dirty="0"/>
              <a:t>file and get some data from it without defining a repeatable test.</a:t>
            </a:r>
          </a:p>
          <a:p>
            <a:endParaRPr lang="en-US" sz="1200" dirty="0"/>
          </a:p>
        </p:txBody>
      </p:sp>
      <p:pic>
        <p:nvPicPr>
          <p:cNvPr id="4" name="Picture 3">
            <a:extLst>
              <a:ext uri="{FF2B5EF4-FFF2-40B4-BE49-F238E27FC236}">
                <a16:creationId xmlns:a16="http://schemas.microsoft.com/office/drawing/2014/main" id="{24BEF58A-5B02-9EC4-FC57-35E4638489A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782784" y="2316479"/>
            <a:ext cx="3288772" cy="2455616"/>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9CF26108-6108-D1D5-ECF5-3D57B327A972}"/>
              </a:ext>
            </a:extLst>
          </p:cNvPr>
          <p:cNvPicPr>
            <a:picLocks noChangeAspect="1"/>
          </p:cNvPicPr>
          <p:nvPr/>
        </p:nvPicPr>
        <p:blipFill>
          <a:blip r:embed="rId4"/>
          <a:stretch>
            <a:fillRect/>
          </a:stretch>
        </p:blipFill>
        <p:spPr>
          <a:xfrm>
            <a:off x="5049706" y="927880"/>
            <a:ext cx="2626739" cy="1241617"/>
          </a:xfrm>
          <a:prstGeom prst="rect">
            <a:avLst/>
          </a:prstGeom>
        </p:spPr>
      </p:pic>
    </p:spTree>
    <p:extLst>
      <p:ext uri="{BB962C8B-B14F-4D97-AF65-F5344CB8AC3E}">
        <p14:creationId xmlns:p14="http://schemas.microsoft.com/office/powerpoint/2010/main" val="1318746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0F4451-FDB2-87CA-3DCF-5D0DB5E7F50A}"/>
              </a:ext>
            </a:extLst>
          </p:cNvPr>
          <p:cNvSpPr>
            <a:spLocks noGrp="1"/>
          </p:cNvSpPr>
          <p:nvPr>
            <p:ph type="title"/>
          </p:nvPr>
        </p:nvSpPr>
        <p:spPr/>
        <p:txBody>
          <a:bodyPr/>
          <a:lstStyle/>
          <a:p>
            <a:r>
              <a:rPr lang="en-US" dirty="0"/>
              <a:t>Custom Tests</a:t>
            </a:r>
          </a:p>
        </p:txBody>
      </p:sp>
      <p:sp>
        <p:nvSpPr>
          <p:cNvPr id="6" name="Text Placeholder 5">
            <a:extLst>
              <a:ext uri="{FF2B5EF4-FFF2-40B4-BE49-F238E27FC236}">
                <a16:creationId xmlns:a16="http://schemas.microsoft.com/office/drawing/2014/main" id="{01C33AF6-D89C-72DE-43FC-5EFAD8AE9B72}"/>
              </a:ext>
            </a:extLst>
          </p:cNvPr>
          <p:cNvSpPr>
            <a:spLocks noGrp="1"/>
          </p:cNvSpPr>
          <p:nvPr>
            <p:ph type="body" sz="quarter" idx="10"/>
          </p:nvPr>
        </p:nvSpPr>
        <p:spPr>
          <a:xfrm>
            <a:off x="519289" y="1101582"/>
            <a:ext cx="3093155" cy="3760787"/>
          </a:xfrm>
        </p:spPr>
        <p:txBody>
          <a:bodyPr anchor="ctr"/>
          <a:lstStyle/>
          <a:p>
            <a:pPr marL="0" indent="0">
              <a:buNone/>
            </a:pPr>
            <a:r>
              <a:rPr lang="en-US" sz="1200" b="1" dirty="0">
                <a:solidFill>
                  <a:schemeClr val="bg2">
                    <a:lumMod val="40000"/>
                    <a:lumOff val="60000"/>
                  </a:schemeClr>
                </a:solidFill>
              </a:rPr>
              <a:t>If the start and end of a test can be defined and repeated, VBOX Test Suite offers more tools to quickly analyze data using those.</a:t>
            </a:r>
          </a:p>
          <a:p>
            <a:pPr marL="0" indent="0">
              <a:buNone/>
            </a:pPr>
            <a:r>
              <a:rPr lang="en-US" sz="1200" dirty="0"/>
              <a:t>For standard tests like acceleration and braking time and distance tests, built-in presets can be used.</a:t>
            </a:r>
          </a:p>
          <a:p>
            <a:pPr marL="0" indent="0">
              <a:buNone/>
            </a:pPr>
            <a:r>
              <a:rPr lang="en-US" sz="1200" dirty="0"/>
              <a:t>For ADAS testing, the Custom Test is used as it offers the most flexibility.</a:t>
            </a:r>
          </a:p>
          <a:p>
            <a:pPr marL="0" indent="0">
              <a:buNone/>
            </a:pPr>
            <a:r>
              <a:rPr lang="en-US" sz="1200" dirty="0"/>
              <a:t>Tests are defined by a start condition – what starts our test, and an end condition – when is the test complete.</a:t>
            </a:r>
          </a:p>
          <a:p>
            <a:endParaRPr lang="en-US" sz="1200" dirty="0"/>
          </a:p>
        </p:txBody>
      </p:sp>
      <p:pic>
        <p:nvPicPr>
          <p:cNvPr id="2" name="Picture 1">
            <a:extLst>
              <a:ext uri="{FF2B5EF4-FFF2-40B4-BE49-F238E27FC236}">
                <a16:creationId xmlns:a16="http://schemas.microsoft.com/office/drawing/2014/main" id="{92A20439-6F59-020C-A2DB-8F0D409729D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4323645" y="1194106"/>
            <a:ext cx="3948333" cy="3263956"/>
          </a:xfrm>
          <a:prstGeom prst="rect">
            <a:avLst/>
          </a:prstGeom>
        </p:spPr>
      </p:pic>
    </p:spTree>
    <p:extLst>
      <p:ext uri="{BB962C8B-B14F-4D97-AF65-F5344CB8AC3E}">
        <p14:creationId xmlns:p14="http://schemas.microsoft.com/office/powerpoint/2010/main" val="478233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B1153F-B1D9-4357-D9F6-6B2A110E67EE}"/>
              </a:ext>
            </a:extLst>
          </p:cNvPr>
          <p:cNvSpPr>
            <a:spLocks noGrp="1"/>
          </p:cNvSpPr>
          <p:nvPr>
            <p:ph type="title"/>
          </p:nvPr>
        </p:nvSpPr>
        <p:spPr/>
        <p:txBody>
          <a:bodyPr/>
          <a:lstStyle/>
          <a:p>
            <a:pPr algn="ctr"/>
            <a:r>
              <a:rPr lang="en-US" dirty="0"/>
              <a:t>Custom Tests: </a:t>
            </a:r>
            <a:r>
              <a:rPr lang="en-US" b="0" i="1" dirty="0"/>
              <a:t>Examples</a:t>
            </a:r>
          </a:p>
        </p:txBody>
      </p:sp>
      <p:graphicFrame>
        <p:nvGraphicFramePr>
          <p:cNvPr id="2" name="Content Placeholder 1">
            <a:extLst>
              <a:ext uri="{FF2B5EF4-FFF2-40B4-BE49-F238E27FC236}">
                <a16:creationId xmlns:a16="http://schemas.microsoft.com/office/drawing/2014/main" id="{A0A43025-98C5-18B0-A3B3-B836E666EE19}"/>
              </a:ext>
            </a:extLst>
          </p:cNvPr>
          <p:cNvGraphicFramePr>
            <a:graphicFrameLocks noGrp="1"/>
          </p:cNvGraphicFramePr>
          <p:nvPr>
            <p:ph idx="4294967295"/>
            <p:extLst>
              <p:ext uri="{D42A27DB-BD31-4B8C-83A1-F6EECF244321}">
                <p14:modId xmlns:p14="http://schemas.microsoft.com/office/powerpoint/2010/main" val="1707674412"/>
              </p:ext>
            </p:extLst>
          </p:nvPr>
        </p:nvGraphicFramePr>
        <p:xfrm>
          <a:off x="0" y="0"/>
          <a:ext cx="0" cy="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ontent Placeholder 2">
            <a:extLst>
              <a:ext uri="{FF2B5EF4-FFF2-40B4-BE49-F238E27FC236}">
                <a16:creationId xmlns:a16="http://schemas.microsoft.com/office/drawing/2014/main" id="{67DBA32D-F25A-CDD2-5A14-FAD56B38B1F6}"/>
              </a:ext>
            </a:extLst>
          </p:cNvPr>
          <p:cNvSpPr txBox="1">
            <a:spLocks/>
          </p:cNvSpPr>
          <p:nvPr/>
        </p:nvSpPr>
        <p:spPr>
          <a:xfrm>
            <a:off x="486137" y="1007898"/>
            <a:ext cx="7865383" cy="3591398"/>
          </a:xfrm>
        </p:spPr>
        <p:txBody>
          <a:bodyPr>
            <a:normAutofit/>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US" sz="1400" dirty="0"/>
          </a:p>
        </p:txBody>
      </p:sp>
      <p:sp>
        <p:nvSpPr>
          <p:cNvPr id="12" name="Rounded Rectangle 11">
            <a:extLst>
              <a:ext uri="{FF2B5EF4-FFF2-40B4-BE49-F238E27FC236}">
                <a16:creationId xmlns:a16="http://schemas.microsoft.com/office/drawing/2014/main" id="{24E68A90-AACE-3F4D-3BA3-17A846EC923D}"/>
              </a:ext>
            </a:extLst>
          </p:cNvPr>
          <p:cNvSpPr/>
          <p:nvPr/>
        </p:nvSpPr>
        <p:spPr>
          <a:xfrm>
            <a:off x="1332090" y="1022471"/>
            <a:ext cx="3094059" cy="1741289"/>
          </a:xfrm>
          <a:prstGeom prst="roundRect">
            <a:avLst/>
          </a:prstGeom>
          <a:solidFill>
            <a:schemeClr val="bg2">
              <a:lumMod val="50000"/>
            </a:schemeClr>
          </a:solidFill>
          <a:ln>
            <a:noFill/>
          </a:ln>
          <a:effectLst/>
          <a:scene3d>
            <a:camera prst="orthographicFront"/>
            <a:lightRig rig="threePt" dir="t"/>
          </a:scene3d>
          <a:sp3d extrusionH="76200">
            <a:bevelT/>
            <a:bevelB prst="angle"/>
            <a:extrusionClr>
              <a:srgbClr val="096580"/>
            </a:extrusionClr>
          </a:sp3d>
        </p:spPr>
        <p:style>
          <a:lnRef idx="2">
            <a:scrgbClr r="0" g="0" b="0"/>
          </a:lnRef>
          <a:fillRef idx="1">
            <a:scrgbClr r="0" g="0" b="0"/>
          </a:fillRef>
          <a:effectRef idx="0">
            <a:scrgbClr r="0" g="0" b="0"/>
          </a:effectRef>
          <a:fontRef idx="minor">
            <a:schemeClr val="lt1"/>
          </a:fontRef>
        </p:style>
        <p:txBody>
          <a:bodyPr spcFirstLastPara="0" vert="horz" wrap="square" lIns="182880" tIns="45720" rIns="182880" bIns="45720" numCol="1" spcCol="1270" anchor="ctr" anchorCtr="0">
            <a:noAutofit/>
          </a:bodyPr>
          <a:lstStyle/>
          <a:p>
            <a:pPr marL="0" lvl="0" indent="0" algn="ctr" defTabSz="533400">
              <a:lnSpc>
                <a:spcPct val="90000"/>
              </a:lnSpc>
              <a:spcBef>
                <a:spcPct val="0"/>
              </a:spcBef>
              <a:spcAft>
                <a:spcPct val="35000"/>
              </a:spcAft>
              <a:buNone/>
            </a:pPr>
            <a:r>
              <a:rPr lang="en-US" sz="1200" b="0" i="0" kern="1200" dirty="0">
                <a:latin typeface="Verdana" panose="020B0604030504040204" pitchFamily="34" charset="0"/>
                <a:ea typeface="Verdana" panose="020B0604030504040204" pitchFamily="34" charset="0"/>
                <a:cs typeface="Verdana" panose="020B0604030504040204" pitchFamily="34" charset="0"/>
              </a:rPr>
              <a:t>Start when audible alert occurs, end when vehicle speed is zero.</a:t>
            </a:r>
          </a:p>
          <a:p>
            <a:pPr marL="0" lvl="0" indent="0" algn="ctr" defTabSz="533400">
              <a:lnSpc>
                <a:spcPct val="90000"/>
              </a:lnSpc>
              <a:spcBef>
                <a:spcPct val="0"/>
              </a:spcBef>
              <a:spcAft>
                <a:spcPct val="35000"/>
              </a:spcAft>
              <a:buNone/>
            </a:pPr>
            <a:r>
              <a:rPr lang="en-US" sz="1200" b="0" i="0" kern="1200" dirty="0">
                <a:latin typeface="Verdana" panose="020B0604030504040204" pitchFamily="34" charset="0"/>
                <a:ea typeface="Verdana" panose="020B0604030504040204" pitchFamily="34" charset="0"/>
                <a:cs typeface="Verdana" panose="020B0604030504040204" pitchFamily="34" charset="0"/>
              </a:rPr>
              <a:t>Can be captured with VBOX ADAS Audio Sensor.</a:t>
            </a:r>
          </a:p>
          <a:p>
            <a:pPr marL="0" lvl="0" indent="0" algn="ctr" defTabSz="533400">
              <a:lnSpc>
                <a:spcPct val="90000"/>
              </a:lnSpc>
              <a:spcBef>
                <a:spcPct val="0"/>
              </a:spcBef>
              <a:spcAft>
                <a:spcPct val="35000"/>
              </a:spcAft>
              <a:buNone/>
            </a:pPr>
            <a:r>
              <a:rPr lang="en-US" sz="1200" b="0" i="0" kern="1200" spc="-20" baseline="0" dirty="0">
                <a:latin typeface="Verdana" panose="020B0604030504040204" pitchFamily="34" charset="0"/>
                <a:ea typeface="Verdana" panose="020B0604030504040204" pitchFamily="34" charset="0"/>
                <a:cs typeface="Verdana" panose="020B0604030504040204" pitchFamily="34" charset="0"/>
              </a:rPr>
              <a:t>Can be marked as an event by reviewing the video and its audio.</a:t>
            </a:r>
          </a:p>
        </p:txBody>
      </p:sp>
      <p:sp>
        <p:nvSpPr>
          <p:cNvPr id="13" name="Rounded Rectangle 12">
            <a:extLst>
              <a:ext uri="{FF2B5EF4-FFF2-40B4-BE49-F238E27FC236}">
                <a16:creationId xmlns:a16="http://schemas.microsoft.com/office/drawing/2014/main" id="{AC963607-1F21-A55F-00FF-3422AF35584D}"/>
              </a:ext>
            </a:extLst>
          </p:cNvPr>
          <p:cNvSpPr/>
          <p:nvPr/>
        </p:nvSpPr>
        <p:spPr>
          <a:xfrm>
            <a:off x="4570345" y="1011170"/>
            <a:ext cx="3094059" cy="1741289"/>
          </a:xfrm>
          <a:prstGeom prst="roundRect">
            <a:avLst/>
          </a:prstGeom>
          <a:ln>
            <a:noFill/>
          </a:ln>
          <a:effectLst/>
          <a:scene3d>
            <a:camera prst="orthographicFront"/>
            <a:lightRig rig="threePt" dir="t"/>
          </a:scene3d>
          <a:sp3d extrusionH="76200">
            <a:bevelT/>
            <a:bevelB prst="angle"/>
            <a:extrusionClr>
              <a:srgbClr val="096580"/>
            </a:extrusionClr>
          </a:sp3d>
        </p:spPr>
        <p:style>
          <a:lnRef idx="2">
            <a:scrgbClr r="0" g="0" b="0"/>
          </a:lnRef>
          <a:fillRef idx="1">
            <a:schemeClr val="accent3">
              <a:hueOff val="0"/>
              <a:satOff val="0"/>
              <a:lumOff val="0"/>
              <a:alphaOff val="0"/>
            </a:schemeClr>
          </a:fillRef>
          <a:effectRef idx="0">
            <a:scrgbClr r="0" g="0" b="0"/>
          </a:effectRef>
          <a:fontRef idx="minor">
            <a:schemeClr val="lt1"/>
          </a:fontRef>
        </p:style>
        <p:txBody>
          <a:bodyPr spcFirstLastPara="0" vert="horz" wrap="square" lIns="182880" tIns="45720" rIns="182880" bIns="45720" numCol="1" spcCol="1270" anchor="ctr" anchorCtr="0">
            <a:noAutofit/>
          </a:bodyPr>
          <a:lstStyle/>
          <a:p>
            <a:pPr marL="0" lvl="0" indent="0" algn="ctr" defTabSz="533400">
              <a:lnSpc>
                <a:spcPct val="90000"/>
              </a:lnSpc>
              <a:spcBef>
                <a:spcPct val="0"/>
              </a:spcBef>
              <a:spcAft>
                <a:spcPct val="35000"/>
              </a:spcAft>
              <a:buNone/>
            </a:pPr>
            <a:r>
              <a:rPr lang="en-US" sz="1200" b="0" i="0" kern="1200" dirty="0">
                <a:latin typeface="Verdana" panose="020B0604030504040204" pitchFamily="34" charset="0"/>
                <a:ea typeface="Verdana" panose="020B0604030504040204" pitchFamily="34" charset="0"/>
                <a:cs typeface="Verdana" panose="020B0604030504040204" pitchFamily="34" charset="0"/>
              </a:rPr>
              <a:t>Start when crossing a position on track, end after 10 seconds.</a:t>
            </a:r>
          </a:p>
        </p:txBody>
      </p:sp>
      <p:sp>
        <p:nvSpPr>
          <p:cNvPr id="14" name="Rounded Rectangle 13">
            <a:extLst>
              <a:ext uri="{FF2B5EF4-FFF2-40B4-BE49-F238E27FC236}">
                <a16:creationId xmlns:a16="http://schemas.microsoft.com/office/drawing/2014/main" id="{A2344CF0-DEB7-30FE-9FA3-08A018EE0546}"/>
              </a:ext>
            </a:extLst>
          </p:cNvPr>
          <p:cNvSpPr/>
          <p:nvPr/>
        </p:nvSpPr>
        <p:spPr>
          <a:xfrm>
            <a:off x="1332834" y="2907213"/>
            <a:ext cx="3094059" cy="1741289"/>
          </a:xfrm>
          <a:prstGeom prst="roundRect">
            <a:avLst/>
          </a:prstGeom>
          <a:solidFill>
            <a:schemeClr val="accent4">
              <a:lumMod val="60000"/>
              <a:lumOff val="40000"/>
            </a:schemeClr>
          </a:solidFill>
          <a:ln>
            <a:noFill/>
          </a:ln>
          <a:effectLst/>
          <a:scene3d>
            <a:camera prst="orthographicFront"/>
            <a:lightRig rig="threePt" dir="t"/>
          </a:scene3d>
          <a:sp3d extrusionH="76200">
            <a:bevelT/>
            <a:bevelB prst="angle"/>
            <a:extrusionClr>
              <a:srgbClr val="096580"/>
            </a:extrusionClr>
          </a:sp3d>
        </p:spPr>
        <p:style>
          <a:lnRef idx="2">
            <a:scrgbClr r="0" g="0" b="0"/>
          </a:lnRef>
          <a:fillRef idx="1">
            <a:scrgbClr r="0" g="0" b="0"/>
          </a:fillRef>
          <a:effectRef idx="0">
            <a:scrgbClr r="0" g="0" b="0"/>
          </a:effectRef>
          <a:fontRef idx="minor">
            <a:schemeClr val="lt1"/>
          </a:fontRef>
        </p:style>
        <p:txBody>
          <a:bodyPr spcFirstLastPara="0" vert="horz" wrap="square" lIns="182880" tIns="45720" rIns="182880" bIns="45720" numCol="1" spcCol="1270" anchor="ctr" anchorCtr="0">
            <a:noAutofit/>
          </a:bodyPr>
          <a:lstStyle/>
          <a:p>
            <a:pPr marL="0" lvl="0" indent="0" algn="ctr" defTabSz="533400">
              <a:lnSpc>
                <a:spcPct val="90000"/>
              </a:lnSpc>
              <a:spcBef>
                <a:spcPct val="0"/>
              </a:spcBef>
              <a:spcAft>
                <a:spcPct val="35000"/>
              </a:spcAft>
              <a:buNone/>
            </a:pPr>
            <a:r>
              <a:rPr lang="en-US" sz="1200" b="0" i="0" kern="1200" dirty="0">
                <a:solidFill>
                  <a:schemeClr val="tx1"/>
                </a:solidFill>
                <a:latin typeface="Verdana" panose="020B0604030504040204" pitchFamily="34" charset="0"/>
                <a:ea typeface="Verdana" panose="020B0604030504040204" pitchFamily="34" charset="0"/>
                <a:cs typeface="Verdana" panose="020B0604030504040204" pitchFamily="34" charset="0"/>
              </a:rPr>
              <a:t>Start when blind spot indicator </a:t>
            </a:r>
            <a:br>
              <a:rPr lang="en-US" sz="1200" b="0" i="0" kern="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200" b="0" i="0" kern="1200" dirty="0">
                <a:solidFill>
                  <a:schemeClr val="tx1"/>
                </a:solidFill>
                <a:latin typeface="Verdana" panose="020B0604030504040204" pitchFamily="34" charset="0"/>
                <a:ea typeface="Verdana" panose="020B0604030504040204" pitchFamily="34" charset="0"/>
                <a:cs typeface="Verdana" panose="020B0604030504040204" pitchFamily="34" charset="0"/>
              </a:rPr>
              <a:t>is on, end when blind spot indicator is off. Can be captured with VBOX ADAS Visual Sensor</a:t>
            </a:r>
          </a:p>
        </p:txBody>
      </p:sp>
      <p:sp>
        <p:nvSpPr>
          <p:cNvPr id="15" name="Rounded Rectangle 14">
            <a:extLst>
              <a:ext uri="{FF2B5EF4-FFF2-40B4-BE49-F238E27FC236}">
                <a16:creationId xmlns:a16="http://schemas.microsoft.com/office/drawing/2014/main" id="{74783BC1-6F13-7F67-070A-9C2DEC94B42D}"/>
              </a:ext>
            </a:extLst>
          </p:cNvPr>
          <p:cNvSpPr/>
          <p:nvPr/>
        </p:nvSpPr>
        <p:spPr>
          <a:xfrm>
            <a:off x="4581635" y="2895929"/>
            <a:ext cx="3094059" cy="1741289"/>
          </a:xfrm>
          <a:prstGeom prst="roundRect">
            <a:avLst/>
          </a:prstGeom>
          <a:solidFill>
            <a:schemeClr val="bg2">
              <a:lumMod val="40000"/>
              <a:lumOff val="60000"/>
            </a:schemeClr>
          </a:solidFill>
          <a:ln>
            <a:noFill/>
          </a:ln>
          <a:effectLst/>
          <a:scene3d>
            <a:camera prst="orthographicFront"/>
            <a:lightRig rig="threePt" dir="t"/>
          </a:scene3d>
          <a:sp3d extrusionH="76200">
            <a:bevelT/>
            <a:bevelB prst="angle"/>
            <a:extrusionClr>
              <a:schemeClr val="bg1"/>
            </a:extrusionClr>
          </a:sp3d>
        </p:spPr>
        <p:style>
          <a:lnRef idx="2">
            <a:scrgbClr r="0" g="0" b="0"/>
          </a:lnRef>
          <a:fillRef idx="1">
            <a:scrgbClr r="0" g="0" b="0"/>
          </a:fillRef>
          <a:effectRef idx="0">
            <a:scrgbClr r="0" g="0" b="0"/>
          </a:effectRef>
          <a:fontRef idx="minor">
            <a:schemeClr val="lt1"/>
          </a:fontRef>
        </p:style>
        <p:txBody>
          <a:bodyPr spcFirstLastPara="0" vert="horz" wrap="square" lIns="182880" tIns="45720" rIns="182880" bIns="45720" numCol="1" spcCol="1270" anchor="ctr" anchorCtr="0">
            <a:noAutofit/>
          </a:bodyPr>
          <a:lstStyle/>
          <a:p>
            <a:pPr marL="0" lvl="0" indent="0" algn="ctr" defTabSz="533400">
              <a:lnSpc>
                <a:spcPct val="90000"/>
              </a:lnSpc>
              <a:spcBef>
                <a:spcPct val="0"/>
              </a:spcBef>
              <a:spcAft>
                <a:spcPct val="35000"/>
              </a:spcAft>
              <a:buNone/>
            </a:pPr>
            <a:r>
              <a:rPr lang="en-US" sz="1200" b="0" i="0" kern="1200" dirty="0">
                <a:solidFill>
                  <a:schemeClr val="tx1"/>
                </a:solidFill>
                <a:latin typeface="Verdana" panose="020B0604030504040204" pitchFamily="34" charset="0"/>
                <a:ea typeface="Verdana" panose="020B0604030504040204" pitchFamily="34" charset="0"/>
                <a:cs typeface="Verdana" panose="020B0604030504040204" pitchFamily="34" charset="0"/>
              </a:rPr>
              <a:t>Start when vehicle starts </a:t>
            </a:r>
            <a:br>
              <a:rPr lang="en-US" sz="1200" b="0" i="0" kern="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200" b="0" i="0" kern="1200" dirty="0">
                <a:solidFill>
                  <a:schemeClr val="tx1"/>
                </a:solidFill>
                <a:latin typeface="Verdana" panose="020B0604030504040204" pitchFamily="34" charset="0"/>
                <a:ea typeface="Verdana" panose="020B0604030504040204" pitchFamily="34" charset="0"/>
                <a:cs typeface="Verdana" panose="020B0604030504040204" pitchFamily="34" charset="0"/>
              </a:rPr>
              <a:t>moving (Speed &gt;0), end </a:t>
            </a:r>
            <a:br>
              <a:rPr lang="en-US" sz="1200" b="0" i="0" kern="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200" b="0" i="0" kern="1200" dirty="0">
                <a:solidFill>
                  <a:schemeClr val="tx1"/>
                </a:solidFill>
                <a:latin typeface="Verdana" panose="020B0604030504040204" pitchFamily="34" charset="0"/>
                <a:ea typeface="Verdana" panose="020B0604030504040204" pitchFamily="34" charset="0"/>
                <a:cs typeface="Verdana" panose="020B0604030504040204" pitchFamily="34" charset="0"/>
              </a:rPr>
              <a:t>when Subject vehicle passes Target (LngRsv-tg1 &gt;=0).</a:t>
            </a:r>
          </a:p>
        </p:txBody>
      </p:sp>
    </p:spTree>
    <p:extLst>
      <p:ext uri="{BB962C8B-B14F-4D97-AF65-F5344CB8AC3E}">
        <p14:creationId xmlns:p14="http://schemas.microsoft.com/office/powerpoint/2010/main" val="28238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39209-A56B-DABB-6D74-281D62B77E2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E2689B-0AF6-EB17-9955-75783E1BEFC5}"/>
              </a:ext>
            </a:extLst>
          </p:cNvPr>
          <p:cNvSpPr>
            <a:spLocks noGrp="1"/>
          </p:cNvSpPr>
          <p:nvPr>
            <p:ph type="title"/>
          </p:nvPr>
        </p:nvSpPr>
        <p:spPr/>
        <p:txBody>
          <a:bodyPr/>
          <a:lstStyle/>
          <a:p>
            <a:r>
              <a:rPr lang="en-US" dirty="0"/>
              <a:t>Custom Test: </a:t>
            </a:r>
            <a:r>
              <a:rPr lang="en-US" b="0" i="1" dirty="0"/>
              <a:t>AEB</a:t>
            </a:r>
          </a:p>
        </p:txBody>
      </p:sp>
      <p:sp>
        <p:nvSpPr>
          <p:cNvPr id="6" name="Text Placeholder 5">
            <a:extLst>
              <a:ext uri="{FF2B5EF4-FFF2-40B4-BE49-F238E27FC236}">
                <a16:creationId xmlns:a16="http://schemas.microsoft.com/office/drawing/2014/main" id="{010056CB-9610-FAAF-1216-2C363765B631}"/>
              </a:ext>
            </a:extLst>
          </p:cNvPr>
          <p:cNvSpPr>
            <a:spLocks noGrp="1"/>
          </p:cNvSpPr>
          <p:nvPr>
            <p:ph type="body" sz="quarter" idx="10"/>
          </p:nvPr>
        </p:nvSpPr>
        <p:spPr>
          <a:xfrm>
            <a:off x="381965" y="1101582"/>
            <a:ext cx="3151457" cy="3760787"/>
          </a:xfrm>
        </p:spPr>
        <p:txBody>
          <a:bodyPr anchor="ctr"/>
          <a:lstStyle/>
          <a:p>
            <a:r>
              <a:rPr lang="en-US" sz="1300" dirty="0"/>
              <a:t>For this example, we will configure the test to start at a marked event and end when vehicle speed is zero.</a:t>
            </a:r>
          </a:p>
          <a:p>
            <a:r>
              <a:rPr lang="en-US" sz="1300" dirty="0"/>
              <a:t>By choosing to start by Event Type in the Event field and not a specific event, this test will work on any file with a marked event, or multiple marked events in one file.</a:t>
            </a:r>
          </a:p>
        </p:txBody>
      </p:sp>
      <p:pic>
        <p:nvPicPr>
          <p:cNvPr id="9" name="Picture 8">
            <a:extLst>
              <a:ext uri="{FF2B5EF4-FFF2-40B4-BE49-F238E27FC236}">
                <a16:creationId xmlns:a16="http://schemas.microsoft.com/office/drawing/2014/main" id="{464AC120-81A0-F35A-7EBF-B5DE3DC9238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4472183" y="1101181"/>
            <a:ext cx="3698715" cy="3493864"/>
          </a:xfrm>
          <a:prstGeom prst="rect">
            <a:avLst/>
          </a:prstGeom>
        </p:spPr>
      </p:pic>
    </p:spTree>
    <p:extLst>
      <p:ext uri="{BB962C8B-B14F-4D97-AF65-F5344CB8AC3E}">
        <p14:creationId xmlns:p14="http://schemas.microsoft.com/office/powerpoint/2010/main" val="1859184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2FBEA-4CF1-EF63-CAB5-B4D1F9DF702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3E760A9-618A-14C1-156F-07BB02F26991}"/>
              </a:ext>
            </a:extLst>
          </p:cNvPr>
          <p:cNvSpPr>
            <a:spLocks noGrp="1"/>
          </p:cNvSpPr>
          <p:nvPr>
            <p:ph type="title"/>
          </p:nvPr>
        </p:nvSpPr>
        <p:spPr>
          <a:xfrm>
            <a:off x="358815" y="0"/>
            <a:ext cx="7992705" cy="682906"/>
          </a:xfrm>
        </p:spPr>
        <p:txBody>
          <a:bodyPr/>
          <a:lstStyle/>
          <a:p>
            <a:r>
              <a:rPr lang="en-US" dirty="0"/>
              <a:t>Custom Test: </a:t>
            </a:r>
            <a:r>
              <a:rPr lang="en-US" b="0" i="1" dirty="0"/>
              <a:t>Test Results</a:t>
            </a:r>
          </a:p>
        </p:txBody>
      </p:sp>
      <p:sp>
        <p:nvSpPr>
          <p:cNvPr id="6" name="Text Placeholder 5">
            <a:extLst>
              <a:ext uri="{FF2B5EF4-FFF2-40B4-BE49-F238E27FC236}">
                <a16:creationId xmlns:a16="http://schemas.microsoft.com/office/drawing/2014/main" id="{790246C5-7C22-C0E6-1841-7FE5393451C0}"/>
              </a:ext>
            </a:extLst>
          </p:cNvPr>
          <p:cNvSpPr>
            <a:spLocks noGrp="1"/>
          </p:cNvSpPr>
          <p:nvPr>
            <p:ph type="body" sz="quarter" idx="10"/>
          </p:nvPr>
        </p:nvSpPr>
        <p:spPr>
          <a:xfrm>
            <a:off x="451556" y="756356"/>
            <a:ext cx="2696758" cy="4106013"/>
          </a:xfrm>
        </p:spPr>
        <p:txBody>
          <a:bodyPr anchor="ctr"/>
          <a:lstStyle/>
          <a:p>
            <a:r>
              <a:rPr lang="en-US" sz="1300" dirty="0"/>
              <a:t>Upon closing Test Setup, </a:t>
            </a:r>
            <a:br>
              <a:rPr lang="en-US" sz="1300" dirty="0"/>
            </a:br>
            <a:r>
              <a:rPr lang="en-US" sz="1300" dirty="0"/>
              <a:t>VBTS will scan the file to find any occurrences where the </a:t>
            </a:r>
            <a:br>
              <a:rPr lang="en-US" sz="1300" dirty="0"/>
            </a:br>
            <a:r>
              <a:rPr lang="en-US" sz="1300" dirty="0"/>
              <a:t>start and end conditions are met.</a:t>
            </a:r>
          </a:p>
          <a:p>
            <a:r>
              <a:rPr lang="en-US" sz="1300" dirty="0"/>
              <a:t>A line of data is shown in the </a:t>
            </a:r>
            <a:r>
              <a:rPr lang="en-US" sz="1300" b="1" dirty="0">
                <a:solidFill>
                  <a:schemeClr val="bg2">
                    <a:lumMod val="40000"/>
                    <a:lumOff val="60000"/>
                  </a:schemeClr>
                </a:solidFill>
              </a:rPr>
              <a:t>Test Results </a:t>
            </a:r>
            <a:r>
              <a:rPr lang="en-US" sz="1300" dirty="0"/>
              <a:t>area, and the </a:t>
            </a:r>
            <a:br>
              <a:rPr lang="en-US" sz="1300" dirty="0"/>
            </a:br>
            <a:r>
              <a:rPr lang="en-US" sz="1300" dirty="0"/>
              <a:t>test is highlighted on the </a:t>
            </a:r>
            <a:br>
              <a:rPr lang="en-US" sz="1300" dirty="0"/>
            </a:br>
            <a:r>
              <a:rPr lang="en-US" sz="1300" dirty="0"/>
              <a:t>chart and map.</a:t>
            </a:r>
          </a:p>
        </p:txBody>
      </p:sp>
      <p:pic>
        <p:nvPicPr>
          <p:cNvPr id="8" name="Picture 7">
            <a:extLst>
              <a:ext uri="{FF2B5EF4-FFF2-40B4-BE49-F238E27FC236}">
                <a16:creationId xmlns:a16="http://schemas.microsoft.com/office/drawing/2014/main" id="{C19AE0FD-DBD9-1C98-E8C8-E14B38854BD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68889" y="1099443"/>
            <a:ext cx="4607819" cy="3440505"/>
          </a:xfrm>
          <a:prstGeom prst="rect">
            <a:avLst/>
          </a:prstGeom>
        </p:spPr>
      </p:pic>
    </p:spTree>
    <p:extLst>
      <p:ext uri="{BB962C8B-B14F-4D97-AF65-F5344CB8AC3E}">
        <p14:creationId xmlns:p14="http://schemas.microsoft.com/office/powerpoint/2010/main" val="1982860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E7035-12EA-13E7-98F8-EA9FD739BA1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23B7C5D-813E-FD76-1BB3-0A9064545D4F}"/>
              </a:ext>
            </a:extLst>
          </p:cNvPr>
          <p:cNvSpPr>
            <a:spLocks noGrp="1"/>
          </p:cNvSpPr>
          <p:nvPr>
            <p:ph type="title"/>
          </p:nvPr>
        </p:nvSpPr>
        <p:spPr>
          <a:xfrm>
            <a:off x="358815" y="0"/>
            <a:ext cx="7992705" cy="682906"/>
          </a:xfrm>
        </p:spPr>
        <p:txBody>
          <a:bodyPr/>
          <a:lstStyle/>
          <a:p>
            <a:r>
              <a:rPr lang="en-US" dirty="0"/>
              <a:t>Custom Test: </a:t>
            </a:r>
            <a:r>
              <a:rPr lang="en-US" b="0" i="1" dirty="0"/>
              <a:t>Multiple Runs</a:t>
            </a:r>
          </a:p>
        </p:txBody>
      </p:sp>
      <p:sp>
        <p:nvSpPr>
          <p:cNvPr id="6" name="Text Placeholder 5">
            <a:extLst>
              <a:ext uri="{FF2B5EF4-FFF2-40B4-BE49-F238E27FC236}">
                <a16:creationId xmlns:a16="http://schemas.microsoft.com/office/drawing/2014/main" id="{5C0919E0-65C2-6B12-B29E-430EC19740AE}"/>
              </a:ext>
            </a:extLst>
          </p:cNvPr>
          <p:cNvSpPr>
            <a:spLocks noGrp="1"/>
          </p:cNvSpPr>
          <p:nvPr>
            <p:ph type="body" sz="quarter" idx="10"/>
          </p:nvPr>
        </p:nvSpPr>
        <p:spPr>
          <a:xfrm>
            <a:off x="451556" y="756356"/>
            <a:ext cx="2696758" cy="4106013"/>
          </a:xfrm>
        </p:spPr>
        <p:txBody>
          <a:bodyPr anchor="ctr"/>
          <a:lstStyle/>
          <a:p>
            <a:r>
              <a:rPr lang="en-US" sz="1300" dirty="0"/>
              <a:t>If there are multiple test </a:t>
            </a:r>
            <a:br>
              <a:rPr lang="en-US" sz="1300" dirty="0"/>
            </a:br>
            <a:r>
              <a:rPr lang="en-US" sz="1300" dirty="0"/>
              <a:t>runs in the file(s) that are </a:t>
            </a:r>
            <a:br>
              <a:rPr lang="en-US" sz="1300" dirty="0"/>
            </a:br>
            <a:r>
              <a:rPr lang="en-US" sz="1300" dirty="0"/>
              <a:t>open, they will each be </a:t>
            </a:r>
            <a:br>
              <a:rPr lang="en-US" sz="1300" dirty="0"/>
            </a:br>
            <a:r>
              <a:rPr lang="en-US" sz="1300" dirty="0"/>
              <a:t>assigned a different color </a:t>
            </a:r>
            <a:br>
              <a:rPr lang="en-US" sz="1300" dirty="0"/>
            </a:br>
            <a:r>
              <a:rPr lang="en-US" sz="1300" dirty="0"/>
              <a:t>in the list and highlights.</a:t>
            </a:r>
          </a:p>
        </p:txBody>
      </p:sp>
      <p:pic>
        <p:nvPicPr>
          <p:cNvPr id="7" name="Picture 6">
            <a:extLst>
              <a:ext uri="{FF2B5EF4-FFF2-40B4-BE49-F238E27FC236}">
                <a16:creationId xmlns:a16="http://schemas.microsoft.com/office/drawing/2014/main" id="{9692EB3B-1749-3C4E-E14C-60008CFB307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91467" y="1149950"/>
            <a:ext cx="4519360" cy="3374456"/>
          </a:xfrm>
          <a:prstGeom prst="rect">
            <a:avLst/>
          </a:prstGeom>
        </p:spPr>
      </p:pic>
    </p:spTree>
    <p:extLst>
      <p:ext uri="{BB962C8B-B14F-4D97-AF65-F5344CB8AC3E}">
        <p14:creationId xmlns:p14="http://schemas.microsoft.com/office/powerpoint/2010/main" val="2739029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82A01-09E1-6CBE-6178-9A17CB55A02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F6F599-54EB-B6DB-4AFE-368C97713302}"/>
              </a:ext>
            </a:extLst>
          </p:cNvPr>
          <p:cNvSpPr>
            <a:spLocks noGrp="1"/>
          </p:cNvSpPr>
          <p:nvPr>
            <p:ph type="title"/>
          </p:nvPr>
        </p:nvSpPr>
        <p:spPr>
          <a:xfrm>
            <a:off x="358815" y="0"/>
            <a:ext cx="7992705" cy="682906"/>
          </a:xfrm>
        </p:spPr>
        <p:txBody>
          <a:bodyPr/>
          <a:lstStyle/>
          <a:p>
            <a:r>
              <a:rPr lang="en-US" dirty="0"/>
              <a:t>Custom Test: </a:t>
            </a:r>
            <a:r>
              <a:rPr lang="en-US" b="0" i="1" dirty="0"/>
              <a:t>Run Compare</a:t>
            </a:r>
          </a:p>
        </p:txBody>
      </p:sp>
      <p:sp>
        <p:nvSpPr>
          <p:cNvPr id="6" name="Text Placeholder 5">
            <a:extLst>
              <a:ext uri="{FF2B5EF4-FFF2-40B4-BE49-F238E27FC236}">
                <a16:creationId xmlns:a16="http://schemas.microsoft.com/office/drawing/2014/main" id="{E2684BF4-B258-F3F0-72ED-8C071B87ABFD}"/>
              </a:ext>
            </a:extLst>
          </p:cNvPr>
          <p:cNvSpPr>
            <a:spLocks noGrp="1"/>
          </p:cNvSpPr>
          <p:nvPr>
            <p:ph type="body" sz="quarter" idx="10"/>
          </p:nvPr>
        </p:nvSpPr>
        <p:spPr>
          <a:xfrm>
            <a:off x="381966" y="756356"/>
            <a:ext cx="2766348" cy="4106013"/>
          </a:xfrm>
        </p:spPr>
        <p:txBody>
          <a:bodyPr anchor="ctr"/>
          <a:lstStyle/>
          <a:p>
            <a:r>
              <a:rPr lang="en-US" sz="1300" b="1" dirty="0"/>
              <a:t>By default, all the runs are shown sequentially over time. </a:t>
            </a:r>
          </a:p>
          <a:p>
            <a:r>
              <a:rPr lang="en-US" sz="1300" dirty="0"/>
              <a:t>To compare test runs directly, choose </a:t>
            </a:r>
            <a:r>
              <a:rPr lang="en-US" sz="1300" b="1" dirty="0">
                <a:solidFill>
                  <a:schemeClr val="bg2">
                    <a:lumMod val="40000"/>
                    <a:lumOff val="60000"/>
                  </a:schemeClr>
                </a:solidFill>
              </a:rPr>
              <a:t>Run Compare </a:t>
            </a:r>
            <a:r>
              <a:rPr lang="en-US" sz="1300" dirty="0"/>
              <a:t>on the Chart toolbar to see the four runs from this test set aligned based on their start condition </a:t>
            </a:r>
            <a:br>
              <a:rPr lang="en-US" sz="1300" dirty="0"/>
            </a:br>
            <a:r>
              <a:rPr lang="en-US" sz="1300" dirty="0"/>
              <a:t>of the audible alert.</a:t>
            </a:r>
          </a:p>
        </p:txBody>
      </p:sp>
      <p:pic>
        <p:nvPicPr>
          <p:cNvPr id="4" name="Picture 3">
            <a:extLst>
              <a:ext uri="{FF2B5EF4-FFF2-40B4-BE49-F238E27FC236}">
                <a16:creationId xmlns:a16="http://schemas.microsoft.com/office/drawing/2014/main" id="{25ADCF11-2604-6970-4B8F-291F25ADA97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65013" y="1229367"/>
            <a:ext cx="4451697" cy="3323933"/>
          </a:xfrm>
          <a:prstGeom prst="rect">
            <a:avLst/>
          </a:prstGeom>
        </p:spPr>
      </p:pic>
    </p:spTree>
    <p:extLst>
      <p:ext uri="{BB962C8B-B14F-4D97-AF65-F5344CB8AC3E}">
        <p14:creationId xmlns:p14="http://schemas.microsoft.com/office/powerpoint/2010/main" val="156758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0F4451-FDB2-87CA-3DCF-5D0DB5E7F50A}"/>
              </a:ext>
            </a:extLst>
          </p:cNvPr>
          <p:cNvSpPr>
            <a:spLocks noGrp="1"/>
          </p:cNvSpPr>
          <p:nvPr>
            <p:ph type="title"/>
          </p:nvPr>
        </p:nvSpPr>
        <p:spPr/>
        <p:txBody>
          <a:bodyPr/>
          <a:lstStyle/>
          <a:p>
            <a:r>
              <a:rPr lang="en-US" dirty="0"/>
              <a:t>Custom Test: </a:t>
            </a:r>
            <a:r>
              <a:rPr lang="en-US" b="0" i="1" dirty="0"/>
              <a:t>Test Result Columns</a:t>
            </a:r>
          </a:p>
        </p:txBody>
      </p:sp>
      <p:sp>
        <p:nvSpPr>
          <p:cNvPr id="6" name="Text Placeholder 5">
            <a:extLst>
              <a:ext uri="{FF2B5EF4-FFF2-40B4-BE49-F238E27FC236}">
                <a16:creationId xmlns:a16="http://schemas.microsoft.com/office/drawing/2014/main" id="{01C33AF6-D89C-72DE-43FC-5EFAD8AE9B72}"/>
              </a:ext>
            </a:extLst>
          </p:cNvPr>
          <p:cNvSpPr>
            <a:spLocks noGrp="1"/>
          </p:cNvSpPr>
          <p:nvPr>
            <p:ph type="body" sz="quarter" idx="10"/>
          </p:nvPr>
        </p:nvSpPr>
        <p:spPr>
          <a:xfrm>
            <a:off x="596454" y="857956"/>
            <a:ext cx="3106302" cy="3947969"/>
          </a:xfrm>
        </p:spPr>
        <p:txBody>
          <a:bodyPr anchor="ctr"/>
          <a:lstStyle/>
          <a:p>
            <a:pPr marL="0" indent="0">
              <a:buNone/>
            </a:pPr>
            <a:r>
              <a:rPr lang="en-US" sz="1300" dirty="0"/>
              <a:t>The Test Results area can be customized to show the channels </a:t>
            </a:r>
            <a:br>
              <a:rPr lang="en-US" sz="1300" dirty="0"/>
            </a:br>
            <a:r>
              <a:rPr lang="en-US" sz="1300" dirty="0"/>
              <a:t>of interest by right-clicking on the column headers.</a:t>
            </a:r>
          </a:p>
          <a:p>
            <a:pPr marL="0" indent="0">
              <a:buNone/>
            </a:pPr>
            <a:r>
              <a:rPr lang="en-US" sz="1300" dirty="0"/>
              <a:t>This allows us to choose which channels to show in each column, and whether to show data at the start or end of a test.</a:t>
            </a:r>
          </a:p>
          <a:p>
            <a:pPr marL="0" indent="0">
              <a:buNone/>
            </a:pPr>
            <a:r>
              <a:rPr lang="en-US" sz="1300" dirty="0"/>
              <a:t>We can also choose to see the data from start to finish, maximum or minimum values, or an average or standard deviation of a given parameter.</a:t>
            </a:r>
          </a:p>
        </p:txBody>
      </p:sp>
      <p:pic>
        <p:nvPicPr>
          <p:cNvPr id="3" name="Picture 2">
            <a:extLst>
              <a:ext uri="{FF2B5EF4-FFF2-40B4-BE49-F238E27FC236}">
                <a16:creationId xmlns:a16="http://schemas.microsoft.com/office/drawing/2014/main" id="{5FAA14E8-62E5-7133-7287-BCA0A8CF691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33333" y="1305735"/>
            <a:ext cx="4097459" cy="3059437"/>
          </a:xfrm>
          <a:prstGeom prst="rect">
            <a:avLst/>
          </a:prstGeom>
        </p:spPr>
      </p:pic>
    </p:spTree>
    <p:extLst>
      <p:ext uri="{BB962C8B-B14F-4D97-AF65-F5344CB8AC3E}">
        <p14:creationId xmlns:p14="http://schemas.microsoft.com/office/powerpoint/2010/main" val="3945519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A505E-7D0E-9AC6-38AD-94F7564D25FE}"/>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6B6E0C1A-835F-403D-296A-DEA758FF83D2}"/>
              </a:ext>
            </a:extLst>
          </p:cNvPr>
          <p:cNvSpPr/>
          <p:nvPr/>
        </p:nvSpPr>
        <p:spPr>
          <a:xfrm>
            <a:off x="167267" y="167268"/>
            <a:ext cx="8497231" cy="4828478"/>
          </a:xfrm>
          <a:prstGeom prst="rect">
            <a:avLst/>
          </a:prstGeom>
          <a:solidFill>
            <a:srgbClr val="7BD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A person looking at a blue car&#10;&#10;AI-generated content may be incorrect.">
            <a:extLst>
              <a:ext uri="{FF2B5EF4-FFF2-40B4-BE49-F238E27FC236}">
                <a16:creationId xmlns:a16="http://schemas.microsoft.com/office/drawing/2014/main" id="{BEEF525F-41C3-0FC9-81CD-E24A284916F4}"/>
              </a:ext>
            </a:extLst>
          </p:cNvPr>
          <p:cNvPicPr>
            <a:picLocks noChangeAspect="1"/>
          </p:cNvPicPr>
          <p:nvPr/>
        </p:nvPicPr>
        <p:blipFill>
          <a:blip r:embed="rId3" cstate="print">
            <a:alphaModFix amt="62000"/>
            <a:extLst>
              <a:ext uri="{28A0092B-C50C-407E-A947-70E740481C1C}">
                <a14:useLocalDpi xmlns:a14="http://schemas.microsoft.com/office/drawing/2010/main" val="0"/>
              </a:ext>
            </a:extLst>
          </a:blip>
          <a:srcRect t="25143" r="870" b="-25143"/>
          <a:stretch>
            <a:fillRect/>
          </a:stretch>
        </p:blipFill>
        <p:spPr>
          <a:xfrm>
            <a:off x="170121" y="169252"/>
            <a:ext cx="8490446" cy="4807950"/>
          </a:xfrm>
          <a:prstGeom prst="rect">
            <a:avLst/>
          </a:prstGeom>
        </p:spPr>
      </p:pic>
      <p:sp>
        <p:nvSpPr>
          <p:cNvPr id="28" name="Rectangle 27">
            <a:extLst>
              <a:ext uri="{FF2B5EF4-FFF2-40B4-BE49-F238E27FC236}">
                <a16:creationId xmlns:a16="http://schemas.microsoft.com/office/drawing/2014/main" id="{80868144-25FF-0A26-451B-E4EEAA15D7A0}"/>
              </a:ext>
            </a:extLst>
          </p:cNvPr>
          <p:cNvSpPr/>
          <p:nvPr/>
        </p:nvSpPr>
        <p:spPr>
          <a:xfrm>
            <a:off x="165100" y="1919462"/>
            <a:ext cx="8499475" cy="30815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E39230B-652C-C559-B946-55EE4EF4B34A}"/>
              </a:ext>
            </a:extLst>
          </p:cNvPr>
          <p:cNvSpPr/>
          <p:nvPr/>
        </p:nvSpPr>
        <p:spPr>
          <a:xfrm>
            <a:off x="169102" y="1374846"/>
            <a:ext cx="8495214" cy="547941"/>
          </a:xfrm>
          <a:prstGeom prst="rect">
            <a:avLst/>
          </a:prstGeom>
          <a:solidFill>
            <a:schemeClr val="tx1">
              <a:alpha val="842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8" dirty="0"/>
          </a:p>
        </p:txBody>
      </p:sp>
      <p:sp>
        <p:nvSpPr>
          <p:cNvPr id="2" name="Content Placeholder 2">
            <a:extLst>
              <a:ext uri="{FF2B5EF4-FFF2-40B4-BE49-F238E27FC236}">
                <a16:creationId xmlns:a16="http://schemas.microsoft.com/office/drawing/2014/main" id="{396AA256-411C-3BBF-1981-D24135A74E7B}"/>
              </a:ext>
            </a:extLst>
          </p:cNvPr>
          <p:cNvSpPr txBox="1">
            <a:spLocks/>
          </p:cNvSpPr>
          <p:nvPr/>
        </p:nvSpPr>
        <p:spPr>
          <a:xfrm>
            <a:off x="632893" y="2149751"/>
            <a:ext cx="7788618" cy="1462694"/>
          </a:xfrm>
        </p:spPr>
        <p:txBody>
          <a:bodyPr numCol="2">
            <a:noAutofit/>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10000"/>
              </a:lnSpc>
              <a:spcBef>
                <a:spcPts val="600"/>
              </a:spcBef>
            </a:pPr>
            <a:r>
              <a:rPr lang="en-US" sz="1200" dirty="0"/>
              <a:t>Run number</a:t>
            </a:r>
          </a:p>
          <a:p>
            <a:pPr>
              <a:lnSpc>
                <a:spcPct val="110000"/>
              </a:lnSpc>
              <a:spcBef>
                <a:spcPts val="600"/>
              </a:spcBef>
            </a:pPr>
            <a:r>
              <a:rPr lang="en-US" sz="1200" dirty="0"/>
              <a:t>Elapsed time</a:t>
            </a:r>
          </a:p>
          <a:p>
            <a:pPr>
              <a:lnSpc>
                <a:spcPct val="110000"/>
              </a:lnSpc>
              <a:spcBef>
                <a:spcPts val="600"/>
              </a:spcBef>
            </a:pPr>
            <a:r>
              <a:rPr lang="en-US" sz="1200" dirty="0"/>
              <a:t>Distance traveled</a:t>
            </a:r>
          </a:p>
          <a:p>
            <a:pPr>
              <a:lnSpc>
                <a:spcPct val="110000"/>
              </a:lnSpc>
              <a:spcBef>
                <a:spcPts val="600"/>
              </a:spcBef>
            </a:pPr>
            <a:r>
              <a:rPr lang="en-US" sz="1200" dirty="0"/>
              <a:t>Longitudinal Distance from Subject to Target at the start of test (audible alert active)</a:t>
            </a:r>
          </a:p>
          <a:p>
            <a:pPr>
              <a:lnSpc>
                <a:spcPct val="110000"/>
              </a:lnSpc>
              <a:spcBef>
                <a:spcPts val="600"/>
              </a:spcBef>
            </a:pPr>
            <a:r>
              <a:rPr lang="en-US" sz="1200" dirty="0"/>
              <a:t>Time to collision at start of test</a:t>
            </a:r>
          </a:p>
          <a:p>
            <a:pPr>
              <a:lnSpc>
                <a:spcPct val="110000"/>
              </a:lnSpc>
              <a:spcBef>
                <a:spcPts val="600"/>
              </a:spcBef>
            </a:pPr>
            <a:r>
              <a:rPr lang="en-US" sz="1200" dirty="0"/>
              <a:t>Speed at start of test</a:t>
            </a:r>
          </a:p>
          <a:p>
            <a:pPr>
              <a:lnSpc>
                <a:spcPct val="110000"/>
              </a:lnSpc>
              <a:spcBef>
                <a:spcPts val="600"/>
              </a:spcBef>
            </a:pPr>
            <a:r>
              <a:rPr lang="en-US" sz="1200" dirty="0"/>
              <a:t>Longitudinal Distance from Subject to Target at the end of test (vehicle stopped)</a:t>
            </a:r>
          </a:p>
          <a:p>
            <a:pPr marL="0" indent="0">
              <a:lnSpc>
                <a:spcPct val="110000"/>
              </a:lnSpc>
              <a:spcBef>
                <a:spcPts val="600"/>
              </a:spcBef>
              <a:buFont typeface="Arial" panose="020B0604020202020204" pitchFamily="34" charset="0"/>
              <a:buNone/>
            </a:pPr>
            <a:endParaRPr lang="en-US" sz="1200" dirty="0"/>
          </a:p>
        </p:txBody>
      </p:sp>
      <p:pic>
        <p:nvPicPr>
          <p:cNvPr id="3" name="Picture 2">
            <a:extLst>
              <a:ext uri="{FF2B5EF4-FFF2-40B4-BE49-F238E27FC236}">
                <a16:creationId xmlns:a16="http://schemas.microsoft.com/office/drawing/2014/main" id="{5DA23C3B-AC61-F981-B3AA-28749ACF7926}"/>
              </a:ext>
            </a:extLst>
          </p:cNvPr>
          <p:cNvPicPr>
            <a:picLocks noChangeAspect="1"/>
          </p:cNvPicPr>
          <p:nvPr/>
        </p:nvPicPr>
        <p:blipFill>
          <a:blip r:embed="rId4"/>
          <a:stretch>
            <a:fillRect/>
          </a:stretch>
        </p:blipFill>
        <p:spPr>
          <a:xfrm>
            <a:off x="497427" y="3766124"/>
            <a:ext cx="7918182" cy="972007"/>
          </a:xfrm>
          <a:prstGeom prst="rect">
            <a:avLst/>
          </a:prstGeom>
        </p:spPr>
      </p:pic>
      <p:sp>
        <p:nvSpPr>
          <p:cNvPr id="4" name="Title 6">
            <a:extLst>
              <a:ext uri="{FF2B5EF4-FFF2-40B4-BE49-F238E27FC236}">
                <a16:creationId xmlns:a16="http://schemas.microsoft.com/office/drawing/2014/main" id="{CFBB6E7B-A6F8-9DAB-1B64-1E359142E770}"/>
              </a:ext>
            </a:extLst>
          </p:cNvPr>
          <p:cNvSpPr txBox="1">
            <a:spLocks/>
          </p:cNvSpPr>
          <p:nvPr/>
        </p:nvSpPr>
        <p:spPr>
          <a:xfrm>
            <a:off x="487263" y="1430819"/>
            <a:ext cx="7970367" cy="434141"/>
          </a:xfrm>
          <a:prstGeom prst="rect">
            <a:avLst/>
          </a:prstGeom>
        </p:spPr>
        <p:txBody>
          <a:bodyPr vert="horz" lIns="0" tIns="0" rIns="0" bIns="0" rtlCol="0" anchor="ctr">
            <a:normAutofit/>
          </a:bodyPr>
          <a:lstStyle>
            <a:lvl1pPr algn="l" defTabSz="685766" rtl="0" eaLnBrk="1" latinLnBrk="0" hangingPunct="1">
              <a:lnSpc>
                <a:spcPct val="110000"/>
              </a:lnSpc>
              <a:spcBef>
                <a:spcPct val="0"/>
              </a:spcBef>
              <a:buNone/>
              <a:defRPr sz="2400" b="0" i="0" kern="1200">
                <a:solidFill>
                  <a:schemeClr val="tx1"/>
                </a:solidFill>
                <a:latin typeface="Verdana" panose="020B0604030504040204" pitchFamily="34" charset="0"/>
                <a:ea typeface="+mj-ea"/>
                <a:cs typeface="+mj-cs"/>
              </a:defRPr>
            </a:lvl1pPr>
          </a:lstStyle>
          <a:p>
            <a:pPr algn="ctr"/>
            <a:r>
              <a:rPr lang="en-US" sz="1600" b="1" dirty="0">
                <a:solidFill>
                  <a:schemeClr val="bg1"/>
                </a:solidFill>
              </a:rPr>
              <a:t>For this test we show results for the following:</a:t>
            </a:r>
            <a:endParaRPr lang="en-US" sz="1600" i="1" dirty="0">
              <a:solidFill>
                <a:schemeClr val="bg2">
                  <a:lumMod val="40000"/>
                  <a:lumOff val="60000"/>
                </a:schemeClr>
              </a:solidFill>
            </a:endParaRPr>
          </a:p>
        </p:txBody>
      </p:sp>
    </p:spTree>
    <p:extLst>
      <p:ext uri="{BB962C8B-B14F-4D97-AF65-F5344CB8AC3E}">
        <p14:creationId xmlns:p14="http://schemas.microsoft.com/office/powerpoint/2010/main" val="2426443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EC5DD8-E94D-112F-0595-79F76DF8D3F4}"/>
              </a:ext>
            </a:extLst>
          </p:cNvPr>
          <p:cNvSpPr>
            <a:spLocks noGrp="1"/>
          </p:cNvSpPr>
          <p:nvPr>
            <p:ph type="title"/>
          </p:nvPr>
        </p:nvSpPr>
        <p:spPr>
          <a:xfrm>
            <a:off x="358815" y="0"/>
            <a:ext cx="7992705" cy="682906"/>
          </a:xfrm>
        </p:spPr>
        <p:txBody>
          <a:bodyPr/>
          <a:lstStyle/>
          <a:p>
            <a:r>
              <a:rPr lang="en-US" dirty="0"/>
              <a:t>Export Raw Data</a:t>
            </a:r>
          </a:p>
        </p:txBody>
      </p:sp>
      <p:sp>
        <p:nvSpPr>
          <p:cNvPr id="6" name="Text Placeholder 5">
            <a:extLst>
              <a:ext uri="{FF2B5EF4-FFF2-40B4-BE49-F238E27FC236}">
                <a16:creationId xmlns:a16="http://schemas.microsoft.com/office/drawing/2014/main" id="{5A551BC7-890E-1A09-80CC-8C1B9926FD17}"/>
              </a:ext>
            </a:extLst>
          </p:cNvPr>
          <p:cNvSpPr>
            <a:spLocks noGrp="1"/>
          </p:cNvSpPr>
          <p:nvPr>
            <p:ph type="body" sz="quarter" idx="10"/>
          </p:nvPr>
        </p:nvSpPr>
        <p:spPr>
          <a:xfrm>
            <a:off x="381966" y="756356"/>
            <a:ext cx="2766348" cy="4106013"/>
          </a:xfrm>
        </p:spPr>
        <p:txBody>
          <a:bodyPr anchor="ctr"/>
          <a:lstStyle/>
          <a:p>
            <a:r>
              <a:rPr lang="en-US" sz="1300" dirty="0"/>
              <a:t>Using Save Run As, we can export the 100Hz raw data for just this run as a new VBO or CSV file.</a:t>
            </a:r>
          </a:p>
          <a:p>
            <a:r>
              <a:rPr lang="en-US" sz="1300" dirty="0"/>
              <a:t>A VBO file would be used to share this data with another user with VBTS software. CSV can be used to analyze data in tools like Excel, or others.</a:t>
            </a:r>
          </a:p>
        </p:txBody>
      </p:sp>
      <p:pic>
        <p:nvPicPr>
          <p:cNvPr id="2" name="Picture 1" descr="A screenshot of a computer&#10;&#10;Description automatically generated">
            <a:extLst>
              <a:ext uri="{FF2B5EF4-FFF2-40B4-BE49-F238E27FC236}">
                <a16:creationId xmlns:a16="http://schemas.microsoft.com/office/drawing/2014/main" id="{A907CBDC-62F0-EFE9-7CCD-23FA7023B1F5}"/>
              </a:ext>
            </a:extLst>
          </p:cNvPr>
          <p:cNvPicPr>
            <a:picLocks noChangeAspect="1"/>
          </p:cNvPicPr>
          <p:nvPr/>
        </p:nvPicPr>
        <p:blipFill>
          <a:blip r:embed="rId2"/>
          <a:srcRect l="559" t="835" r="23857" b="29905"/>
          <a:stretch>
            <a:fillRect/>
          </a:stretch>
        </p:blipFill>
        <p:spPr>
          <a:xfrm>
            <a:off x="3953063" y="2014429"/>
            <a:ext cx="4090737" cy="2799357"/>
          </a:xfrm>
          <a:prstGeom prst="rect">
            <a:avLst/>
          </a:prstGeom>
          <a:ln w="6350">
            <a:solidFill>
              <a:schemeClr val="accent3">
                <a:lumMod val="50000"/>
              </a:schemeClr>
            </a:solidFill>
          </a:ln>
        </p:spPr>
      </p:pic>
      <p:pic>
        <p:nvPicPr>
          <p:cNvPr id="3" name="Picture 2" descr="A blue and white stripes&#10;&#10;Description automatically generated">
            <a:extLst>
              <a:ext uri="{FF2B5EF4-FFF2-40B4-BE49-F238E27FC236}">
                <a16:creationId xmlns:a16="http://schemas.microsoft.com/office/drawing/2014/main" id="{38C78F79-0EB7-8B02-106B-295A0FA24BD2}"/>
              </a:ext>
            </a:extLst>
          </p:cNvPr>
          <p:cNvPicPr>
            <a:picLocks noChangeAspect="1"/>
          </p:cNvPicPr>
          <p:nvPr/>
        </p:nvPicPr>
        <p:blipFill>
          <a:blip r:embed="rId3"/>
          <a:stretch>
            <a:fillRect/>
          </a:stretch>
        </p:blipFill>
        <p:spPr>
          <a:xfrm>
            <a:off x="3944991" y="921907"/>
            <a:ext cx="4085059" cy="963093"/>
          </a:xfrm>
          <a:prstGeom prst="rect">
            <a:avLst/>
          </a:prstGeom>
          <a:ln>
            <a:solidFill>
              <a:schemeClr val="accent3">
                <a:lumMod val="50000"/>
              </a:schemeClr>
            </a:solidFill>
          </a:ln>
        </p:spPr>
      </p:pic>
    </p:spTree>
    <p:extLst>
      <p:ext uri="{BB962C8B-B14F-4D97-AF65-F5344CB8AC3E}">
        <p14:creationId xmlns:p14="http://schemas.microsoft.com/office/powerpoint/2010/main" val="3957260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32210-8336-6EAA-3A3B-CF43EC43D1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B0CAFE3-9E7F-1993-555D-23B88DAA400A}"/>
              </a:ext>
            </a:extLst>
          </p:cNvPr>
          <p:cNvSpPr>
            <a:spLocks noGrp="1"/>
          </p:cNvSpPr>
          <p:nvPr>
            <p:ph type="title"/>
          </p:nvPr>
        </p:nvSpPr>
        <p:spPr>
          <a:xfrm>
            <a:off x="358815" y="0"/>
            <a:ext cx="7992705" cy="682906"/>
          </a:xfrm>
        </p:spPr>
        <p:txBody>
          <a:bodyPr/>
          <a:lstStyle/>
          <a:p>
            <a:r>
              <a:rPr lang="en-US" dirty="0"/>
              <a:t>Copy to Spreadsheet</a:t>
            </a:r>
          </a:p>
        </p:txBody>
      </p:sp>
      <p:sp>
        <p:nvSpPr>
          <p:cNvPr id="6" name="Text Placeholder 5">
            <a:extLst>
              <a:ext uri="{FF2B5EF4-FFF2-40B4-BE49-F238E27FC236}">
                <a16:creationId xmlns:a16="http://schemas.microsoft.com/office/drawing/2014/main" id="{898EADCF-0A1C-E00B-3B03-29052668E84F}"/>
              </a:ext>
            </a:extLst>
          </p:cNvPr>
          <p:cNvSpPr>
            <a:spLocks noGrp="1"/>
          </p:cNvSpPr>
          <p:nvPr>
            <p:ph type="body" sz="quarter" idx="10"/>
          </p:nvPr>
        </p:nvSpPr>
        <p:spPr>
          <a:xfrm>
            <a:off x="381966" y="1101582"/>
            <a:ext cx="2766348" cy="3760787"/>
          </a:xfrm>
        </p:spPr>
        <p:txBody>
          <a:bodyPr anchor="ctr"/>
          <a:lstStyle/>
          <a:p>
            <a:r>
              <a:rPr lang="en-US" sz="1300" dirty="0"/>
              <a:t>The most common practice is </a:t>
            </a:r>
            <a:br>
              <a:rPr lang="en-US" sz="1300" dirty="0"/>
            </a:br>
            <a:r>
              <a:rPr lang="en-US" sz="1300" dirty="0"/>
              <a:t>to build a spreadsheet of test results and copy results directly from the Test Results table </a:t>
            </a:r>
            <a:br>
              <a:rPr lang="en-US" sz="1300" dirty="0"/>
            </a:br>
            <a:r>
              <a:rPr lang="en-US" sz="1300" dirty="0"/>
              <a:t>into Excel.</a:t>
            </a:r>
          </a:p>
          <a:p>
            <a:endParaRPr lang="en-US" sz="1300" dirty="0"/>
          </a:p>
        </p:txBody>
      </p:sp>
      <p:pic>
        <p:nvPicPr>
          <p:cNvPr id="7" name="Picture 6">
            <a:extLst>
              <a:ext uri="{FF2B5EF4-FFF2-40B4-BE49-F238E27FC236}">
                <a16:creationId xmlns:a16="http://schemas.microsoft.com/office/drawing/2014/main" id="{1FDB8384-F630-9A17-0E75-15E8DA969FB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25108" y="1423687"/>
            <a:ext cx="4630397" cy="2782988"/>
          </a:xfrm>
          <a:prstGeom prst="rect">
            <a:avLst/>
          </a:prstGeom>
          <a:ln>
            <a:solidFill>
              <a:schemeClr val="accent3">
                <a:lumMod val="50000"/>
              </a:schemeClr>
            </a:solidFill>
          </a:ln>
        </p:spPr>
      </p:pic>
    </p:spTree>
    <p:extLst>
      <p:ext uri="{BB962C8B-B14F-4D97-AF65-F5344CB8AC3E}">
        <p14:creationId xmlns:p14="http://schemas.microsoft.com/office/powerpoint/2010/main" val="1596107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481CB-1529-1396-CC6A-7AAB073BC97B}"/>
              </a:ext>
            </a:extLst>
          </p:cNvPr>
          <p:cNvSpPr>
            <a:spLocks noGrp="1"/>
          </p:cNvSpPr>
          <p:nvPr>
            <p:ph type="title"/>
          </p:nvPr>
        </p:nvSpPr>
        <p:spPr/>
        <p:txBody>
          <a:bodyPr/>
          <a:lstStyle/>
          <a:p>
            <a:r>
              <a:rPr lang="en-US" sz="2100" dirty="0"/>
              <a:t>Any Questions?</a:t>
            </a:r>
          </a:p>
        </p:txBody>
      </p:sp>
    </p:spTree>
    <p:extLst>
      <p:ext uri="{BB962C8B-B14F-4D97-AF65-F5344CB8AC3E}">
        <p14:creationId xmlns:p14="http://schemas.microsoft.com/office/powerpoint/2010/main" val="3487668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AAB0A7D-EB68-04DA-3A1A-49D7457493FF}"/>
              </a:ext>
            </a:extLst>
          </p:cNvPr>
          <p:cNvSpPr>
            <a:spLocks noGrp="1" noRot="1" noMove="1" noResize="1" noEditPoints="1" noAdjustHandles="1" noChangeArrowheads="1" noChangeShapeType="1"/>
          </p:cNvSpPr>
          <p:nvPr/>
        </p:nvSpPr>
        <p:spPr>
          <a:xfrm>
            <a:off x="0" y="0"/>
            <a:ext cx="8825113" cy="5143500"/>
          </a:xfrm>
          <a:prstGeom prst="rect">
            <a:avLst/>
          </a:prstGeom>
          <a:solidFill>
            <a:srgbClr val="0965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pic>
        <p:nvPicPr>
          <p:cNvPr id="12" name="Picture 11" descr="A teacher explaining to students&#10;&#10;Description automatically generated">
            <a:extLst>
              <a:ext uri="{FF2B5EF4-FFF2-40B4-BE49-F238E27FC236}">
                <a16:creationId xmlns:a16="http://schemas.microsoft.com/office/drawing/2014/main" id="{61432124-EA4D-31FD-39F7-2E888055CB0A}"/>
              </a:ext>
            </a:extLst>
          </p:cNvPr>
          <p:cNvPicPr>
            <a:picLocks noGrp="1" noRot="1" noChangeAspect="1" noMove="1" noResize="1" noEditPoints="1" noAdjustHandles="1" noChangeArrowheads="1" noChangeShapeType="1" noCrop="1"/>
          </p:cNvPicPr>
          <p:nvPr/>
        </p:nvPicPr>
        <p:blipFill>
          <a:blip r:embed="rId3" cstate="print">
            <a:alphaModFix amt="60000"/>
            <a:extLst>
              <a:ext uri="{28A0092B-C50C-407E-A947-70E740481C1C}">
                <a14:useLocalDpi xmlns:a14="http://schemas.microsoft.com/office/drawing/2010/main" val="0"/>
              </a:ext>
            </a:extLst>
          </a:blip>
          <a:srcRect t="24798" r="23129" b="7985"/>
          <a:stretch/>
        </p:blipFill>
        <p:spPr>
          <a:xfrm>
            <a:off x="1" y="-1"/>
            <a:ext cx="8825112" cy="5143501"/>
          </a:xfrm>
          <a:prstGeom prst="rect">
            <a:avLst/>
          </a:prstGeom>
        </p:spPr>
      </p:pic>
      <p:sp>
        <p:nvSpPr>
          <p:cNvPr id="13" name="Round Same Side Corner Rectangle 12">
            <a:extLst>
              <a:ext uri="{FF2B5EF4-FFF2-40B4-BE49-F238E27FC236}">
                <a16:creationId xmlns:a16="http://schemas.microsoft.com/office/drawing/2014/main" id="{1C3968B7-0748-2A1D-6568-9320FF900638}"/>
              </a:ext>
            </a:extLst>
          </p:cNvPr>
          <p:cNvSpPr/>
          <p:nvPr/>
        </p:nvSpPr>
        <p:spPr>
          <a:xfrm rot="5400000">
            <a:off x="1578962" y="280253"/>
            <a:ext cx="2834157" cy="6014387"/>
          </a:xfrm>
          <a:prstGeom prst="round2SameRect">
            <a:avLst>
              <a:gd name="adj1" fmla="val 50000"/>
              <a:gd name="adj2" fmla="val 0"/>
            </a:avLst>
          </a:prstGeom>
          <a:solidFill>
            <a:schemeClr val="tx1">
              <a:alpha val="8315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19" name="Title 18">
            <a:extLst>
              <a:ext uri="{FF2B5EF4-FFF2-40B4-BE49-F238E27FC236}">
                <a16:creationId xmlns:a16="http://schemas.microsoft.com/office/drawing/2014/main" id="{6683183E-5585-6FE2-BA78-A4BADF45FB9E}"/>
              </a:ext>
            </a:extLst>
          </p:cNvPr>
          <p:cNvSpPr>
            <a:spLocks noGrp="1"/>
          </p:cNvSpPr>
          <p:nvPr>
            <p:ph type="title"/>
          </p:nvPr>
        </p:nvSpPr>
        <p:spPr>
          <a:xfrm>
            <a:off x="428973" y="2026227"/>
            <a:ext cx="3974316" cy="488594"/>
          </a:xfrm>
        </p:spPr>
        <p:txBody>
          <a:bodyPr/>
          <a:lstStyle/>
          <a:p>
            <a:r>
              <a:rPr lang="en-US" b="1" dirty="0"/>
              <a:t>Module Summary</a:t>
            </a:r>
          </a:p>
        </p:txBody>
      </p:sp>
      <p:sp>
        <p:nvSpPr>
          <p:cNvPr id="3" name="Text Placeholder 19">
            <a:extLst>
              <a:ext uri="{FF2B5EF4-FFF2-40B4-BE49-F238E27FC236}">
                <a16:creationId xmlns:a16="http://schemas.microsoft.com/office/drawing/2014/main" id="{B2120B09-FAD8-A5B0-B178-372E97BFC93B}"/>
              </a:ext>
            </a:extLst>
          </p:cNvPr>
          <p:cNvSpPr txBox="1">
            <a:spLocks/>
          </p:cNvSpPr>
          <p:nvPr/>
        </p:nvSpPr>
        <p:spPr>
          <a:xfrm>
            <a:off x="422346" y="2622143"/>
            <a:ext cx="4838767" cy="1996068"/>
          </a:xfrm>
          <a:prstGeom prst="rect">
            <a:avLst/>
          </a:prstGeom>
        </p:spPr>
        <p:txBody>
          <a:bodyPr lIns="0" tIns="0" rIns="0" bIns="0"/>
          <a:lstStyle>
            <a:lvl1pPr marL="230188" indent="-230188" algn="l" defTabSz="685766" rtl="0" eaLnBrk="1" latinLnBrk="0" hangingPunct="1">
              <a:lnSpc>
                <a:spcPct val="110000"/>
              </a:lnSpc>
              <a:spcBef>
                <a:spcPts val="500"/>
              </a:spcBef>
              <a:spcAft>
                <a:spcPts val="0"/>
              </a:spcAft>
              <a:buFont typeface="Arial" panose="020B0604020202020204" pitchFamily="34" charset="0"/>
              <a:buChar char="•"/>
              <a:tabLst/>
              <a:defRPr sz="1300" b="0" i="0" kern="1200">
                <a:solidFill>
                  <a:schemeClr val="bg1"/>
                </a:solidFill>
                <a:latin typeface="Verdana" panose="020B0604030504040204" pitchFamily="34" charset="0"/>
                <a:ea typeface="Verdana" panose="020B0604030504040204" pitchFamily="34" charset="0"/>
                <a:cs typeface="Arial" panose="020B0604020202020204" pitchFamily="34" charset="0"/>
              </a:defRPr>
            </a:lvl1pPr>
            <a:lvl2pPr marL="285750"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2pPr>
            <a:lvl3pPr marL="528637" indent="0" algn="l" defTabSz="685766" rtl="0" eaLnBrk="1" latinLnBrk="0" hangingPunct="1">
              <a:lnSpc>
                <a:spcPct val="110000"/>
              </a:lnSpc>
              <a:spcBef>
                <a:spcPts val="375"/>
              </a:spcBef>
              <a:buFontTx/>
              <a:buNone/>
              <a:tabLst/>
              <a:defRPr sz="14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Courier New" panose="02070309020205020404" pitchFamily="49" charset="0"/>
              <a:buChar char="o"/>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VBOX Test Suite offers a Workspace view to quickly see what data is contained in a data file, take screenshots, quick measurements, and screen recordings.</a:t>
            </a:r>
          </a:p>
          <a:p>
            <a:r>
              <a:rPr lang="en-US" dirty="0"/>
              <a:t>Using Custom Tests, consistent tests can be configured and run across multiple data files to create results tables and export cropped runs for further analysis.</a:t>
            </a:r>
          </a:p>
        </p:txBody>
      </p:sp>
    </p:spTree>
    <p:extLst>
      <p:ext uri="{BB962C8B-B14F-4D97-AF65-F5344CB8AC3E}">
        <p14:creationId xmlns:p14="http://schemas.microsoft.com/office/powerpoint/2010/main" val="3848803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1000" fill="hold"/>
                                        <p:tgtEl>
                                          <p:spTgt spid="13"/>
                                        </p:tgtEl>
                                        <p:attrNameLst>
                                          <p:attrName>ppt_x</p:attrName>
                                        </p:attrNameLst>
                                      </p:cBhvr>
                                      <p:tavLst>
                                        <p:tav tm="0">
                                          <p:val>
                                            <p:strVal val="0-#ppt_w/2"/>
                                          </p:val>
                                        </p:tav>
                                        <p:tav tm="100000">
                                          <p:val>
                                            <p:strVal val="#ppt_x"/>
                                          </p:val>
                                        </p:tav>
                                      </p:tavLst>
                                    </p:anim>
                                    <p:anim calcmode="lin" valueType="num">
                                      <p:cBhvr additive="base">
                                        <p:cTn id="8" dur="10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grpId="0"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1000" fill="hold"/>
                                        <p:tgtEl>
                                          <p:spTgt spid="19"/>
                                        </p:tgtEl>
                                        <p:attrNameLst>
                                          <p:attrName>ppt_x</p:attrName>
                                        </p:attrNameLst>
                                      </p:cBhvr>
                                      <p:tavLst>
                                        <p:tav tm="0">
                                          <p:val>
                                            <p:strVal val="0-#ppt_w/2"/>
                                          </p:val>
                                        </p:tav>
                                        <p:tav tm="100000">
                                          <p:val>
                                            <p:strVal val="#ppt_x"/>
                                          </p:val>
                                        </p:tav>
                                      </p:tavLst>
                                    </p:anim>
                                    <p:anim calcmode="lin" valueType="num">
                                      <p:cBhvr additive="base">
                                        <p:cTn id="13" dur="1000" fill="hold"/>
                                        <p:tgtEl>
                                          <p:spTgt spid="19"/>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10"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9" grpId="0"/>
      <p:bldP spid="3" grpId="0"/>
    </p:bldLst>
  </p:timing>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6F017AB-1A8B-05D9-984D-46BE47774A57}"/>
              </a:ext>
            </a:extLst>
          </p:cNvPr>
          <p:cNvGrpSpPr/>
          <p:nvPr/>
        </p:nvGrpSpPr>
        <p:grpSpPr>
          <a:xfrm>
            <a:off x="0" y="0"/>
            <a:ext cx="9144000" cy="5143500"/>
            <a:chOff x="0" y="0"/>
            <a:chExt cx="9144000" cy="5143500"/>
          </a:xfrm>
        </p:grpSpPr>
        <p:pic>
          <p:nvPicPr>
            <p:cNvPr id="18" name="Picture 17" descr="A person sitting at a desk&#10;&#10;Description automatically generated">
              <a:extLst>
                <a:ext uri="{FF2B5EF4-FFF2-40B4-BE49-F238E27FC236}">
                  <a16:creationId xmlns:a16="http://schemas.microsoft.com/office/drawing/2014/main" id="{A94218B8-8EEB-8AD8-1B5C-C7C8BE94E7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750" y="0"/>
              <a:ext cx="7715250" cy="5143500"/>
            </a:xfrm>
            <a:prstGeom prst="rect">
              <a:avLst/>
            </a:prstGeom>
          </p:spPr>
        </p:pic>
        <p:sp>
          <p:nvSpPr>
            <p:cNvPr id="19" name="Rectangle 18">
              <a:extLst>
                <a:ext uri="{FF2B5EF4-FFF2-40B4-BE49-F238E27FC236}">
                  <a16:creationId xmlns:a16="http://schemas.microsoft.com/office/drawing/2014/main" id="{C0EA5F3E-2CF5-CF3C-71F5-04B2EFC81B9E}"/>
                </a:ext>
              </a:extLst>
            </p:cNvPr>
            <p:cNvSpPr>
              <a:spLocks/>
            </p:cNvSpPr>
            <p:nvPr/>
          </p:nvSpPr>
          <p:spPr>
            <a:xfrm>
              <a:off x="0" y="0"/>
              <a:ext cx="9144000" cy="5143500"/>
            </a:xfrm>
            <a:prstGeom prst="rect">
              <a:avLst/>
            </a:prstGeom>
            <a:solidFill>
              <a:srgbClr val="096580">
                <a:alpha val="516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0" name="Rectangle 19">
              <a:extLst>
                <a:ext uri="{FF2B5EF4-FFF2-40B4-BE49-F238E27FC236}">
                  <a16:creationId xmlns:a16="http://schemas.microsoft.com/office/drawing/2014/main" id="{FD3E172E-81E7-D115-9E79-4B6E62FA1C10}"/>
                </a:ext>
              </a:extLst>
            </p:cNvPr>
            <p:cNvSpPr>
              <a:spLocks/>
            </p:cNvSpPr>
            <p:nvPr/>
          </p:nvSpPr>
          <p:spPr>
            <a:xfrm>
              <a:off x="0" y="0"/>
              <a:ext cx="9144000" cy="5143500"/>
            </a:xfrm>
            <a:prstGeom prst="rect">
              <a:avLst/>
            </a:prstGeom>
            <a:gradFill>
              <a:gsLst>
                <a:gs pos="68000">
                  <a:srgbClr val="096580">
                    <a:alpha val="0"/>
                  </a:srgbClr>
                </a:gs>
                <a:gs pos="6000">
                  <a:srgbClr val="096580"/>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grpSp>
      <p:sp>
        <p:nvSpPr>
          <p:cNvPr id="16" name="Text Placeholder 15">
            <a:extLst>
              <a:ext uri="{FF2B5EF4-FFF2-40B4-BE49-F238E27FC236}">
                <a16:creationId xmlns:a16="http://schemas.microsoft.com/office/drawing/2014/main" id="{3D39F785-A392-70B7-4B81-93377549866A}"/>
              </a:ext>
            </a:extLst>
          </p:cNvPr>
          <p:cNvSpPr>
            <a:spLocks noGrp="1"/>
          </p:cNvSpPr>
          <p:nvPr>
            <p:ph type="body" sz="quarter" idx="10"/>
          </p:nvPr>
        </p:nvSpPr>
        <p:spPr/>
        <p:txBody>
          <a:bodyPr/>
          <a:lstStyle/>
          <a:p>
            <a:pPr lvl="0"/>
            <a:r>
              <a:rPr lang="en-US" dirty="0"/>
              <a:t>What are the most valuable things you’ve learned today?</a:t>
            </a:r>
          </a:p>
        </p:txBody>
      </p:sp>
      <p:sp>
        <p:nvSpPr>
          <p:cNvPr id="3" name="Title 14">
            <a:extLst>
              <a:ext uri="{FF2B5EF4-FFF2-40B4-BE49-F238E27FC236}">
                <a16:creationId xmlns:a16="http://schemas.microsoft.com/office/drawing/2014/main" id="{EB25E8B5-FF69-AAC3-5D38-E69A228E8435}"/>
              </a:ext>
            </a:extLst>
          </p:cNvPr>
          <p:cNvSpPr txBox="1">
            <a:spLocks/>
          </p:cNvSpPr>
          <p:nvPr/>
        </p:nvSpPr>
        <p:spPr>
          <a:xfrm>
            <a:off x="424133" y="543340"/>
            <a:ext cx="7886700" cy="349616"/>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800" b="1" i="0" kern="1200">
                <a:solidFill>
                  <a:schemeClr val="bg1"/>
                </a:solidFill>
                <a:effectLst/>
                <a:latin typeface="Verdana" panose="020B0604030504040204" pitchFamily="34" charset="0"/>
                <a:ea typeface="Verdana" panose="020B0604030504040204" pitchFamily="34" charset="0"/>
                <a:cs typeface="Arial" panose="020B0604020202020204" pitchFamily="34" charset="0"/>
              </a:defRPr>
            </a:lvl1pPr>
          </a:lstStyle>
          <a:p>
            <a:r>
              <a:rPr lang="en-US" dirty="0"/>
              <a:t>Question:</a:t>
            </a:r>
          </a:p>
        </p:txBody>
      </p:sp>
    </p:spTree>
    <p:extLst>
      <p:ext uri="{BB962C8B-B14F-4D97-AF65-F5344CB8AC3E}">
        <p14:creationId xmlns:p14="http://schemas.microsoft.com/office/powerpoint/2010/main" val="1117260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D47D5F51-F9ED-B37F-281E-4F2E5E1A44CE}"/>
              </a:ext>
            </a:extLst>
          </p:cNvPr>
          <p:cNvPicPr>
            <a:picLocks noChangeAspect="1"/>
          </p:cNvPicPr>
          <p:nvPr/>
        </p:nvPicPr>
        <p:blipFill>
          <a:blip r:embed="rId4" cstate="print">
            <a:extLst>
              <a:ext uri="{28A0092B-C50C-407E-A947-70E740481C1C}">
                <a14:useLocalDpi xmlns:a14="http://schemas.microsoft.com/office/drawing/2010/main" val="0"/>
              </a:ext>
            </a:extLst>
          </a:blip>
          <a:srcRect t="7812" b="7812"/>
          <a:stretch/>
        </p:blipFill>
        <p:spPr>
          <a:xfrm>
            <a:off x="0" y="0"/>
            <a:ext cx="9144000" cy="5143500"/>
          </a:xfrm>
          <a:prstGeom prst="rect">
            <a:avLst/>
          </a:prstGeom>
        </p:spPr>
      </p:pic>
      <p:sp>
        <p:nvSpPr>
          <p:cNvPr id="21" name="Rectangle 20">
            <a:extLst>
              <a:ext uri="{FF2B5EF4-FFF2-40B4-BE49-F238E27FC236}">
                <a16:creationId xmlns:a16="http://schemas.microsoft.com/office/drawing/2014/main" id="{C0EA7E8B-35A8-8B81-F309-B26D0AE478DC}"/>
              </a:ext>
            </a:extLst>
          </p:cNvPr>
          <p:cNvSpPr/>
          <p:nvPr/>
        </p:nvSpPr>
        <p:spPr>
          <a:xfrm>
            <a:off x="0" y="0"/>
            <a:ext cx="9144000" cy="5143500"/>
          </a:xfrm>
          <a:prstGeom prst="rect">
            <a:avLst/>
          </a:prstGeom>
          <a:solidFill>
            <a:srgbClr val="085269">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dirty="0">
              <a:ln>
                <a:noFill/>
              </a:ln>
              <a:solidFill>
                <a:srgbClr val="FFFFFF"/>
              </a:solidFill>
              <a:effectLst/>
              <a:uLnTx/>
              <a:uFillTx/>
              <a:latin typeface="Verdana" panose="020B0604030504040204"/>
              <a:ea typeface="+mn-ea"/>
              <a:cs typeface="+mn-cs"/>
            </a:endParaRPr>
          </a:p>
        </p:txBody>
      </p:sp>
      <p:sp>
        <p:nvSpPr>
          <p:cNvPr id="2" name="Rectangle 1">
            <a:extLst>
              <a:ext uri="{FF2B5EF4-FFF2-40B4-BE49-F238E27FC236}">
                <a16:creationId xmlns:a16="http://schemas.microsoft.com/office/drawing/2014/main" id="{AB20E72A-D2E1-C46C-079A-6DEA387C9F50}"/>
              </a:ext>
            </a:extLst>
          </p:cNvPr>
          <p:cNvSpPr/>
          <p:nvPr/>
        </p:nvSpPr>
        <p:spPr>
          <a:xfrm>
            <a:off x="0" y="1243584"/>
            <a:ext cx="5916168" cy="850392"/>
          </a:xfrm>
          <a:prstGeom prst="rect">
            <a:avLst/>
          </a:prstGeom>
          <a:gradFill>
            <a:gsLst>
              <a:gs pos="100000">
                <a:srgbClr val="242F39">
                  <a:alpha val="0"/>
                </a:srgbClr>
              </a:gs>
              <a:gs pos="13000">
                <a:srgbClr val="242F3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a:ea typeface="+mn-ea"/>
              <a:cs typeface="+mn-cs"/>
            </a:endParaRPr>
          </a:p>
        </p:txBody>
      </p:sp>
      <p:sp>
        <p:nvSpPr>
          <p:cNvPr id="23" name="Title 1">
            <a:extLst>
              <a:ext uri="{FF2B5EF4-FFF2-40B4-BE49-F238E27FC236}">
                <a16:creationId xmlns:a16="http://schemas.microsoft.com/office/drawing/2014/main" id="{B4E39D39-C144-6504-7123-7927F54BBB90}"/>
              </a:ext>
            </a:extLst>
          </p:cNvPr>
          <p:cNvSpPr txBox="1">
            <a:spLocks/>
          </p:cNvSpPr>
          <p:nvPr/>
        </p:nvSpPr>
        <p:spPr>
          <a:xfrm>
            <a:off x="426455" y="1453614"/>
            <a:ext cx="5782321" cy="52149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700" b="1" i="0" u="none" strike="noStrike" kern="1200" cap="none" spc="0" normalizeH="0" baseline="0" noProof="0" dirty="0">
                <a:ln>
                  <a:noFill/>
                </a:ln>
                <a:solidFill>
                  <a:srgbClr val="FFFFFF"/>
                </a:solidFill>
                <a:effectLst>
                  <a:outerShdw blurRad="226052" dist="38100" dir="5400000" algn="t" rotWithShape="0">
                    <a:prstClr val="black">
                      <a:alpha val="10400"/>
                    </a:prstClr>
                  </a:outerShdw>
                </a:effectLst>
                <a:uLnTx/>
                <a:uFillTx/>
                <a:latin typeface="Verdana" panose="020B0604030504040204" pitchFamily="34" charset="0"/>
                <a:ea typeface="Verdana" panose="020B0604030504040204" pitchFamily="34" charset="0"/>
                <a:cs typeface="Verdana" panose="020B0604030504040204" pitchFamily="34" charset="0"/>
              </a:rPr>
              <a:t>Course Closing &amp; Evaluation</a:t>
            </a:r>
          </a:p>
        </p:txBody>
      </p:sp>
    </p:spTree>
    <p:custDataLst>
      <p:tags r:id="rId1"/>
    </p:custDataLst>
    <p:extLst>
      <p:ext uri="{BB962C8B-B14F-4D97-AF65-F5344CB8AC3E}">
        <p14:creationId xmlns:p14="http://schemas.microsoft.com/office/powerpoint/2010/main" val="42487845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06F61250-B01A-DAF3-E752-EAAC48144C91}"/>
              </a:ext>
            </a:extLst>
          </p:cNvPr>
          <p:cNvSpPr>
            <a:spLocks noGrp="1"/>
          </p:cNvSpPr>
          <p:nvPr>
            <p:ph type="title"/>
          </p:nvPr>
        </p:nvSpPr>
        <p:spPr/>
        <p:txBody>
          <a:bodyPr/>
          <a:lstStyle/>
          <a:p>
            <a:r>
              <a:rPr lang="en-US" dirty="0"/>
              <a:t>IACET Accreditation</a:t>
            </a:r>
          </a:p>
        </p:txBody>
      </p:sp>
      <p:sp>
        <p:nvSpPr>
          <p:cNvPr id="12" name="Footer Placeholder 4">
            <a:extLst>
              <a:ext uri="{FF2B5EF4-FFF2-40B4-BE49-F238E27FC236}">
                <a16:creationId xmlns:a16="http://schemas.microsoft.com/office/drawing/2014/main" id="{EC544C6B-EAB6-7C1A-D3FB-EBB684ED44E8}"/>
              </a:ext>
            </a:extLst>
          </p:cNvPr>
          <p:cNvSpPr txBox="1">
            <a:spLocks/>
          </p:cNvSpPr>
          <p:nvPr/>
        </p:nvSpPr>
        <p:spPr>
          <a:xfrm>
            <a:off x="900001" y="6276614"/>
            <a:ext cx="2016252" cy="137160"/>
          </a:xfrm>
          <a:prstGeom prst="rect">
            <a:avLst/>
          </a:prstGeom>
        </p:spPr>
        <p:txBody>
          <a:bodyPr vert="horz" lIns="0" tIns="0" rIns="0" bIns="0" rtlCol="0" anchor="b" anchorCtr="0"/>
          <a:lstStyle>
            <a:defPPr>
              <a:defRPr lang="en-US"/>
            </a:defPPr>
            <a:lvl1pPr marL="0" algn="ctr" defTabSz="914400" rtl="0" eaLnBrk="1" latinLnBrk="0" hangingPunct="1">
              <a:defRPr sz="800" b="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242F38"/>
              </a:solidFill>
              <a:effectLst/>
              <a:uLnTx/>
              <a:uFillTx/>
              <a:latin typeface="Consolas" panose="020B0609020204030204"/>
              <a:ea typeface="+mn-ea"/>
              <a:cs typeface="+mn-cs"/>
            </a:endParaRPr>
          </a:p>
        </p:txBody>
      </p:sp>
      <p:sp>
        <p:nvSpPr>
          <p:cNvPr id="2" name="Slide Number Placeholder 11">
            <a:extLst>
              <a:ext uri="{FF2B5EF4-FFF2-40B4-BE49-F238E27FC236}">
                <a16:creationId xmlns:a16="http://schemas.microsoft.com/office/drawing/2014/main" id="{A80BFB8D-AC23-C0B0-2402-08C88E864DA1}"/>
              </a:ext>
            </a:extLst>
          </p:cNvPr>
          <p:cNvSpPr txBox="1">
            <a:spLocks/>
          </p:cNvSpPr>
          <p:nvPr/>
        </p:nvSpPr>
        <p:spPr>
          <a:xfrm>
            <a:off x="8788967" y="4869656"/>
            <a:ext cx="404625"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D6DB3CB8-7720-480B-8133-EC0C5BEF986A}" type="slidenum">
              <a:rPr kumimoji="0" lang="en-US" sz="900" b="0" i="0" u="none" strike="noStrike" kern="1200" cap="none" spc="0" normalizeH="0" baseline="0" noProof="0" smtClean="0">
                <a:ln>
                  <a:noFill/>
                </a:ln>
                <a:solidFill>
                  <a:srgbClr val="E9EAEB">
                    <a:lumMod val="10000"/>
                  </a:srgbClr>
                </a:solidFill>
                <a:effectLst/>
                <a:uLnTx/>
                <a:uFillTx/>
                <a:latin typeface="Verdana Pro Cond" panose="020B060603050404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121</a:t>
            </a:fld>
            <a:endParaRPr kumimoji="0" lang="en-US" sz="900" b="0" i="0" u="none" strike="noStrike" kern="1200" cap="none" spc="0" normalizeH="0" baseline="0" noProof="0" dirty="0">
              <a:ln>
                <a:noFill/>
              </a:ln>
              <a:solidFill>
                <a:srgbClr val="E9EAEB">
                  <a:lumMod val="10000"/>
                </a:srgbClr>
              </a:solidFill>
              <a:effectLst/>
              <a:uLnTx/>
              <a:uFillTx/>
              <a:latin typeface="Verdana Pro Cond" panose="020B0606030504040204" pitchFamily="34" charset="0"/>
              <a:ea typeface="+mn-ea"/>
              <a:cs typeface="+mn-cs"/>
            </a:endParaRPr>
          </a:p>
        </p:txBody>
      </p:sp>
      <p:sp>
        <p:nvSpPr>
          <p:cNvPr id="4" name="Content Placeholder 2">
            <a:extLst>
              <a:ext uri="{FF2B5EF4-FFF2-40B4-BE49-F238E27FC236}">
                <a16:creationId xmlns:a16="http://schemas.microsoft.com/office/drawing/2014/main" id="{B30686C1-CEEF-053E-68BA-6344BE9A6974}"/>
              </a:ext>
            </a:extLst>
          </p:cNvPr>
          <p:cNvSpPr txBox="1">
            <a:spLocks/>
          </p:cNvSpPr>
          <p:nvPr/>
        </p:nvSpPr>
        <p:spPr>
          <a:xfrm>
            <a:off x="308317" y="1209037"/>
            <a:ext cx="8207325" cy="3657600"/>
          </a:xfrm>
          <a:prstGeom prst="rect">
            <a:avLst/>
          </a:prstGeom>
        </p:spPr>
        <p:txBody>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SAE International is an Accredited Provider of the International Accreditors for Continuing Education and Training (IACET). By holding this accreditation, SAE demonstrates compliance with the ANSI/IACET 2018-1 Standard for Continuing Education and Training, which is recognized internationally as a proven model for quality continuing education and training practices. SAE is authorized to offer IACET CEUs for Professional Development learning programs that meet the criteria outlined in the ANSI/IACET Standard.</a:t>
            </a: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The Continuing Education Unit (CEU) was created by IACET as a measurement of continuing education. One (1) IACET CEU is equal to ten (10) contact hours of participation in an organized continuing education experience under responsible sponsorship, capable direction, and qualified instruction. Under IACET's care, the IACET CEU has evolved from a quantitative measure to a hallmark of quality training and instruction. For more information on IACET, visit </a:t>
            </a: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hlinkClick r:id="rId3">
                  <a:extLst>
                    <a:ext uri="{A12FA001-AC4F-418D-AE19-62706E023703}">
                      <ahyp:hlinkClr xmlns:ahyp="http://schemas.microsoft.com/office/drawing/2018/hyperlinkcolor" val="tx"/>
                    </a:ext>
                  </a:extLst>
                </a:hlinkClick>
              </a:rPr>
              <a:t>www.iacet.org</a:t>
            </a: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a:t>
            </a: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To obtain official transcripts, please contact SAE Customer Service at 1-877-606-7323 </a:t>
            </a:r>
            <a:b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b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(U.S. and Canada only) or 1-724-776-4970 (</a:t>
            </a:r>
            <a:r>
              <a:rPr kumimoji="0" lang="en-US" sz="1350" b="0" i="0" u="none" strike="noStrike" kern="1200" cap="none" spc="0" normalizeH="0" baseline="0" noProof="0">
                <a:ln>
                  <a:noFill/>
                </a:ln>
                <a:solidFill>
                  <a:srgbClr val="242F38"/>
                </a:solidFill>
                <a:effectLst/>
                <a:uLnTx/>
                <a:uFillTx/>
                <a:latin typeface="Verdana" panose="020B0604030504040204"/>
                <a:ea typeface="+mn-ea"/>
                <a:cs typeface="Arial" panose="020B0604020202020204" pitchFamily="34" charset="0"/>
              </a:rPr>
              <a:t>outside U.S. </a:t>
            </a: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and Canada).</a:t>
            </a: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p:txBody>
      </p:sp>
    </p:spTree>
    <p:extLst>
      <p:ext uri="{BB962C8B-B14F-4D97-AF65-F5344CB8AC3E}">
        <p14:creationId xmlns:p14="http://schemas.microsoft.com/office/powerpoint/2010/main" val="144654333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06F61250-B01A-DAF3-E752-EAAC48144C91}"/>
              </a:ext>
            </a:extLst>
          </p:cNvPr>
          <p:cNvSpPr>
            <a:spLocks noGrp="1"/>
          </p:cNvSpPr>
          <p:nvPr>
            <p:ph type="title"/>
          </p:nvPr>
        </p:nvSpPr>
        <p:spPr/>
        <p:txBody>
          <a:bodyPr/>
          <a:lstStyle/>
          <a:p>
            <a:r>
              <a:rPr lang="en-US" dirty="0"/>
              <a:t>Learning Assessment</a:t>
            </a:r>
          </a:p>
        </p:txBody>
      </p:sp>
      <p:sp>
        <p:nvSpPr>
          <p:cNvPr id="12" name="Footer Placeholder 4">
            <a:extLst>
              <a:ext uri="{FF2B5EF4-FFF2-40B4-BE49-F238E27FC236}">
                <a16:creationId xmlns:a16="http://schemas.microsoft.com/office/drawing/2014/main" id="{EC544C6B-EAB6-7C1A-D3FB-EBB684ED44E8}"/>
              </a:ext>
            </a:extLst>
          </p:cNvPr>
          <p:cNvSpPr txBox="1">
            <a:spLocks/>
          </p:cNvSpPr>
          <p:nvPr/>
        </p:nvSpPr>
        <p:spPr>
          <a:xfrm>
            <a:off x="900001" y="6276614"/>
            <a:ext cx="2016252" cy="137160"/>
          </a:xfrm>
          <a:prstGeom prst="rect">
            <a:avLst/>
          </a:prstGeom>
        </p:spPr>
        <p:txBody>
          <a:bodyPr vert="horz" lIns="0" tIns="0" rIns="0" bIns="0" rtlCol="0" anchor="b" anchorCtr="0"/>
          <a:lstStyle>
            <a:defPPr>
              <a:defRPr lang="en-US"/>
            </a:defPPr>
            <a:lvl1pPr marL="0" algn="ctr" defTabSz="914400" rtl="0" eaLnBrk="1" latinLnBrk="0" hangingPunct="1">
              <a:defRPr sz="800" b="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242F38"/>
              </a:solidFill>
              <a:effectLst/>
              <a:uLnTx/>
              <a:uFillTx/>
              <a:latin typeface="Consolas" panose="020B0609020204030204"/>
              <a:ea typeface="+mn-ea"/>
              <a:cs typeface="+mn-cs"/>
            </a:endParaRPr>
          </a:p>
        </p:txBody>
      </p:sp>
      <p:sp>
        <p:nvSpPr>
          <p:cNvPr id="2" name="Slide Number Placeholder 11">
            <a:extLst>
              <a:ext uri="{FF2B5EF4-FFF2-40B4-BE49-F238E27FC236}">
                <a16:creationId xmlns:a16="http://schemas.microsoft.com/office/drawing/2014/main" id="{A80BFB8D-AC23-C0B0-2402-08C88E864DA1}"/>
              </a:ext>
            </a:extLst>
          </p:cNvPr>
          <p:cNvSpPr txBox="1">
            <a:spLocks/>
          </p:cNvSpPr>
          <p:nvPr/>
        </p:nvSpPr>
        <p:spPr>
          <a:xfrm>
            <a:off x="8788967" y="4869656"/>
            <a:ext cx="404625"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D6DB3CB8-7720-480B-8133-EC0C5BEF986A}" type="slidenum">
              <a:rPr kumimoji="0" lang="en-US" sz="900" b="0" i="0" u="none" strike="noStrike" kern="1200" cap="none" spc="0" normalizeH="0" baseline="0" noProof="0" smtClean="0">
                <a:ln>
                  <a:noFill/>
                </a:ln>
                <a:solidFill>
                  <a:srgbClr val="E9EAEB">
                    <a:lumMod val="10000"/>
                  </a:srgbClr>
                </a:solidFill>
                <a:effectLst/>
                <a:uLnTx/>
                <a:uFillTx/>
                <a:latin typeface="Verdana Pro Cond" panose="020B060603050404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122</a:t>
            </a:fld>
            <a:endParaRPr kumimoji="0" lang="en-US" sz="900" b="0" i="0" u="none" strike="noStrike" kern="1200" cap="none" spc="0" normalizeH="0" baseline="0" noProof="0" dirty="0">
              <a:ln>
                <a:noFill/>
              </a:ln>
              <a:solidFill>
                <a:srgbClr val="E9EAEB">
                  <a:lumMod val="10000"/>
                </a:srgbClr>
              </a:solidFill>
              <a:effectLst/>
              <a:uLnTx/>
              <a:uFillTx/>
              <a:latin typeface="Verdana Pro Cond" panose="020B0606030504040204" pitchFamily="34" charset="0"/>
              <a:ea typeface="+mn-ea"/>
              <a:cs typeface="+mn-cs"/>
            </a:endParaRPr>
          </a:p>
        </p:txBody>
      </p:sp>
      <p:sp>
        <p:nvSpPr>
          <p:cNvPr id="3" name="Content Placeholder 2">
            <a:extLst>
              <a:ext uri="{FF2B5EF4-FFF2-40B4-BE49-F238E27FC236}">
                <a16:creationId xmlns:a16="http://schemas.microsoft.com/office/drawing/2014/main" id="{01FEC756-BA7F-2172-EB66-4991754F17A7}"/>
              </a:ext>
            </a:extLst>
          </p:cNvPr>
          <p:cNvSpPr txBox="1">
            <a:spLocks/>
          </p:cNvSpPr>
          <p:nvPr/>
        </p:nvSpPr>
        <p:spPr>
          <a:xfrm>
            <a:off x="308317" y="1714500"/>
            <a:ext cx="8226083" cy="2095500"/>
          </a:xfrm>
          <a:prstGeom prst="rect">
            <a:avLst/>
          </a:prstGeom>
        </p:spPr>
        <p:txBody>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SAE Professional Development Seminar participants have an opportunity to earn Continuing Education Units (CEUs) by participating in and completing all course requirements, including an online learning assessment with a passing score of 70% or higher. </a:t>
            </a: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The assessments feature multiple choice questions randomized from a bank of questions, randomized answer choices, standard feedback for correct answer choices, custom feedback for incorrect answer choices, and a summary page reflecting the learner’s results and an opportunity for review. </a:t>
            </a: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p:txBody>
      </p:sp>
    </p:spTree>
    <p:extLst>
      <p:ext uri="{BB962C8B-B14F-4D97-AF65-F5344CB8AC3E}">
        <p14:creationId xmlns:p14="http://schemas.microsoft.com/office/powerpoint/2010/main" val="40467872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06F61250-B01A-DAF3-E752-EAAC48144C91}"/>
              </a:ext>
            </a:extLst>
          </p:cNvPr>
          <p:cNvSpPr>
            <a:spLocks noGrp="1"/>
          </p:cNvSpPr>
          <p:nvPr>
            <p:ph type="title"/>
          </p:nvPr>
        </p:nvSpPr>
        <p:spPr/>
        <p:txBody>
          <a:bodyPr/>
          <a:lstStyle/>
          <a:p>
            <a:r>
              <a:rPr lang="en-US" dirty="0"/>
              <a:t>Certificates</a:t>
            </a:r>
          </a:p>
        </p:txBody>
      </p:sp>
      <p:sp>
        <p:nvSpPr>
          <p:cNvPr id="12" name="Footer Placeholder 4">
            <a:extLst>
              <a:ext uri="{FF2B5EF4-FFF2-40B4-BE49-F238E27FC236}">
                <a16:creationId xmlns:a16="http://schemas.microsoft.com/office/drawing/2014/main" id="{EC544C6B-EAB6-7C1A-D3FB-EBB684ED44E8}"/>
              </a:ext>
            </a:extLst>
          </p:cNvPr>
          <p:cNvSpPr txBox="1">
            <a:spLocks/>
          </p:cNvSpPr>
          <p:nvPr/>
        </p:nvSpPr>
        <p:spPr>
          <a:xfrm>
            <a:off x="900001" y="6276614"/>
            <a:ext cx="2016252" cy="137160"/>
          </a:xfrm>
          <a:prstGeom prst="rect">
            <a:avLst/>
          </a:prstGeom>
        </p:spPr>
        <p:txBody>
          <a:bodyPr vert="horz" lIns="0" tIns="0" rIns="0" bIns="0" rtlCol="0" anchor="b" anchorCtr="0"/>
          <a:lstStyle>
            <a:defPPr>
              <a:defRPr lang="en-US"/>
            </a:defPPr>
            <a:lvl1pPr marL="0" algn="ctr" defTabSz="914400" rtl="0" eaLnBrk="1" latinLnBrk="0" hangingPunct="1">
              <a:defRPr sz="800" b="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242F38"/>
              </a:solidFill>
              <a:effectLst/>
              <a:uLnTx/>
              <a:uFillTx/>
              <a:latin typeface="Consolas" panose="020B0609020204030204"/>
              <a:ea typeface="+mn-ea"/>
              <a:cs typeface="+mn-cs"/>
            </a:endParaRPr>
          </a:p>
        </p:txBody>
      </p:sp>
      <p:sp>
        <p:nvSpPr>
          <p:cNvPr id="2" name="Slide Number Placeholder 11">
            <a:extLst>
              <a:ext uri="{FF2B5EF4-FFF2-40B4-BE49-F238E27FC236}">
                <a16:creationId xmlns:a16="http://schemas.microsoft.com/office/drawing/2014/main" id="{A80BFB8D-AC23-C0B0-2402-08C88E864DA1}"/>
              </a:ext>
            </a:extLst>
          </p:cNvPr>
          <p:cNvSpPr txBox="1">
            <a:spLocks/>
          </p:cNvSpPr>
          <p:nvPr/>
        </p:nvSpPr>
        <p:spPr>
          <a:xfrm>
            <a:off x="8788967" y="4869656"/>
            <a:ext cx="404625"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D6DB3CB8-7720-480B-8133-EC0C5BEF986A}" type="slidenum">
              <a:rPr kumimoji="0" lang="en-US" sz="900" b="0" i="0" u="none" strike="noStrike" kern="1200" cap="none" spc="0" normalizeH="0" baseline="0" noProof="0" smtClean="0">
                <a:ln>
                  <a:noFill/>
                </a:ln>
                <a:solidFill>
                  <a:srgbClr val="E9EAEB">
                    <a:lumMod val="10000"/>
                  </a:srgbClr>
                </a:solidFill>
                <a:effectLst/>
                <a:uLnTx/>
                <a:uFillTx/>
                <a:latin typeface="Verdana Pro Cond" panose="020B060603050404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123</a:t>
            </a:fld>
            <a:endParaRPr kumimoji="0" lang="en-US" sz="900" b="0" i="0" u="none" strike="noStrike" kern="1200" cap="none" spc="0" normalizeH="0" baseline="0" noProof="0" dirty="0">
              <a:ln>
                <a:noFill/>
              </a:ln>
              <a:solidFill>
                <a:srgbClr val="E9EAEB">
                  <a:lumMod val="10000"/>
                </a:srgbClr>
              </a:solidFill>
              <a:effectLst/>
              <a:uLnTx/>
              <a:uFillTx/>
              <a:latin typeface="Verdana Pro Cond" panose="020B0606030504040204" pitchFamily="34" charset="0"/>
              <a:ea typeface="+mn-ea"/>
              <a:cs typeface="+mn-cs"/>
            </a:endParaRPr>
          </a:p>
        </p:txBody>
      </p:sp>
      <p:sp>
        <p:nvSpPr>
          <p:cNvPr id="3" name="Content Placeholder 2">
            <a:extLst>
              <a:ext uri="{FF2B5EF4-FFF2-40B4-BE49-F238E27FC236}">
                <a16:creationId xmlns:a16="http://schemas.microsoft.com/office/drawing/2014/main" id="{8D877461-6AEC-092D-3267-11A3E83EECBD}"/>
              </a:ext>
            </a:extLst>
          </p:cNvPr>
          <p:cNvSpPr txBox="1">
            <a:spLocks/>
          </p:cNvSpPr>
          <p:nvPr/>
        </p:nvSpPr>
        <p:spPr>
          <a:xfrm>
            <a:off x="308316" y="1881140"/>
            <a:ext cx="8210843" cy="1883140"/>
          </a:xfrm>
          <a:prstGeom prst="rect">
            <a:avLst/>
          </a:prstGeom>
        </p:spPr>
        <p:txBody>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After course completion, you will receive access to print your certificate.  </a:t>
            </a: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A Certificate of Attendance is awarded to each student who completes attendance requirements.</a:t>
            </a: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1"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A Certificate of Achievement is awarded to each student who completes the attendance and course requirements, and scores 70% or higher on the post-course learning assessment.</a:t>
            </a:r>
          </a:p>
        </p:txBody>
      </p:sp>
    </p:spTree>
    <p:extLst>
      <p:ext uri="{BB962C8B-B14F-4D97-AF65-F5344CB8AC3E}">
        <p14:creationId xmlns:p14="http://schemas.microsoft.com/office/powerpoint/2010/main" val="5049068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06F61250-B01A-DAF3-E752-EAAC48144C91}"/>
              </a:ext>
            </a:extLst>
          </p:cNvPr>
          <p:cNvSpPr>
            <a:spLocks noGrp="1"/>
          </p:cNvSpPr>
          <p:nvPr>
            <p:ph type="title"/>
          </p:nvPr>
        </p:nvSpPr>
        <p:spPr/>
        <p:txBody>
          <a:bodyPr/>
          <a:lstStyle/>
          <a:p>
            <a:r>
              <a:rPr lang="en-US" dirty="0"/>
              <a:t>Seminar Evaluations</a:t>
            </a:r>
          </a:p>
        </p:txBody>
      </p:sp>
      <p:sp>
        <p:nvSpPr>
          <p:cNvPr id="12" name="Footer Placeholder 4">
            <a:extLst>
              <a:ext uri="{FF2B5EF4-FFF2-40B4-BE49-F238E27FC236}">
                <a16:creationId xmlns:a16="http://schemas.microsoft.com/office/drawing/2014/main" id="{EC544C6B-EAB6-7C1A-D3FB-EBB684ED44E8}"/>
              </a:ext>
            </a:extLst>
          </p:cNvPr>
          <p:cNvSpPr txBox="1">
            <a:spLocks/>
          </p:cNvSpPr>
          <p:nvPr/>
        </p:nvSpPr>
        <p:spPr>
          <a:xfrm>
            <a:off x="900001" y="6276614"/>
            <a:ext cx="2016252" cy="137160"/>
          </a:xfrm>
          <a:prstGeom prst="rect">
            <a:avLst/>
          </a:prstGeom>
        </p:spPr>
        <p:txBody>
          <a:bodyPr vert="horz" lIns="0" tIns="0" rIns="0" bIns="0" rtlCol="0" anchor="b" anchorCtr="0"/>
          <a:lstStyle>
            <a:defPPr>
              <a:defRPr lang="en-US"/>
            </a:defPPr>
            <a:lvl1pPr marL="0" algn="ctr" defTabSz="914400" rtl="0" eaLnBrk="1" latinLnBrk="0" hangingPunct="1">
              <a:defRPr sz="800" b="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242F38"/>
              </a:solidFill>
              <a:effectLst/>
              <a:uLnTx/>
              <a:uFillTx/>
              <a:latin typeface="Consolas" panose="020B0609020204030204"/>
              <a:ea typeface="+mn-ea"/>
              <a:cs typeface="+mn-cs"/>
            </a:endParaRPr>
          </a:p>
        </p:txBody>
      </p:sp>
      <p:sp>
        <p:nvSpPr>
          <p:cNvPr id="2" name="Slide Number Placeholder 11">
            <a:extLst>
              <a:ext uri="{FF2B5EF4-FFF2-40B4-BE49-F238E27FC236}">
                <a16:creationId xmlns:a16="http://schemas.microsoft.com/office/drawing/2014/main" id="{A80BFB8D-AC23-C0B0-2402-08C88E864DA1}"/>
              </a:ext>
            </a:extLst>
          </p:cNvPr>
          <p:cNvSpPr txBox="1">
            <a:spLocks/>
          </p:cNvSpPr>
          <p:nvPr/>
        </p:nvSpPr>
        <p:spPr>
          <a:xfrm>
            <a:off x="8788967" y="4869656"/>
            <a:ext cx="404625"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D6DB3CB8-7720-480B-8133-EC0C5BEF986A}" type="slidenum">
              <a:rPr kumimoji="0" lang="en-US" sz="900" b="0" i="0" u="none" strike="noStrike" kern="1200" cap="none" spc="0" normalizeH="0" baseline="0" noProof="0" smtClean="0">
                <a:ln>
                  <a:noFill/>
                </a:ln>
                <a:solidFill>
                  <a:srgbClr val="E9EAEB">
                    <a:lumMod val="10000"/>
                  </a:srgbClr>
                </a:solidFill>
                <a:effectLst/>
                <a:uLnTx/>
                <a:uFillTx/>
                <a:latin typeface="Verdana Pro Cond" panose="020B060603050404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124</a:t>
            </a:fld>
            <a:endParaRPr kumimoji="0" lang="en-US" sz="900" b="0" i="0" u="none" strike="noStrike" kern="1200" cap="none" spc="0" normalizeH="0" baseline="0" noProof="0" dirty="0">
              <a:ln>
                <a:noFill/>
              </a:ln>
              <a:solidFill>
                <a:srgbClr val="E9EAEB">
                  <a:lumMod val="10000"/>
                </a:srgbClr>
              </a:solidFill>
              <a:effectLst/>
              <a:uLnTx/>
              <a:uFillTx/>
              <a:latin typeface="Verdana Pro Cond" panose="020B0606030504040204" pitchFamily="34" charset="0"/>
              <a:ea typeface="+mn-ea"/>
              <a:cs typeface="+mn-cs"/>
            </a:endParaRPr>
          </a:p>
        </p:txBody>
      </p:sp>
      <p:sp>
        <p:nvSpPr>
          <p:cNvPr id="3" name="Content Placeholder 2">
            <a:extLst>
              <a:ext uri="{FF2B5EF4-FFF2-40B4-BE49-F238E27FC236}">
                <a16:creationId xmlns:a16="http://schemas.microsoft.com/office/drawing/2014/main" id="{749C9D35-D5AC-18A8-9E12-ACB147E0758B}"/>
              </a:ext>
            </a:extLst>
          </p:cNvPr>
          <p:cNvSpPr txBox="1">
            <a:spLocks/>
          </p:cNvSpPr>
          <p:nvPr/>
        </p:nvSpPr>
        <p:spPr>
          <a:xfrm>
            <a:off x="308317" y="2257785"/>
            <a:ext cx="8218463" cy="988335"/>
          </a:xfrm>
          <a:prstGeom prst="rect">
            <a:avLst/>
          </a:prstGeom>
        </p:spPr>
        <p:txBody>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The Course Evaluation and Learning Assessment will be available in the SAE Learning Center. You will receive an email invitation upon course completion with instructions and will need to complete both items in order to access the Certificate of Achievement in your SAE Learning Center account.</a:t>
            </a:r>
          </a:p>
          <a:p>
            <a:pPr marL="0" marR="0" lvl="0" indent="0" algn="l" defTabSz="685766"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242F38"/>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114277707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06F61250-B01A-DAF3-E752-EAAC48144C91}"/>
              </a:ext>
            </a:extLst>
          </p:cNvPr>
          <p:cNvSpPr>
            <a:spLocks noGrp="1"/>
          </p:cNvSpPr>
          <p:nvPr>
            <p:ph type="title"/>
          </p:nvPr>
        </p:nvSpPr>
        <p:spPr/>
        <p:txBody>
          <a:bodyPr/>
          <a:lstStyle/>
          <a:p>
            <a:r>
              <a:rPr lang="en-US" dirty="0"/>
              <a:t>Certificate Programs</a:t>
            </a:r>
          </a:p>
        </p:txBody>
      </p:sp>
      <p:sp>
        <p:nvSpPr>
          <p:cNvPr id="12" name="Footer Placeholder 4">
            <a:extLst>
              <a:ext uri="{FF2B5EF4-FFF2-40B4-BE49-F238E27FC236}">
                <a16:creationId xmlns:a16="http://schemas.microsoft.com/office/drawing/2014/main" id="{EC544C6B-EAB6-7C1A-D3FB-EBB684ED44E8}"/>
              </a:ext>
            </a:extLst>
          </p:cNvPr>
          <p:cNvSpPr txBox="1">
            <a:spLocks/>
          </p:cNvSpPr>
          <p:nvPr/>
        </p:nvSpPr>
        <p:spPr>
          <a:xfrm>
            <a:off x="900001" y="6276614"/>
            <a:ext cx="2016252" cy="137160"/>
          </a:xfrm>
          <a:prstGeom prst="rect">
            <a:avLst/>
          </a:prstGeom>
        </p:spPr>
        <p:txBody>
          <a:bodyPr vert="horz" lIns="0" tIns="0" rIns="0" bIns="0" rtlCol="0" anchor="b" anchorCtr="0"/>
          <a:lstStyle>
            <a:defPPr>
              <a:defRPr lang="en-US"/>
            </a:defPPr>
            <a:lvl1pPr marL="0" algn="ctr" defTabSz="914400" rtl="0" eaLnBrk="1" latinLnBrk="0" hangingPunct="1">
              <a:defRPr sz="800" b="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242F38"/>
              </a:solidFill>
              <a:effectLst/>
              <a:uLnTx/>
              <a:uFillTx/>
              <a:latin typeface="Consolas" panose="020B0609020204030204"/>
              <a:ea typeface="+mn-ea"/>
              <a:cs typeface="+mn-cs"/>
            </a:endParaRPr>
          </a:p>
        </p:txBody>
      </p:sp>
      <p:sp>
        <p:nvSpPr>
          <p:cNvPr id="2" name="Slide Number Placeholder 11">
            <a:extLst>
              <a:ext uri="{FF2B5EF4-FFF2-40B4-BE49-F238E27FC236}">
                <a16:creationId xmlns:a16="http://schemas.microsoft.com/office/drawing/2014/main" id="{A80BFB8D-AC23-C0B0-2402-08C88E864DA1}"/>
              </a:ext>
            </a:extLst>
          </p:cNvPr>
          <p:cNvSpPr txBox="1">
            <a:spLocks/>
          </p:cNvSpPr>
          <p:nvPr/>
        </p:nvSpPr>
        <p:spPr>
          <a:xfrm>
            <a:off x="8788967" y="4869656"/>
            <a:ext cx="404625"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D6DB3CB8-7720-480B-8133-EC0C5BEF986A}" type="slidenum">
              <a:rPr kumimoji="0" lang="en-US" sz="900" b="0" i="0" u="none" strike="noStrike" kern="1200" cap="none" spc="0" normalizeH="0" baseline="0" noProof="0" smtClean="0">
                <a:ln>
                  <a:noFill/>
                </a:ln>
                <a:solidFill>
                  <a:srgbClr val="E9EAEB">
                    <a:lumMod val="10000"/>
                  </a:srgbClr>
                </a:solidFill>
                <a:effectLst/>
                <a:uLnTx/>
                <a:uFillTx/>
                <a:latin typeface="Verdana Pro Cond" panose="020B060603050404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125</a:t>
            </a:fld>
            <a:endParaRPr kumimoji="0" lang="en-US" sz="900" b="0" i="0" u="none" strike="noStrike" kern="1200" cap="none" spc="0" normalizeH="0" baseline="0" noProof="0" dirty="0">
              <a:ln>
                <a:noFill/>
              </a:ln>
              <a:solidFill>
                <a:srgbClr val="E9EAEB">
                  <a:lumMod val="10000"/>
                </a:srgbClr>
              </a:solidFill>
              <a:effectLst/>
              <a:uLnTx/>
              <a:uFillTx/>
              <a:latin typeface="Verdana Pro Cond" panose="020B0606030504040204" pitchFamily="34" charset="0"/>
              <a:ea typeface="+mn-ea"/>
              <a:cs typeface="+mn-cs"/>
            </a:endParaRPr>
          </a:p>
        </p:txBody>
      </p:sp>
      <p:sp>
        <p:nvSpPr>
          <p:cNvPr id="3" name="Content Placeholder 2">
            <a:extLst>
              <a:ext uri="{FF2B5EF4-FFF2-40B4-BE49-F238E27FC236}">
                <a16:creationId xmlns:a16="http://schemas.microsoft.com/office/drawing/2014/main" id="{E4E94BD3-03E0-9EC4-0658-D138001B66E5}"/>
              </a:ext>
            </a:extLst>
          </p:cNvPr>
          <p:cNvSpPr txBox="1">
            <a:spLocks/>
          </p:cNvSpPr>
          <p:nvPr/>
        </p:nvSpPr>
        <p:spPr>
          <a:xfrm>
            <a:off x="308316" y="1537462"/>
            <a:ext cx="8264183" cy="3087878"/>
          </a:xfrm>
          <a:prstGeom prst="rect">
            <a:avLst/>
          </a:prstGeom>
        </p:spPr>
        <p:txBody>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Gain Industry Recognition for Your Professional Expertise</a:t>
            </a: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SAE offers several options to earn credentials beyond your university degree(s) that can enhance your resume and further advance your career. More information available: </a:t>
            </a: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hlinkClick r:id="rId3">
                  <a:extLst>
                    <a:ext uri="{A12FA001-AC4F-418D-AE19-62706E023703}">
                      <ahyp:hlinkClr xmlns:ahyp="http://schemas.microsoft.com/office/drawing/2018/hyperlinkcolor" val="tx"/>
                    </a:ext>
                  </a:extLst>
                </a:hlinkClick>
              </a:rPr>
              <a:t>https://www.sae.org/learn/professional-development/certifications</a:t>
            </a: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Browse Certificate Programs by Topic:</a:t>
            </a:r>
          </a:p>
          <a:p>
            <a:pPr marL="257175" marR="0" lvl="0" indent="-257175" algn="l" defTabSz="685766" rtl="0" eaLnBrk="1" fontAlgn="base" latinLnBrk="0" hangingPunct="1">
              <a:lnSpc>
                <a:spcPct val="100000"/>
              </a:lnSpc>
              <a:spcBef>
                <a:spcPts val="0"/>
              </a:spcBef>
              <a:spcAft>
                <a:spcPts val="0"/>
              </a:spcAft>
              <a:buClrTx/>
              <a:buSzPts val="1000"/>
              <a:buFont typeface="Symbol" panose="05050102010706020507" pitchFamily="18" charset="2"/>
              <a:buChar char=""/>
              <a:tabLst>
                <a:tab pos="342900" algn="l"/>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hlinkClick r:id="rId4">
                  <a:extLst>
                    <a:ext uri="{A12FA001-AC4F-418D-AE19-62706E023703}">
                      <ahyp:hlinkClr xmlns:ahyp="http://schemas.microsoft.com/office/drawing/2018/hyperlinkcolor" val="tx"/>
                    </a:ext>
                  </a:extLst>
                </a:hlinkClick>
              </a:rPr>
              <a:t>Accident Reconstruction</a:t>
            </a: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257175" marR="0" lvl="0" indent="-257175" algn="l" defTabSz="685766" rtl="0" eaLnBrk="1" fontAlgn="base" latinLnBrk="0" hangingPunct="1">
              <a:lnSpc>
                <a:spcPct val="100000"/>
              </a:lnSpc>
              <a:spcBef>
                <a:spcPts val="0"/>
              </a:spcBef>
              <a:spcAft>
                <a:spcPts val="0"/>
              </a:spcAft>
              <a:buClrTx/>
              <a:buSzPts val="1000"/>
              <a:buFont typeface="Symbol" panose="05050102010706020507" pitchFamily="18" charset="2"/>
              <a:buChar char=""/>
              <a:tabLst>
                <a:tab pos="342900" algn="l"/>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hlinkClick r:id="rId5">
                  <a:extLst>
                    <a:ext uri="{A12FA001-AC4F-418D-AE19-62706E023703}">
                      <ahyp:hlinkClr xmlns:ahyp="http://schemas.microsoft.com/office/drawing/2018/hyperlinkcolor" val="tx"/>
                    </a:ext>
                  </a:extLst>
                </a:hlinkClick>
              </a:rPr>
              <a:t>Management and Leadership</a:t>
            </a: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257175" marR="0" lvl="0" indent="-257175" algn="l" defTabSz="685766" rtl="0" eaLnBrk="1" fontAlgn="base" latinLnBrk="0" hangingPunct="1">
              <a:lnSpc>
                <a:spcPct val="100000"/>
              </a:lnSpc>
              <a:spcBef>
                <a:spcPts val="0"/>
              </a:spcBef>
              <a:spcAft>
                <a:spcPts val="0"/>
              </a:spcAft>
              <a:buClrTx/>
              <a:buSzPts val="1000"/>
              <a:buFont typeface="Symbol" panose="05050102010706020507" pitchFamily="18" charset="2"/>
              <a:buChar char=""/>
              <a:tabLst>
                <a:tab pos="342900" algn="l"/>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hlinkClick r:id="rId6">
                  <a:extLst>
                    <a:ext uri="{A12FA001-AC4F-418D-AE19-62706E023703}">
                      <ahyp:hlinkClr xmlns:ahyp="http://schemas.microsoft.com/office/drawing/2018/hyperlinkcolor" val="tx"/>
                    </a:ext>
                  </a:extLst>
                </a:hlinkClick>
              </a:rPr>
              <a:t>Product Engineering Tools and Methods</a:t>
            </a: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257175" marR="0" lvl="0" indent="-257175" algn="l" defTabSz="685766" rtl="0" eaLnBrk="1" fontAlgn="base" latinLnBrk="0" hangingPunct="1">
              <a:lnSpc>
                <a:spcPct val="100000"/>
              </a:lnSpc>
              <a:spcBef>
                <a:spcPts val="0"/>
              </a:spcBef>
              <a:spcAft>
                <a:spcPts val="0"/>
              </a:spcAft>
              <a:buClrTx/>
              <a:buSzPts val="1000"/>
              <a:buFont typeface="Symbol" panose="05050102010706020507" pitchFamily="18" charset="2"/>
              <a:buChar char=""/>
              <a:tabLst>
                <a:tab pos="342900" algn="l"/>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hlinkClick r:id="rId7">
                  <a:extLst>
                    <a:ext uri="{A12FA001-AC4F-418D-AE19-62706E023703}">
                      <ahyp:hlinkClr xmlns:ahyp="http://schemas.microsoft.com/office/drawing/2018/hyperlinkcolor" val="tx"/>
                    </a:ext>
                  </a:extLst>
                </a:hlinkClick>
              </a:rPr>
              <a:t>Vehicle Dynamics</a:t>
            </a: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171442" marR="0" lvl="0" indent="-171442" algn="l" defTabSz="68576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50" b="1" i="0" u="none" strike="noStrike" kern="1200" cap="none" spc="0" normalizeH="0" baseline="0" noProof="0" dirty="0">
              <a:ln>
                <a:noFill/>
              </a:ln>
              <a:solidFill>
                <a:srgbClr val="242F38"/>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86478350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06F61250-B01A-DAF3-E752-EAAC48144C91}"/>
              </a:ext>
            </a:extLst>
          </p:cNvPr>
          <p:cNvSpPr>
            <a:spLocks noGrp="1"/>
          </p:cNvSpPr>
          <p:nvPr>
            <p:ph type="title"/>
          </p:nvPr>
        </p:nvSpPr>
        <p:spPr/>
        <p:txBody>
          <a:bodyPr/>
          <a:lstStyle/>
          <a:p>
            <a:pPr>
              <a:lnSpc>
                <a:spcPct val="100000"/>
              </a:lnSpc>
            </a:pPr>
            <a:r>
              <a:rPr lang="en-US" sz="2200" dirty="0"/>
              <a:t>Professional Development Resources and Support</a:t>
            </a:r>
          </a:p>
        </p:txBody>
      </p:sp>
      <p:sp>
        <p:nvSpPr>
          <p:cNvPr id="12" name="Footer Placeholder 4">
            <a:extLst>
              <a:ext uri="{FF2B5EF4-FFF2-40B4-BE49-F238E27FC236}">
                <a16:creationId xmlns:a16="http://schemas.microsoft.com/office/drawing/2014/main" id="{EC544C6B-EAB6-7C1A-D3FB-EBB684ED44E8}"/>
              </a:ext>
            </a:extLst>
          </p:cNvPr>
          <p:cNvSpPr txBox="1">
            <a:spLocks/>
          </p:cNvSpPr>
          <p:nvPr/>
        </p:nvSpPr>
        <p:spPr>
          <a:xfrm>
            <a:off x="900001" y="6276614"/>
            <a:ext cx="2016252" cy="137160"/>
          </a:xfrm>
          <a:prstGeom prst="rect">
            <a:avLst/>
          </a:prstGeom>
        </p:spPr>
        <p:txBody>
          <a:bodyPr vert="horz" lIns="0" tIns="0" rIns="0" bIns="0" rtlCol="0" anchor="b" anchorCtr="0"/>
          <a:lstStyle>
            <a:defPPr>
              <a:defRPr lang="en-US"/>
            </a:defPPr>
            <a:lvl1pPr marL="0" algn="ctr" defTabSz="914400" rtl="0" eaLnBrk="1" latinLnBrk="0" hangingPunct="1">
              <a:defRPr sz="800" b="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242F38"/>
              </a:solidFill>
              <a:effectLst/>
              <a:uLnTx/>
              <a:uFillTx/>
              <a:latin typeface="Consolas" panose="020B0609020204030204"/>
              <a:ea typeface="+mn-ea"/>
              <a:cs typeface="+mn-cs"/>
            </a:endParaRPr>
          </a:p>
        </p:txBody>
      </p:sp>
      <p:sp>
        <p:nvSpPr>
          <p:cNvPr id="2" name="Slide Number Placeholder 11">
            <a:extLst>
              <a:ext uri="{FF2B5EF4-FFF2-40B4-BE49-F238E27FC236}">
                <a16:creationId xmlns:a16="http://schemas.microsoft.com/office/drawing/2014/main" id="{A80BFB8D-AC23-C0B0-2402-08C88E864DA1}"/>
              </a:ext>
            </a:extLst>
          </p:cNvPr>
          <p:cNvSpPr txBox="1">
            <a:spLocks/>
          </p:cNvSpPr>
          <p:nvPr/>
        </p:nvSpPr>
        <p:spPr>
          <a:xfrm>
            <a:off x="8788967" y="4869656"/>
            <a:ext cx="404625"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D6DB3CB8-7720-480B-8133-EC0C5BEF986A}" type="slidenum">
              <a:rPr kumimoji="0" lang="en-US" sz="900" b="0" i="0" u="none" strike="noStrike" kern="1200" cap="none" spc="0" normalizeH="0" baseline="0" noProof="0" smtClean="0">
                <a:ln>
                  <a:noFill/>
                </a:ln>
                <a:solidFill>
                  <a:srgbClr val="E9EAEB">
                    <a:lumMod val="10000"/>
                  </a:srgbClr>
                </a:solidFill>
                <a:effectLst/>
                <a:uLnTx/>
                <a:uFillTx/>
                <a:latin typeface="Verdana Pro Cond" panose="020B060603050404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126</a:t>
            </a:fld>
            <a:endParaRPr kumimoji="0" lang="en-US" sz="900" b="0" i="0" u="none" strike="noStrike" kern="1200" cap="none" spc="0" normalizeH="0" baseline="0" noProof="0" dirty="0">
              <a:ln>
                <a:noFill/>
              </a:ln>
              <a:solidFill>
                <a:srgbClr val="E9EAEB">
                  <a:lumMod val="10000"/>
                </a:srgbClr>
              </a:solidFill>
              <a:effectLst/>
              <a:uLnTx/>
              <a:uFillTx/>
              <a:latin typeface="Verdana Pro Cond" panose="020B0606030504040204" pitchFamily="34" charset="0"/>
              <a:ea typeface="+mn-ea"/>
              <a:cs typeface="+mn-cs"/>
            </a:endParaRPr>
          </a:p>
        </p:txBody>
      </p:sp>
      <p:sp>
        <p:nvSpPr>
          <p:cNvPr id="3" name="Content Placeholder 2">
            <a:extLst>
              <a:ext uri="{FF2B5EF4-FFF2-40B4-BE49-F238E27FC236}">
                <a16:creationId xmlns:a16="http://schemas.microsoft.com/office/drawing/2014/main" id="{3B7DDCBF-F253-07B3-D8E3-6135F57EAE56}"/>
              </a:ext>
            </a:extLst>
          </p:cNvPr>
          <p:cNvSpPr txBox="1">
            <a:spLocks/>
          </p:cNvSpPr>
          <p:nvPr/>
        </p:nvSpPr>
        <p:spPr>
          <a:xfrm>
            <a:off x="308317" y="1388406"/>
            <a:ext cx="8241323" cy="3020756"/>
          </a:xfrm>
          <a:prstGeom prst="rect">
            <a:avLst/>
          </a:prstGeom>
        </p:spPr>
        <p:txBody>
          <a:bodyPr/>
          <a:lstStyle>
            <a:lvl1pPr marL="171442" indent="-171442" algn="l" defTabSz="685766" rtl="0" eaLnBrk="1" latinLnBrk="0" hangingPunct="1">
              <a:lnSpc>
                <a:spcPct val="90000"/>
              </a:lnSpc>
              <a:spcBef>
                <a:spcPts val="750"/>
              </a:spcBef>
              <a:buFont typeface="Arial" panose="020B0604020202020204" pitchFamily="34" charset="0"/>
              <a:buChar char="•"/>
              <a:defRPr sz="2100" b="0" i="0" kern="1200">
                <a:solidFill>
                  <a:schemeClr val="accent1"/>
                </a:solidFill>
                <a:latin typeface="Verdana" panose="020B0604030504040204" pitchFamily="34" charset="0"/>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b="0" i="0" kern="1200">
                <a:solidFill>
                  <a:schemeClr val="accent1"/>
                </a:solidFill>
                <a:latin typeface="Verdana" panose="020B06040305040402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b="0" i="0" kern="1200">
                <a:solidFill>
                  <a:schemeClr val="accent1"/>
                </a:solidFill>
                <a:latin typeface="Verdana" panose="020B06040305040402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b="0" i="0" kern="1200">
                <a:solidFill>
                  <a:schemeClr val="accent1"/>
                </a:solidFill>
                <a:latin typeface="Verdana" panose="020B0604030504040204" pitchFamily="34" charset="0"/>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Explore the full portfolio of training courses with our interactive Professional Development Education and Training Course Catalog:</a:t>
            </a:r>
          </a:p>
          <a:p>
            <a:pPr marL="171442" marR="0" lvl="0" indent="-171442" algn="l" defTabSz="68576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171442" marR="0" lvl="0" indent="-171442" algn="l" defTabSz="68576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171442" marR="0" lvl="0" indent="-171442" algn="l" defTabSz="68576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171442" marR="0" lvl="0" indent="-171442" algn="l" defTabSz="68576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171442" marR="0" lvl="0" indent="-171442" algn="l" defTabSz="68576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171442" marR="0" lvl="0" indent="-171442" algn="l" defTabSz="68576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171442" marR="0" lvl="0" indent="-171442" algn="l" defTabSz="68576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ctr"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hlinkClick r:id="rId3">
                  <a:extLst>
                    <a:ext uri="{A12FA001-AC4F-418D-AE19-62706E023703}">
                      <ahyp:hlinkClr xmlns:ahyp="http://schemas.microsoft.com/office/drawing/2018/hyperlinkcolor" val="tx"/>
                    </a:ext>
                  </a:extLst>
                </a:hlinkClick>
              </a:rPr>
              <a:t>Professional Development Education and Training Course Catalog</a:t>
            </a: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171442" marR="0" lvl="0" indent="-171442" algn="l" defTabSz="68576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Should you have questions regarding any SAE International seminar, please contact us at </a:t>
            </a: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hlinkClick r:id="rId4">
                  <a:extLst>
                    <a:ext uri="{A12FA001-AC4F-418D-AE19-62706E023703}">
                      <ahyp:hlinkClr xmlns:ahyp="http://schemas.microsoft.com/office/drawing/2018/hyperlinkcolor" val="tx"/>
                    </a:ext>
                  </a:extLst>
                </a:hlinkClick>
              </a:rPr>
              <a:t>mylearnsupport@sae.org</a:t>
            </a: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endParaRPr>
          </a:p>
          <a:p>
            <a:pPr marL="0" marR="0" lvl="0" indent="0" algn="l" defTabSz="68576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50" b="0" i="0" u="none" strike="noStrike" kern="1200" cap="none" spc="0" normalizeH="0" baseline="0" noProof="0" dirty="0">
                <a:ln>
                  <a:noFill/>
                </a:ln>
                <a:solidFill>
                  <a:srgbClr val="242F38"/>
                </a:solidFill>
                <a:effectLst/>
                <a:uLnTx/>
                <a:uFillTx/>
                <a:latin typeface="Verdana" panose="020B0604030504040204"/>
                <a:ea typeface="+mn-ea"/>
                <a:cs typeface="Arial" panose="020B0604020202020204" pitchFamily="34" charset="0"/>
              </a:rPr>
              <a:t>Thank you for attending!</a:t>
            </a:r>
          </a:p>
          <a:p>
            <a:pPr marL="171442" marR="0" lvl="0" indent="-171442" algn="l" defTabSz="68576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242F38"/>
              </a:solidFill>
              <a:effectLst/>
              <a:uLnTx/>
              <a:uFillTx/>
              <a:latin typeface="Verdana" panose="020B0604030504040204" pitchFamily="34" charset="0"/>
              <a:ea typeface="+mn-ea"/>
              <a:cs typeface="+mn-cs"/>
            </a:endParaRPr>
          </a:p>
        </p:txBody>
      </p:sp>
      <p:sp>
        <p:nvSpPr>
          <p:cNvPr id="7" name="TextBox 6">
            <a:extLst>
              <a:ext uri="{FF2B5EF4-FFF2-40B4-BE49-F238E27FC236}">
                <a16:creationId xmlns:a16="http://schemas.microsoft.com/office/drawing/2014/main" id="{4F0A7F8C-0B3F-66A9-6827-D5B0B52E8B02}"/>
              </a:ext>
            </a:extLst>
          </p:cNvPr>
          <p:cNvSpPr txBox="1"/>
          <p:nvPr/>
        </p:nvSpPr>
        <p:spPr>
          <a:xfrm>
            <a:off x="4139837" y="2202418"/>
            <a:ext cx="2567937"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C7F3C"/>
                </a:solidFill>
                <a:effectLst/>
                <a:uLnTx/>
                <a:uFillTx/>
                <a:latin typeface="Verdana" panose="020B0604030504040204"/>
                <a:ea typeface="+mn-ea"/>
                <a:cs typeface="+mn-cs"/>
              </a:rPr>
              <a:t>Scan to 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C7F3C"/>
                </a:solidFill>
                <a:effectLst/>
                <a:uLnTx/>
                <a:uFillTx/>
                <a:latin typeface="Verdana" panose="020B0604030504040204"/>
                <a:ea typeface="+mn-ea"/>
                <a:cs typeface="+mn-cs"/>
              </a:rPr>
              <a:t>the online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C7F3C"/>
                </a:solidFill>
                <a:effectLst/>
                <a:uLnTx/>
                <a:uFillTx/>
                <a:latin typeface="Verdana" panose="020B0604030504040204"/>
                <a:ea typeface="+mn-ea"/>
                <a:cs typeface="+mn-cs"/>
              </a:rPr>
              <a:t>course catalog</a:t>
            </a:r>
          </a:p>
        </p:txBody>
      </p:sp>
      <p:pic>
        <p:nvPicPr>
          <p:cNvPr id="1026" name="Picture 2">
            <a:extLst>
              <a:ext uri="{FF2B5EF4-FFF2-40B4-BE49-F238E27FC236}">
                <a16:creationId xmlns:a16="http://schemas.microsoft.com/office/drawing/2014/main" id="{44395203-8EE2-FDF7-6508-388C257024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557" y="1938610"/>
            <a:ext cx="1266280" cy="1266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07360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682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8788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initions">
  <a:themeElements>
    <a:clrScheme name="SAE Final Brand Colors">
      <a:dk1>
        <a:srgbClr val="242F38"/>
      </a:dk1>
      <a:lt1>
        <a:srgbClr val="FFFFFF"/>
      </a:lt1>
      <a:dk2>
        <a:srgbClr val="5B646D"/>
      </a:dk2>
      <a:lt2>
        <a:srgbClr val="23C1EF"/>
      </a:lt2>
      <a:accent1>
        <a:srgbClr val="242F38"/>
      </a:accent1>
      <a:accent2>
        <a:srgbClr val="23C1EF"/>
      </a:accent2>
      <a:accent3>
        <a:srgbClr val="5B646D"/>
      </a:accent3>
      <a:accent4>
        <a:srgbClr val="ADB1B6"/>
      </a:accent4>
      <a:accent5>
        <a:srgbClr val="C8EFFB"/>
      </a:accent5>
      <a:accent6>
        <a:srgbClr val="E9EAEB"/>
      </a:accent6>
      <a:hlink>
        <a:srgbClr val="23C1EF"/>
      </a:hlink>
      <a:folHlink>
        <a:srgbClr val="ADB1B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 Powerpoint Rebranding Style Template" id="{4666C50B-589B-BD43-9E31-6CA3F82DA854}" vid="{76195E0B-C04D-A849-8654-5C1FD2F9FEA1}"/>
    </a:ext>
  </a:extLst>
</a:theme>
</file>

<file path=ppt/theme/theme2.xml><?xml version="1.0" encoding="utf-8"?>
<a:theme xmlns:a="http://schemas.openxmlformats.org/drawingml/2006/main" name="Content Slides">
  <a:themeElements>
    <a:clrScheme name="SAE Final Brand Colors">
      <a:dk1>
        <a:srgbClr val="242F38"/>
      </a:dk1>
      <a:lt1>
        <a:srgbClr val="FFFFFF"/>
      </a:lt1>
      <a:dk2>
        <a:srgbClr val="5B646D"/>
      </a:dk2>
      <a:lt2>
        <a:srgbClr val="23C1EF"/>
      </a:lt2>
      <a:accent1>
        <a:srgbClr val="242F38"/>
      </a:accent1>
      <a:accent2>
        <a:srgbClr val="23C1EF"/>
      </a:accent2>
      <a:accent3>
        <a:srgbClr val="5B646D"/>
      </a:accent3>
      <a:accent4>
        <a:srgbClr val="ADB1B6"/>
      </a:accent4>
      <a:accent5>
        <a:srgbClr val="C8EFFB"/>
      </a:accent5>
      <a:accent6>
        <a:srgbClr val="E9EAEB"/>
      </a:accent6>
      <a:hlink>
        <a:srgbClr val="23C1EF"/>
      </a:hlink>
      <a:folHlink>
        <a:srgbClr val="ADB1B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 Powerpoint Rebranding Style Template" id="{4666C50B-589B-BD43-9E31-6CA3F82DA854}" vid="{76195E0B-C04D-A849-8654-5C1FD2F9FEA1}"/>
    </a:ext>
  </a:extLst>
</a:theme>
</file>

<file path=ppt/theme/theme3.xml><?xml version="1.0" encoding="utf-8"?>
<a:theme xmlns:a="http://schemas.openxmlformats.org/drawingml/2006/main" name="Question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 Powerpoint Rebranding Style Template" id="{4666C50B-589B-BD43-9E31-6CA3F82DA854}" vid="{C7BB7093-23D1-244A-9413-AC4756F9B8D7}"/>
    </a:ext>
  </a:extLst>
</a:theme>
</file>

<file path=ppt/theme/theme4.xml><?xml version="1.0" encoding="utf-8"?>
<a:theme xmlns:a="http://schemas.openxmlformats.org/drawingml/2006/main" name="Intro/Exit Slides">
  <a:themeElements>
    <a:clrScheme name="SAE Course Slide Colors">
      <a:dk1>
        <a:srgbClr val="000000"/>
      </a:dk1>
      <a:lt1>
        <a:srgbClr val="FFFFFF"/>
      </a:lt1>
      <a:dk2>
        <a:srgbClr val="242F38"/>
      </a:dk2>
      <a:lt2>
        <a:srgbClr val="ADB1B6"/>
      </a:lt2>
      <a:accent1>
        <a:srgbClr val="01A0E9"/>
      </a:accent1>
      <a:accent2>
        <a:srgbClr val="085169"/>
      </a:accent2>
      <a:accent3>
        <a:srgbClr val="9EE3F8"/>
      </a:accent3>
      <a:accent4>
        <a:srgbClr val="E87E00"/>
      </a:accent4>
      <a:accent5>
        <a:srgbClr val="009387"/>
      </a:accent5>
      <a:accent6>
        <a:srgbClr val="F8D76B"/>
      </a:accent6>
      <a:hlink>
        <a:srgbClr val="C00000"/>
      </a:hlink>
      <a:folHlink>
        <a:srgbClr val="73449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 Powerpoint Rebranding Style Template" id="{4666C50B-589B-BD43-9E31-6CA3F82DA854}" vid="{1FF3DD08-81BA-2149-96B5-B660CD250DFE}"/>
    </a:ext>
  </a:extLst>
</a:theme>
</file>

<file path=ppt/theme/theme5.xml><?xml version="1.0" encoding="utf-8"?>
<a:theme xmlns:a="http://schemas.openxmlformats.org/drawingml/2006/main" name="1_Content Slides">
  <a:themeElements>
    <a:clrScheme name="SAE Final Brand Colors">
      <a:dk1>
        <a:srgbClr val="242F38"/>
      </a:dk1>
      <a:lt1>
        <a:srgbClr val="FFFFFF"/>
      </a:lt1>
      <a:dk2>
        <a:srgbClr val="5B646D"/>
      </a:dk2>
      <a:lt2>
        <a:srgbClr val="23C1EF"/>
      </a:lt2>
      <a:accent1>
        <a:srgbClr val="242F38"/>
      </a:accent1>
      <a:accent2>
        <a:srgbClr val="23C1EF"/>
      </a:accent2>
      <a:accent3>
        <a:srgbClr val="5B646D"/>
      </a:accent3>
      <a:accent4>
        <a:srgbClr val="ADB1B6"/>
      </a:accent4>
      <a:accent5>
        <a:srgbClr val="C8EFFB"/>
      </a:accent5>
      <a:accent6>
        <a:srgbClr val="E9EAEB"/>
      </a:accent6>
      <a:hlink>
        <a:srgbClr val="23C1EF"/>
      </a:hlink>
      <a:folHlink>
        <a:srgbClr val="ADB1B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 Powerpoint Rebranding Style Template" id="{4666C50B-589B-BD43-9E31-6CA3F82DA854}" vid="{76195E0B-C04D-A849-8654-5C1FD2F9FEA1}"/>
    </a:ext>
  </a:extLst>
</a:theme>
</file>

<file path=ppt/theme/theme6.xml><?xml version="1.0" encoding="utf-8"?>
<a:theme xmlns:a="http://schemas.openxmlformats.org/drawingml/2006/main" name="Office Theme">
  <a:themeElements>
    <a:clrScheme name="SAE Colors 1">
      <a:dk1>
        <a:srgbClr val="242F38"/>
      </a:dk1>
      <a:lt1>
        <a:srgbClr val="FFFFFF"/>
      </a:lt1>
      <a:dk2>
        <a:srgbClr val="5B646D"/>
      </a:dk2>
      <a:lt2>
        <a:srgbClr val="23C1EF"/>
      </a:lt2>
      <a:accent1>
        <a:srgbClr val="242F38"/>
      </a:accent1>
      <a:accent2>
        <a:srgbClr val="ADB1B6"/>
      </a:accent2>
      <a:accent3>
        <a:srgbClr val="5B646D"/>
      </a:accent3>
      <a:accent4>
        <a:srgbClr val="23C1EF"/>
      </a:accent4>
      <a:accent5>
        <a:srgbClr val="C8EFFB"/>
      </a:accent5>
      <a:accent6>
        <a:srgbClr val="E9EAEB"/>
      </a:accent6>
      <a:hlink>
        <a:srgbClr val="23C1EF"/>
      </a:hlink>
      <a:folHlink>
        <a:srgbClr val="ADB1B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Content Slides">
  <a:themeElements>
    <a:clrScheme name="SAE Final Brand Colors">
      <a:dk1>
        <a:srgbClr val="242F38"/>
      </a:dk1>
      <a:lt1>
        <a:srgbClr val="FFFFFF"/>
      </a:lt1>
      <a:dk2>
        <a:srgbClr val="5B646D"/>
      </a:dk2>
      <a:lt2>
        <a:srgbClr val="23C1EF"/>
      </a:lt2>
      <a:accent1>
        <a:srgbClr val="242F38"/>
      </a:accent1>
      <a:accent2>
        <a:srgbClr val="23C1EF"/>
      </a:accent2>
      <a:accent3>
        <a:srgbClr val="5B646D"/>
      </a:accent3>
      <a:accent4>
        <a:srgbClr val="ADB1B6"/>
      </a:accent4>
      <a:accent5>
        <a:srgbClr val="C8EFFB"/>
      </a:accent5>
      <a:accent6>
        <a:srgbClr val="E9EAEB"/>
      </a:accent6>
      <a:hlink>
        <a:srgbClr val="23C1EF"/>
      </a:hlink>
      <a:folHlink>
        <a:srgbClr val="ADB1B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 Powerpoint Rebranding Style Template" id="{4666C50B-589B-BD43-9E31-6CA3F82DA854}" vid="{76195E0B-C04D-A849-8654-5C1FD2F9FEA1}"/>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58a79db-b5d5-4d18-9631-8d6676b17f11" xsi:nil="true"/>
    <lcf76f155ced4ddcb4097134ff3c332f xmlns="122553eb-3074-4a50-a401-4fc8122e14d8">
      <Terms xmlns="http://schemas.microsoft.com/office/infopath/2007/PartnerControls"/>
    </lcf76f155ced4ddcb4097134ff3c332f>
    <SharedWithUsers xmlns="158a79db-b5d5-4d18-9631-8d6676b17f11">
      <UserInfo>
        <DisplayName>Mike Bernesser</DisplayName>
        <AccountId>14</AccountId>
        <AccountType/>
      </UserInfo>
    </SharedWithUsers>
    <Sector xmlns="122553eb-3074-4a50-a401-4fc8122e14d8" xsi:nil="true"/>
    <CourseStatus xmlns="122553eb-3074-4a50-a401-4fc8122e14d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A866CC4DC0ABF48B4B50284FD600C53" ma:contentTypeVersion="19" ma:contentTypeDescription="Create a new document." ma:contentTypeScope="" ma:versionID="c573f94cd69cc70dba46e6328e5e1208">
  <xsd:schema xmlns:xsd="http://www.w3.org/2001/XMLSchema" xmlns:xs="http://www.w3.org/2001/XMLSchema" xmlns:p="http://schemas.microsoft.com/office/2006/metadata/properties" xmlns:ns2="122553eb-3074-4a50-a401-4fc8122e14d8" xmlns:ns3="158a79db-b5d5-4d18-9631-8d6676b17f11" targetNamespace="http://schemas.microsoft.com/office/2006/metadata/properties" ma:root="true" ma:fieldsID="0ec2b3ccbc48fe3182630363a4eda7af" ns2:_="" ns3:_="">
    <xsd:import namespace="122553eb-3074-4a50-a401-4fc8122e14d8"/>
    <xsd:import namespace="158a79db-b5d5-4d18-9631-8d6676b17f1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MediaLengthInSeconds" minOccurs="0"/>
                <xsd:element ref="ns2:MediaServiceOCR" minOccurs="0"/>
                <xsd:element ref="ns2:MediaServiceDateTaken" minOccurs="0"/>
                <xsd:element ref="ns2:MediaServiceLocation" minOccurs="0"/>
                <xsd:element ref="ns2:MediaServiceSearchProperties" minOccurs="0"/>
                <xsd:element ref="ns3:SharedWithUsers" minOccurs="0"/>
                <xsd:element ref="ns3:SharedWithDetails" minOccurs="0"/>
                <xsd:element ref="ns2:CourseStatus" minOccurs="0"/>
                <xsd:element ref="ns2:Secto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2553eb-3074-4a50-a401-4fc8122e14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113b2ed-c304-4591-a7c9-eb826bf95b1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CourseStatus" ma:index="24" nillable="true" ma:displayName="Course Status" ma:format="Dropdown" ma:internalName="CourseStatus">
      <xsd:simpleType>
        <xsd:restriction base="dms:Choice">
          <xsd:enumeration value="Active"/>
          <xsd:enumeration value="Inactive"/>
          <xsd:enumeration value="Pending"/>
        </xsd:restriction>
      </xsd:simpleType>
    </xsd:element>
    <xsd:element name="Sector" ma:index="25" nillable="true" ma:displayName="Sector" ma:format="Dropdown" ma:internalName="Sector">
      <xsd:complexType>
        <xsd:complexContent>
          <xsd:extension base="dms:MultiChoice">
            <xsd:sequence>
              <xsd:element name="Value" maxOccurs="unbounded" minOccurs="0" nillable="true">
                <xsd:simpleType>
                  <xsd:restriction base="dms:Choice">
                    <xsd:enumeration value="Ground Vehicle"/>
                    <xsd:enumeration value="Aerospace"/>
                    <xsd:enumeration value="Medical"/>
                    <xsd:enumeration value="Engineering Tools and Methods"/>
                    <xsd:enumeration value="Choice 5"/>
                  </xsd:restriction>
                </xsd:simpleType>
              </xsd:element>
            </xsd:sequence>
          </xsd:extension>
        </xsd:complexContent>
      </xsd:complex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58a79db-b5d5-4d18-9631-8d6676b17f11"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48471b26-5fc9-4bc5-b543-63aed64cdb69}" ma:internalName="TaxCatchAll" ma:showField="CatchAllData" ma:web="158a79db-b5d5-4d18-9631-8d6676b17f11">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836944D-B434-4C8C-B44A-0DFDA101C049}">
  <ds:schemaRefs>
    <ds:schemaRef ds:uri="http://purl.org/dc/terms/"/>
    <ds:schemaRef ds:uri="http://schemas.microsoft.com/office/2006/documentManagement/types"/>
    <ds:schemaRef ds:uri="http://purl.org/dc/dcmitype/"/>
    <ds:schemaRef ds:uri="http://schemas.microsoft.com/office/infopath/2007/PartnerControls"/>
    <ds:schemaRef ds:uri="http://purl.org/dc/elements/1.1/"/>
    <ds:schemaRef ds:uri="158a79db-b5d5-4d18-9631-8d6676b17f11"/>
    <ds:schemaRef ds:uri="http://schemas.openxmlformats.org/package/2006/metadata/core-properties"/>
    <ds:schemaRef ds:uri="122553eb-3074-4a50-a401-4fc8122e14d8"/>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2C938410-598E-462E-8478-D6F8E72013C0}">
  <ds:schemaRefs>
    <ds:schemaRef ds:uri="http://schemas.microsoft.com/sharepoint/v3/contenttype/forms"/>
  </ds:schemaRefs>
</ds:datastoreItem>
</file>

<file path=customXml/itemProps3.xml><?xml version="1.0" encoding="utf-8"?>
<ds:datastoreItem xmlns:ds="http://schemas.openxmlformats.org/officeDocument/2006/customXml" ds:itemID="{07F254E6-A26D-4FE5-9903-E4C4921C56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2553eb-3074-4a50-a401-4fc8122e14d8"/>
    <ds:schemaRef ds:uri="158a79db-b5d5-4d18-9631-8d6676b17f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cbfc6fa-e20b-4a1d-b629-1b8e17697dbc}" enabled="0" method="" siteId="{fcbfc6fa-e20b-4a1d-b629-1b8e17697dbc}" removed="1"/>
</clbl:labelList>
</file>

<file path=docProps/app.xml><?xml version="1.0" encoding="utf-8"?>
<Properties xmlns="http://schemas.openxmlformats.org/officeDocument/2006/extended-properties" xmlns:vt="http://schemas.openxmlformats.org/officeDocument/2006/docPropsVTypes">
  <Template/>
  <TotalTime>31578</TotalTime>
  <Words>6332</Words>
  <Application>Microsoft Office PowerPoint</Application>
  <PresentationFormat>On-screen Show (16:9)</PresentationFormat>
  <Paragraphs>694</Paragraphs>
  <Slides>127</Slides>
  <Notes>52</Notes>
  <HiddenSlides>1</HiddenSlides>
  <MMClips>0</MMClips>
  <ScaleCrop>false</ScaleCrop>
  <HeadingPairs>
    <vt:vector size="6" baseType="variant">
      <vt:variant>
        <vt:lpstr>Fonts Used</vt:lpstr>
      </vt:variant>
      <vt:variant>
        <vt:i4>11</vt:i4>
      </vt:variant>
      <vt:variant>
        <vt:lpstr>Theme</vt:lpstr>
      </vt:variant>
      <vt:variant>
        <vt:i4>7</vt:i4>
      </vt:variant>
      <vt:variant>
        <vt:lpstr>Slide Titles</vt:lpstr>
      </vt:variant>
      <vt:variant>
        <vt:i4>127</vt:i4>
      </vt:variant>
    </vt:vector>
  </HeadingPairs>
  <TitlesOfParts>
    <vt:vector size="145" baseType="lpstr">
      <vt:lpstr>Arial</vt:lpstr>
      <vt:lpstr>Calibri</vt:lpstr>
      <vt:lpstr>Consolas</vt:lpstr>
      <vt:lpstr>Courier New</vt:lpstr>
      <vt:lpstr>Symbol</vt:lpstr>
      <vt:lpstr>System Font Regular</vt:lpstr>
      <vt:lpstr>Verdana</vt:lpstr>
      <vt:lpstr>Verdana Pro</vt:lpstr>
      <vt:lpstr>Verdana Pro Cond</vt:lpstr>
      <vt:lpstr>Verdana Pro Light</vt:lpstr>
      <vt:lpstr>Verdana Pro SemiBold</vt:lpstr>
      <vt:lpstr>Definitions</vt:lpstr>
      <vt:lpstr>Content Slides</vt:lpstr>
      <vt:lpstr>Questions</vt:lpstr>
      <vt:lpstr>Intro/Exit Slides</vt:lpstr>
      <vt:lpstr>1_Content Slides</vt:lpstr>
      <vt:lpstr>Office Theme</vt:lpstr>
      <vt:lpstr>2_Content Slides</vt:lpstr>
      <vt:lpstr>ADAS Testing &amp; Reconstruction</vt:lpstr>
      <vt:lpstr>PowerPoint Presentation</vt:lpstr>
      <vt:lpstr>Course Objectives</vt:lpstr>
      <vt:lpstr>Course Agenda</vt:lpstr>
      <vt:lpstr>Course Agenda</vt:lpstr>
      <vt:lpstr>Course Agenda</vt:lpstr>
      <vt:lpstr>Module 1</vt:lpstr>
      <vt:lpstr>About the Instructor</vt:lpstr>
      <vt:lpstr>About the Instructor</vt:lpstr>
      <vt:lpstr>Who are YOU?</vt:lpstr>
      <vt:lpstr>Expectations for You </vt:lpstr>
      <vt:lpstr>Module Objectives</vt:lpstr>
      <vt:lpstr>PowerPoint Presentation</vt:lpstr>
      <vt:lpstr>PowerPoint Presentation</vt:lpstr>
      <vt:lpstr>Define ADAS: </vt:lpstr>
      <vt:lpstr>Antilock Braking Systems (ABS)</vt:lpstr>
      <vt:lpstr>TCS &amp; ESC</vt:lpstr>
      <vt:lpstr>Let’s not forget  Cruise Control! </vt:lpstr>
      <vt:lpstr>Cruise Control (CC)</vt:lpstr>
      <vt:lpstr>Types of Driver Assistance Systems</vt:lpstr>
      <vt:lpstr>Types of Driver Assistance Systems</vt:lpstr>
      <vt:lpstr>Types of Driver Assistance Systems</vt:lpstr>
      <vt:lpstr>Types of Driver Assistance Systems</vt:lpstr>
      <vt:lpstr>Background: Technologies Supporting ADAS</vt:lpstr>
      <vt:lpstr>SAE J3016: Levels of Driving Automation</vt:lpstr>
      <vt:lpstr>The 6 Levels of Autonomous Driving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Discussion Point:</vt:lpstr>
      <vt:lpstr>Background –Testing - FCW</vt:lpstr>
      <vt:lpstr>Background –Testing - FCW</vt:lpstr>
      <vt:lpstr>PowerPoint Presentation</vt:lpstr>
      <vt:lpstr>PowerPoint Presentation</vt:lpstr>
      <vt:lpstr>Discussion Point:</vt:lpstr>
      <vt:lpstr>PowerPoint Presentation</vt:lpstr>
      <vt:lpstr>PowerPoint Presentation</vt:lpstr>
      <vt:lpstr>Background –Testing - FCW</vt:lpstr>
      <vt:lpstr>Background – Testing - FCW</vt:lpstr>
      <vt:lpstr>Background – Testing – FCW</vt:lpstr>
      <vt:lpstr>Background – Testing – FCW</vt:lpstr>
      <vt:lpstr>Background – Testing – FCW</vt:lpstr>
      <vt:lpstr>Background – Testing – FCW</vt:lpstr>
      <vt:lpstr>Background – Testing – FCW</vt:lpstr>
      <vt:lpstr>Who else is testing FCW &amp; AEB?</vt:lpstr>
      <vt:lpstr>Discussion Point:</vt:lpstr>
      <vt:lpstr>Any Questions?</vt:lpstr>
      <vt:lpstr>Module 2</vt:lpstr>
      <vt:lpstr>Module 3</vt:lpstr>
      <vt:lpstr>Module 3 Objectives</vt:lpstr>
      <vt:lpstr>PowerPoint Presentation</vt:lpstr>
      <vt:lpstr>PowerPoint Presentation</vt:lpstr>
      <vt:lpstr>GNSS (Global Satellite Navigation System)</vt:lpstr>
      <vt:lpstr>RTK (Real-Time Kinematics)</vt:lpstr>
      <vt:lpstr>RTK Base Station</vt:lpstr>
      <vt:lpstr>NTRIP (Network Transmission of RTK over IP)</vt:lpstr>
      <vt:lpstr>PowerPoint Presentation</vt:lpstr>
      <vt:lpstr>PowerPoint Presentation</vt:lpstr>
      <vt:lpstr>GNSS + RTK</vt:lpstr>
      <vt:lpstr>Inertial Measurement Unit</vt:lpstr>
      <vt:lpstr>PowerPoint Presentation</vt:lpstr>
      <vt:lpstr>Mounting the IMU</vt:lpstr>
      <vt:lpstr>Measurement Points</vt:lpstr>
      <vt:lpstr>PowerPoint Presentation</vt:lpstr>
      <vt:lpstr>PowerPoint Presentation</vt:lpstr>
      <vt:lpstr>Subject/Target Vehicle Calculations</vt:lpstr>
      <vt:lpstr>Subject/Target Vehicle Calculations</vt:lpstr>
      <vt:lpstr>Subject/Target vehicle calculations</vt:lpstr>
      <vt:lpstr>Visual Sensor</vt:lpstr>
      <vt:lpstr>Audio Sensor</vt:lpstr>
      <vt:lpstr>ADAS Sensors</vt:lpstr>
      <vt:lpstr>Video Logging with Data Overlay</vt:lpstr>
      <vt:lpstr>Video Logging with Data Overlay</vt:lpstr>
      <vt:lpstr>Vehicle CAN Bus Data</vt:lpstr>
      <vt:lpstr>PowerPoint Presentation</vt:lpstr>
      <vt:lpstr>CAN: Definitions</vt:lpstr>
      <vt:lpstr>Diagnostic CAN</vt:lpstr>
      <vt:lpstr>High-Speed CAN</vt:lpstr>
      <vt:lpstr>Where to Access the CAN Bus:</vt:lpstr>
      <vt:lpstr>Where to Access the CAN Bus:</vt:lpstr>
      <vt:lpstr>Tools: Pomona Probes</vt:lpstr>
      <vt:lpstr>Tools: Posi-Tap Connectors</vt:lpstr>
      <vt:lpstr>PowerPoint Presentation</vt:lpstr>
      <vt:lpstr>Ready to Test!</vt:lpstr>
      <vt:lpstr>Any Questions?</vt:lpstr>
      <vt:lpstr>Module Summary</vt:lpstr>
      <vt:lpstr>Any Questions?</vt:lpstr>
      <vt:lpstr>Module 4</vt:lpstr>
      <vt:lpstr>Module 4 Objectives</vt:lpstr>
      <vt:lpstr>PowerPoint Presentation</vt:lpstr>
      <vt:lpstr>VBOX Test Suite</vt:lpstr>
      <vt:lpstr>PowerPoint Presentation</vt:lpstr>
      <vt:lpstr>PowerPoint Presentation</vt:lpstr>
      <vt:lpstr>Workspace</vt:lpstr>
      <vt:lpstr>Workspace: Map</vt:lpstr>
      <vt:lpstr>Workspace: Chart</vt:lpstr>
      <vt:lpstr>Workspace: Video Sync</vt:lpstr>
      <vt:lpstr>Workspace: Video Sync</vt:lpstr>
      <vt:lpstr>Workspace: Video Sync</vt:lpstr>
      <vt:lpstr>Chart: Measure Tool</vt:lpstr>
      <vt:lpstr>Chart: Measure Tool</vt:lpstr>
      <vt:lpstr>Custom Tests</vt:lpstr>
      <vt:lpstr>Custom Tests: Examples</vt:lpstr>
      <vt:lpstr>Custom Test: AEB</vt:lpstr>
      <vt:lpstr>Custom Test: Test Results</vt:lpstr>
      <vt:lpstr>Custom Test: Multiple Runs</vt:lpstr>
      <vt:lpstr>Custom Test: Run Compare</vt:lpstr>
      <vt:lpstr>Custom Test: Test Result Columns</vt:lpstr>
      <vt:lpstr>PowerPoint Presentation</vt:lpstr>
      <vt:lpstr>Export Raw Data</vt:lpstr>
      <vt:lpstr>Copy to Spreadsheet</vt:lpstr>
      <vt:lpstr>Any Questions?</vt:lpstr>
      <vt:lpstr>Module Summary</vt:lpstr>
      <vt:lpstr>PowerPoint Presentation</vt:lpstr>
      <vt:lpstr>PowerPoint Presentation</vt:lpstr>
      <vt:lpstr>IACET Accreditation</vt:lpstr>
      <vt:lpstr>Learning Assessment</vt:lpstr>
      <vt:lpstr>Certificates</vt:lpstr>
      <vt:lpstr>Seminar Evaluations</vt:lpstr>
      <vt:lpstr>Certificate Programs</vt:lpstr>
      <vt:lpstr>Professional Development Resources and Support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in SAE Blue,  Arial Bold 21pt on one or two lines</dc:title>
  <dc:creator>Tom</dc:creator>
  <cp:lastModifiedBy>Kathy Bratchie</cp:lastModifiedBy>
  <cp:revision>84</cp:revision>
  <dcterms:created xsi:type="dcterms:W3CDTF">2013-05-16T21:51:37Z</dcterms:created>
  <dcterms:modified xsi:type="dcterms:W3CDTF">2025-10-23T12:53:48Z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0x010100EA866CC4DC0ABF48B4B50284FD600C53</vt:lpwstr>
  </property>
  <property fmtid="{D5CDD505-2E9C-101B-9397-08002B2CF9AE}" pid="3" name="MediaServiceImageTags">
    <vt:lpwstr/>
  </property>
</Properties>
</file>